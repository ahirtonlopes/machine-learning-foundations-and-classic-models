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115.jpg" ContentType="image/jp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67"/>
  </p:notesMasterIdLst>
  <p:sldIdLst>
    <p:sldId id="257" r:id="rId5"/>
    <p:sldId id="1975" r:id="rId6"/>
    <p:sldId id="263" r:id="rId7"/>
    <p:sldId id="2147483636" r:id="rId8"/>
    <p:sldId id="587" r:id="rId9"/>
    <p:sldId id="2147483639" r:id="rId10"/>
    <p:sldId id="2147483637" r:id="rId11"/>
    <p:sldId id="259" r:id="rId12"/>
    <p:sldId id="260" r:id="rId13"/>
    <p:sldId id="267" r:id="rId14"/>
    <p:sldId id="268" r:id="rId15"/>
    <p:sldId id="269" r:id="rId16"/>
    <p:sldId id="271" r:id="rId17"/>
    <p:sldId id="270" r:id="rId18"/>
    <p:sldId id="272" r:id="rId19"/>
    <p:sldId id="273" r:id="rId20"/>
    <p:sldId id="2147483638" r:id="rId21"/>
    <p:sldId id="262" r:id="rId22"/>
    <p:sldId id="261" r:id="rId23"/>
    <p:sldId id="2147483640" r:id="rId24"/>
    <p:sldId id="256" r:id="rId25"/>
    <p:sldId id="2147483641" r:id="rId26"/>
    <p:sldId id="258" r:id="rId27"/>
    <p:sldId id="2147483642" r:id="rId28"/>
    <p:sldId id="2147483643" r:id="rId29"/>
    <p:sldId id="2147483644" r:id="rId30"/>
    <p:sldId id="2147483645" r:id="rId31"/>
    <p:sldId id="2147483646" r:id="rId32"/>
    <p:sldId id="264" r:id="rId33"/>
    <p:sldId id="265" r:id="rId34"/>
    <p:sldId id="279" r:id="rId35"/>
    <p:sldId id="280" r:id="rId36"/>
    <p:sldId id="1211" r:id="rId37"/>
    <p:sldId id="686" r:id="rId38"/>
    <p:sldId id="281" r:id="rId39"/>
    <p:sldId id="282" r:id="rId40"/>
    <p:sldId id="1212" r:id="rId41"/>
    <p:sldId id="284" r:id="rId42"/>
    <p:sldId id="285" r:id="rId43"/>
    <p:sldId id="287" r:id="rId44"/>
    <p:sldId id="288" r:id="rId45"/>
    <p:sldId id="2147483647" r:id="rId46"/>
    <p:sldId id="535" r:id="rId47"/>
    <p:sldId id="289" r:id="rId48"/>
    <p:sldId id="290" r:id="rId49"/>
    <p:sldId id="291" r:id="rId50"/>
    <p:sldId id="292" r:id="rId51"/>
    <p:sldId id="293" r:id="rId52"/>
    <p:sldId id="266" r:id="rId53"/>
    <p:sldId id="295" r:id="rId54"/>
    <p:sldId id="302" r:id="rId55"/>
    <p:sldId id="303" r:id="rId56"/>
    <p:sldId id="298" r:id="rId57"/>
    <p:sldId id="304" r:id="rId58"/>
    <p:sldId id="305" r:id="rId59"/>
    <p:sldId id="1213" r:id="rId60"/>
    <p:sldId id="1929" r:id="rId61"/>
    <p:sldId id="294" r:id="rId62"/>
    <p:sldId id="1966" r:id="rId63"/>
    <p:sldId id="575" r:id="rId64"/>
    <p:sldId id="299" r:id="rId65"/>
    <p:sldId id="277" r:id="rId66"/>
  </p:sldIdLst>
  <p:sldSz cx="9144000" cy="5143500" type="screen16x9"/>
  <p:notesSz cx="6858000" cy="9144000"/>
  <p:embeddedFontLst>
    <p:embeddedFont>
      <p:font typeface="Google Sans" panose="020F0502020204030204" pitchFamily="34" charset="0"/>
      <p:regular r:id="rId68"/>
      <p:bold r:id="rId69"/>
      <p:italic r:id="rId70"/>
      <p:boldItalic r:id="rId71"/>
    </p:embeddedFont>
    <p:embeddedFont>
      <p:font typeface="Google Sans Medium" panose="020F0502020204030204"/>
      <p:regular r:id="rId72"/>
      <p:bold r:id="rId73"/>
      <p:italic r:id="rId74"/>
      <p:boldItalic r:id="rId75"/>
    </p:embeddedFont>
    <p:embeddedFont>
      <p:font typeface="Google Sans Mono" panose="020F0502020204030204" pitchFamily="34" charset="0"/>
      <p:regular r:id="rId76"/>
      <p:bold r:id="rId77"/>
      <p:italic r:id="rId78"/>
      <p:boldItalic r:id="rId79"/>
    </p:embeddedFont>
    <p:embeddedFont>
      <p:font typeface="Google Sans Text" panose="020F0502020204030204" pitchFamily="34" charset="0"/>
      <p:regular r:id="rId80"/>
      <p:bold r:id="rId81"/>
      <p:italic r:id="rId82"/>
      <p:boldItalic r:id="rId83"/>
    </p:embeddedFont>
    <p:embeddedFont>
      <p:font typeface="Inter" panose="020F07020304040A0204" pitchFamily="34" charset="0"/>
      <p:regular r:id="rId84"/>
      <p:bold r:id="rId85"/>
      <p:italic r:id="rId86"/>
      <p:boldItalic r:id="rId87"/>
    </p:embeddedFont>
    <p:embeddedFont>
      <p:font typeface="Inter ExtraBold" panose="020F0702030404030204" pitchFamily="34" charset="0"/>
      <p:regular r:id="rId88"/>
      <p:bold r:id="rId89"/>
      <p:italic r:id="rId90"/>
      <p:boldItalic r:id="rId91"/>
    </p:embeddedFont>
    <p:embeddedFont>
      <p:font typeface="Lato" panose="020F0502020204030203" pitchFamily="34" charset="0"/>
      <p:regular r:id="rId92"/>
      <p:bold r:id="rId93"/>
      <p:italic r:id="rId94"/>
      <p:boldItalic r:id="rId95"/>
    </p:embeddedFont>
    <p:embeddedFont>
      <p:font typeface="Merriweather" pitchFamily="2" charset="77"/>
      <p:regular r:id="rId96"/>
      <p:bold r:id="rId97"/>
      <p:italic r:id="rId98"/>
      <p:boldItalic r:id="rId99"/>
    </p:embeddedFont>
    <p:embeddedFont>
      <p:font typeface="Montserrat" pitchFamily="2" charset="77"/>
      <p:regular r:id="rId100"/>
      <p:bold r:id="rId101"/>
      <p:italic r:id="rId102"/>
      <p:boldItalic r:id="rId103"/>
    </p:embeddedFont>
    <p:embeddedFont>
      <p:font typeface="Montserrat Medium" panose="00000600000000000000" pitchFamily="2" charset="77"/>
      <p:regular r:id="rId104"/>
      <p:italic r:id="rId105"/>
    </p:embeddedFont>
    <p:embeddedFont>
      <p:font typeface="Open Sans" panose="020B0606030504020204" pitchFamily="34" charset="0"/>
      <p:regular r:id="rId106"/>
    </p:embeddedFont>
    <p:embeddedFont>
      <p:font typeface="Roboto Condensed" panose="02000000000000000000" pitchFamily="2" charset="0"/>
      <p:regular r:id="rId107"/>
      <p:bold r:id="rId108"/>
      <p:italic r:id="rId109"/>
      <p:boldItalic r:id="rId110"/>
    </p:embeddedFont>
    <p:embeddedFont>
      <p:font typeface="Roboto Light" panose="02000000000000000000" pitchFamily="2" charset="0"/>
      <p:regular r:id="rId111"/>
      <p:italic r:id="rId112"/>
    </p:embeddedFont>
    <p:embeddedFont>
      <p:font typeface="Trebuchet MS" panose="020B0703020202090204" pitchFamily="34" charset="0"/>
      <p:regular r:id="rId113"/>
      <p:bold r:id="rId114"/>
      <p:italic r:id="rId1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75" roundtripDataSignature="AMtx7mjv7TPNea5S9/THAJVduAyBufarE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hirton Lopes" initials="A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00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72055"/>
  </p:normalViewPr>
  <p:slideViewPr>
    <p:cSldViewPr snapToGrid="0">
      <p:cViewPr varScale="1">
        <p:scale>
          <a:sx n="120" d="100"/>
          <a:sy n="120" d="100"/>
        </p:scale>
        <p:origin x="5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font" Target="fonts/font1.fntdata"/><Relationship Id="rId84" Type="http://schemas.openxmlformats.org/officeDocument/2006/relationships/font" Target="fonts/font17.fntdata"/><Relationship Id="rId89" Type="http://schemas.openxmlformats.org/officeDocument/2006/relationships/font" Target="fonts/font22.fntdata"/><Relationship Id="rId112" Type="http://schemas.openxmlformats.org/officeDocument/2006/relationships/font" Target="fonts/font45.fntdata"/><Relationship Id="rId175" Type="http://customschemas.google.com/relationships/presentationmetadata" Target="metadata"/><Relationship Id="rId16" Type="http://schemas.openxmlformats.org/officeDocument/2006/relationships/slide" Target="slides/slide12.xml"/><Relationship Id="rId107" Type="http://schemas.openxmlformats.org/officeDocument/2006/relationships/font" Target="fonts/font40.fntdata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font" Target="fonts/font7.fntdata"/><Relationship Id="rId79" Type="http://schemas.openxmlformats.org/officeDocument/2006/relationships/font" Target="fonts/font12.fntdata"/><Relationship Id="rId102" Type="http://schemas.openxmlformats.org/officeDocument/2006/relationships/font" Target="fonts/font35.fntdata"/><Relationship Id="rId5" Type="http://schemas.openxmlformats.org/officeDocument/2006/relationships/slide" Target="slides/slide1.xml"/><Relationship Id="rId90" Type="http://schemas.openxmlformats.org/officeDocument/2006/relationships/font" Target="fonts/font23.fntdata"/><Relationship Id="rId95" Type="http://schemas.openxmlformats.org/officeDocument/2006/relationships/font" Target="fonts/font28.fntdata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font" Target="fonts/font2.fntdata"/><Relationship Id="rId113" Type="http://schemas.openxmlformats.org/officeDocument/2006/relationships/font" Target="fonts/font46.fntdata"/><Relationship Id="rId80" Type="http://schemas.openxmlformats.org/officeDocument/2006/relationships/font" Target="fonts/font13.fntdata"/><Relationship Id="rId85" Type="http://schemas.openxmlformats.org/officeDocument/2006/relationships/font" Target="fonts/font18.fntdata"/><Relationship Id="rId176" Type="http://schemas.openxmlformats.org/officeDocument/2006/relationships/commentAuthors" Target="commentAuthors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font" Target="fonts/font36.fntdata"/><Relationship Id="rId108" Type="http://schemas.openxmlformats.org/officeDocument/2006/relationships/font" Target="fonts/font41.fntdata"/><Relationship Id="rId54" Type="http://schemas.openxmlformats.org/officeDocument/2006/relationships/slide" Target="slides/slide50.xml"/><Relationship Id="rId70" Type="http://schemas.openxmlformats.org/officeDocument/2006/relationships/font" Target="fonts/font3.fntdata"/><Relationship Id="rId75" Type="http://schemas.openxmlformats.org/officeDocument/2006/relationships/font" Target="fonts/font8.fntdata"/><Relationship Id="rId91" Type="http://schemas.openxmlformats.org/officeDocument/2006/relationships/font" Target="fonts/font24.fntdata"/><Relationship Id="rId96" Type="http://schemas.openxmlformats.org/officeDocument/2006/relationships/font" Target="fonts/font29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font" Target="fonts/font47.fntdata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font" Target="fonts/font14.fntdata"/><Relationship Id="rId86" Type="http://schemas.openxmlformats.org/officeDocument/2006/relationships/font" Target="fonts/font19.fntdata"/><Relationship Id="rId177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80" Type="http://schemas.openxmlformats.org/officeDocument/2006/relationships/tableStyles" Target="tableStyles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font" Target="fonts/font42.fntdata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font" Target="fonts/font9.fntdata"/><Relationship Id="rId97" Type="http://schemas.openxmlformats.org/officeDocument/2006/relationships/font" Target="fonts/font30.fntdata"/><Relationship Id="rId104" Type="http://schemas.openxmlformats.org/officeDocument/2006/relationships/font" Target="fonts/font37.fntdata"/><Relationship Id="rId7" Type="http://schemas.openxmlformats.org/officeDocument/2006/relationships/slide" Target="slides/slide3.xml"/><Relationship Id="rId71" Type="http://schemas.openxmlformats.org/officeDocument/2006/relationships/font" Target="fonts/font4.fntdata"/><Relationship Id="rId92" Type="http://schemas.openxmlformats.org/officeDocument/2006/relationships/font" Target="fonts/font25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font" Target="fonts/font20.fntdata"/><Relationship Id="rId110" Type="http://schemas.openxmlformats.org/officeDocument/2006/relationships/font" Target="fonts/font43.fntdata"/><Relationship Id="rId115" Type="http://schemas.openxmlformats.org/officeDocument/2006/relationships/font" Target="fonts/font48.fntdata"/><Relationship Id="rId178" Type="http://schemas.openxmlformats.org/officeDocument/2006/relationships/viewProps" Target="viewProps.xml"/><Relationship Id="rId61" Type="http://schemas.openxmlformats.org/officeDocument/2006/relationships/slide" Target="slides/slide57.xml"/><Relationship Id="rId82" Type="http://schemas.openxmlformats.org/officeDocument/2006/relationships/font" Target="fonts/font15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font" Target="fonts/font10.fntdata"/><Relationship Id="rId100" Type="http://schemas.openxmlformats.org/officeDocument/2006/relationships/font" Target="fonts/font33.fntdata"/><Relationship Id="rId105" Type="http://schemas.openxmlformats.org/officeDocument/2006/relationships/font" Target="fonts/font38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font" Target="fonts/font5.fntdata"/><Relationship Id="rId93" Type="http://schemas.openxmlformats.org/officeDocument/2006/relationships/font" Target="fonts/font26.fntdata"/><Relationship Id="rId98" Type="http://schemas.openxmlformats.org/officeDocument/2006/relationships/font" Target="fonts/font31.fntdata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font" Target="fonts/font16.fntdata"/><Relationship Id="rId88" Type="http://schemas.openxmlformats.org/officeDocument/2006/relationships/font" Target="fonts/font21.fntdata"/><Relationship Id="rId111" Type="http://schemas.openxmlformats.org/officeDocument/2006/relationships/font" Target="fonts/font44.fntdata"/><Relationship Id="rId179" Type="http://schemas.openxmlformats.org/officeDocument/2006/relationships/theme" Target="theme/theme1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font" Target="fonts/font39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font" Target="fonts/font6.fntdata"/><Relationship Id="rId78" Type="http://schemas.openxmlformats.org/officeDocument/2006/relationships/font" Target="fonts/font11.fntdata"/><Relationship Id="rId94" Type="http://schemas.openxmlformats.org/officeDocument/2006/relationships/font" Target="fonts/font27.fntdata"/><Relationship Id="rId99" Type="http://schemas.openxmlformats.org/officeDocument/2006/relationships/font" Target="fonts/font32.fntdata"/><Relationship Id="rId101" Type="http://schemas.openxmlformats.org/officeDocument/2006/relationships/font" Target="fonts/font3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1f133acde25_5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1f133acde25_5_2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3720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ec5c9284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9ec5c92840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Espaço Reservado para Anotações 1">
            <a:extLst>
              <a:ext uri="{FF2B5EF4-FFF2-40B4-BE49-F238E27FC236}">
                <a16:creationId xmlns:a16="http://schemas.microsoft.com/office/drawing/2014/main" id="{79AA374C-CE4E-F58C-83B5-8778C95F37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9ec5c92840_0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9ec5c92840_0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278e4f8a13_0_6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278e4f8a13_0_6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7" name="Google Shape;1057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C55BD2-FBEE-2B43-BCA3-95F743A4C724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58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5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" name="Google Shape;16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2">
  <p:cSld name="BLANK_2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sp>
        <p:nvSpPr>
          <p:cNvPr id="39" name="Google Shape;39;p70"/>
          <p:cNvSpPr/>
          <p:nvPr/>
        </p:nvSpPr>
        <p:spPr>
          <a:xfrm>
            <a:off x="6970400" y="1054075"/>
            <a:ext cx="1743900" cy="945600"/>
          </a:xfrm>
          <a:prstGeom prst="roundRect">
            <a:avLst>
              <a:gd name="adj" fmla="val 16667"/>
            </a:avLst>
          </a:prstGeom>
          <a:solidFill>
            <a:srgbClr val="28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70"/>
          <p:cNvSpPr/>
          <p:nvPr/>
        </p:nvSpPr>
        <p:spPr>
          <a:xfrm rot="-5400000">
            <a:off x="6940400" y="1084075"/>
            <a:ext cx="945600" cy="8856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0"/>
          <p:cNvSpPr/>
          <p:nvPr/>
        </p:nvSpPr>
        <p:spPr>
          <a:xfrm>
            <a:off x="5099675" y="1054075"/>
            <a:ext cx="1743900" cy="945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70"/>
          <p:cNvSpPr txBox="1"/>
          <p:nvPr/>
        </p:nvSpPr>
        <p:spPr>
          <a:xfrm>
            <a:off x="405950" y="235275"/>
            <a:ext cx="4566900" cy="6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>
                <a:solidFill>
                  <a:schemeClr val="lt1"/>
                </a:solidFill>
                <a:highlight>
                  <a:srgbClr val="FF0000"/>
                </a:highlight>
                <a:latin typeface="Arial"/>
                <a:ea typeface="Arial"/>
                <a:cs typeface="Arial"/>
                <a:sym typeface="Arial"/>
              </a:rPr>
              <a:t>Slide de instrução - deletar após o uso</a:t>
            </a:r>
            <a:endParaRPr sz="2200" b="1" i="0" u="none" strike="noStrike" cap="none">
              <a:solidFill>
                <a:schemeClr val="lt1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70"/>
          <p:cNvSpPr txBox="1"/>
          <p:nvPr/>
        </p:nvSpPr>
        <p:spPr>
          <a:xfrm>
            <a:off x="405950" y="1111725"/>
            <a:ext cx="4566900" cy="15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Escolha um dos modelos ao lado de marca d'água, posicione ele corretamente, seguindo os passos abaixo e depois copie e cole em todos os slides, de acordo com o fundo:</a:t>
            </a: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70"/>
          <p:cNvSpPr txBox="1"/>
          <p:nvPr/>
        </p:nvSpPr>
        <p:spPr>
          <a:xfrm>
            <a:off x="5487275" y="431325"/>
            <a:ext cx="9687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Fundo branco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70"/>
          <p:cNvSpPr txBox="1"/>
          <p:nvPr/>
        </p:nvSpPr>
        <p:spPr>
          <a:xfrm>
            <a:off x="6970400" y="431325"/>
            <a:ext cx="17439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Fundo </a:t>
            </a:r>
            <a:b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preto ou azul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70"/>
          <p:cNvSpPr/>
          <p:nvPr/>
        </p:nvSpPr>
        <p:spPr>
          <a:xfrm>
            <a:off x="6970400" y="2887750"/>
            <a:ext cx="1743900" cy="945600"/>
          </a:xfrm>
          <a:prstGeom prst="roundRect">
            <a:avLst>
              <a:gd name="adj" fmla="val 16667"/>
            </a:avLst>
          </a:prstGeom>
          <a:solidFill>
            <a:srgbClr val="28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70"/>
          <p:cNvSpPr/>
          <p:nvPr/>
        </p:nvSpPr>
        <p:spPr>
          <a:xfrm rot="-5400000">
            <a:off x="6940400" y="2917750"/>
            <a:ext cx="945600" cy="8856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70"/>
          <p:cNvSpPr/>
          <p:nvPr/>
        </p:nvSpPr>
        <p:spPr>
          <a:xfrm>
            <a:off x="5099675" y="2887750"/>
            <a:ext cx="1743900" cy="9456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70"/>
          <p:cNvSpPr txBox="1"/>
          <p:nvPr/>
        </p:nvSpPr>
        <p:spPr>
          <a:xfrm>
            <a:off x="5487275" y="2265000"/>
            <a:ext cx="9687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Fundo branco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0"/>
          <p:cNvSpPr txBox="1"/>
          <p:nvPr/>
        </p:nvSpPr>
        <p:spPr>
          <a:xfrm>
            <a:off x="6970400" y="2265000"/>
            <a:ext cx="17439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Fundo </a:t>
            </a:r>
            <a:b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preto ou azul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0"/>
          <p:cNvSpPr txBox="1"/>
          <p:nvPr/>
        </p:nvSpPr>
        <p:spPr>
          <a:xfrm>
            <a:off x="244650" y="2693800"/>
            <a:ext cx="1937400" cy="6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 Escolha a marca dagua e clique nela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70"/>
          <p:cNvSpPr txBox="1"/>
          <p:nvPr/>
        </p:nvSpPr>
        <p:spPr>
          <a:xfrm>
            <a:off x="2401250" y="2693800"/>
            <a:ext cx="24561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 Arraste ela para o canto do slide, desta forma:</a:t>
            </a:r>
            <a:b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(ela fica colada no cantinho mesmo)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" name="Google Shape;53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44650" y="3364778"/>
            <a:ext cx="1821975" cy="14812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4" name="Google Shape;5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8963" y="3790706"/>
            <a:ext cx="1821975" cy="1085432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5" name="Google Shape;55;p70"/>
          <p:cNvSpPr txBox="1"/>
          <p:nvPr/>
        </p:nvSpPr>
        <p:spPr>
          <a:xfrm>
            <a:off x="4627025" y="3985425"/>
            <a:ext cx="2456100" cy="94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Copie e cole em todos os slides, e troque a marca dagua escolhida de acordo com a cor do fundo, </a:t>
            </a:r>
            <a:endParaRPr sz="14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p70"/>
          <p:cNvCxnSpPr>
            <a:endCxn id="50" idx="3"/>
          </p:cNvCxnSpPr>
          <p:nvPr/>
        </p:nvCxnSpPr>
        <p:spPr>
          <a:xfrm rot="-5400000">
            <a:off x="6957800" y="2701800"/>
            <a:ext cx="1881900" cy="1631100"/>
          </a:xfrm>
          <a:prstGeom prst="bentConnector4">
            <a:avLst>
              <a:gd name="adj1" fmla="val 41726"/>
              <a:gd name="adj2" fmla="val 114599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57" name="Google Shape;57;p70"/>
          <p:cNvSpPr/>
          <p:nvPr/>
        </p:nvSpPr>
        <p:spPr>
          <a:xfrm>
            <a:off x="4984350" y="2230400"/>
            <a:ext cx="3729900" cy="680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0"/>
          <p:cNvSpPr/>
          <p:nvPr/>
        </p:nvSpPr>
        <p:spPr>
          <a:xfrm>
            <a:off x="4984350" y="402525"/>
            <a:ext cx="3729900" cy="6804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p70"/>
          <p:cNvCxnSpPr>
            <a:endCxn id="58" idx="3"/>
          </p:cNvCxnSpPr>
          <p:nvPr/>
        </p:nvCxnSpPr>
        <p:spPr>
          <a:xfrm rot="-5400000">
            <a:off x="6042300" y="1786275"/>
            <a:ext cx="3715500" cy="1628400"/>
          </a:xfrm>
          <a:prstGeom prst="bentConnector4">
            <a:avLst>
              <a:gd name="adj1" fmla="val 45422"/>
              <a:gd name="adj2" fmla="val 114623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3" name="Google Shape;63;p7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4" name="Google Shape;64;p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0" name="Google Shape;70;p7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1" name="Google Shape;71;p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4" name="Google Shape;74;p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7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8" name="Google Shape;78;p7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9" name="Google Shape;79;p7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7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3" name="Google Shape;83;p7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6" name="Google Shape;86;p7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p7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8"/>
          <p:cNvSpPr>
            <a:spLocks noGrp="1"/>
          </p:cNvSpPr>
          <p:nvPr>
            <p:ph type="pic" idx="2"/>
          </p:nvPr>
        </p:nvSpPr>
        <p:spPr>
          <a:xfrm>
            <a:off x="4909800" y="-9275"/>
            <a:ext cx="42342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90" name="Google Shape;90;p78"/>
          <p:cNvPicPr preferRelativeResize="0"/>
          <p:nvPr/>
        </p:nvPicPr>
        <p:blipFill rotWithShape="1">
          <a:blip r:embed="rId2">
            <a:alphaModFix/>
          </a:blip>
          <a:srcRect r="19165"/>
          <a:stretch/>
        </p:blipFill>
        <p:spPr>
          <a:xfrm>
            <a:off x="0" y="0"/>
            <a:ext cx="739125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simples">
  <p:cSld name="BLANK_1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9"/>
          <p:cNvSpPr/>
          <p:nvPr/>
        </p:nvSpPr>
        <p:spPr>
          <a:xfrm>
            <a:off x="-3600" y="-51900"/>
            <a:ext cx="9151200" cy="51954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79"/>
          <p:cNvSpPr txBox="1">
            <a:spLocks noGrp="1"/>
          </p:cNvSpPr>
          <p:nvPr>
            <p:ph type="title"/>
          </p:nvPr>
        </p:nvSpPr>
        <p:spPr>
          <a:xfrm>
            <a:off x="571050" y="775250"/>
            <a:ext cx="5069100" cy="10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ExtraBold"/>
              <a:buNone/>
              <a:defRPr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ExtraBold"/>
              <a:buNone/>
              <a:defRPr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ExtraBold"/>
              <a:buNone/>
              <a:defRPr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ExtraBold"/>
              <a:buNone/>
              <a:defRPr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ExtraBold"/>
              <a:buNone/>
              <a:defRPr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ExtraBold"/>
              <a:buNone/>
              <a:defRPr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ExtraBold"/>
              <a:buNone/>
              <a:defRPr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ExtraBold"/>
              <a:buNone/>
              <a:defRPr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Inter ExtraBold"/>
              <a:buNone/>
              <a:defRPr>
                <a:solidFill>
                  <a:schemeClr val="dk2"/>
                </a:solidFill>
                <a:latin typeface="Inter ExtraBold"/>
                <a:ea typeface="Inter ExtraBold"/>
                <a:cs typeface="Inter ExtraBold"/>
                <a:sym typeface="Inter ExtraBold"/>
              </a:defRPr>
            </a:lvl9pPr>
          </a:lstStyle>
          <a:p>
            <a:endParaRPr/>
          </a:p>
        </p:txBody>
      </p:sp>
      <p:sp>
        <p:nvSpPr>
          <p:cNvPr id="94" name="Google Shape;94;p79"/>
          <p:cNvSpPr txBox="1">
            <a:spLocks noGrp="1"/>
          </p:cNvSpPr>
          <p:nvPr>
            <p:ph type="subTitle" idx="1"/>
          </p:nvPr>
        </p:nvSpPr>
        <p:spPr>
          <a:xfrm>
            <a:off x="571050" y="1895700"/>
            <a:ext cx="5069100" cy="2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 +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1427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-column grid">
  <p:cSld name="6-column grid">
    <p:bg>
      <p:bgPr>
        <a:solidFill>
          <a:srgbClr val="EEEEEE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6"/>
          <p:cNvPicPr preferRelativeResize="0"/>
          <p:nvPr/>
        </p:nvPicPr>
        <p:blipFill rotWithShape="1">
          <a:blip r:embed="rId2">
            <a:alphaModFix/>
          </a:blip>
          <a:srcRect t="3779" r="41314" b="12977"/>
          <a:stretch/>
        </p:blipFill>
        <p:spPr>
          <a:xfrm>
            <a:off x="6134202" y="1"/>
            <a:ext cx="3009799" cy="514350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587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9">
          <p15:clr>
            <a:srgbClr val="FA7B17"/>
          </p15:clr>
        </p15:guide>
        <p15:guide id="2" pos="1968">
          <p15:clr>
            <a:srgbClr val="FA7B17"/>
          </p15:clr>
        </p15:guide>
        <p15:guide id="3" pos="5616">
          <p15:clr>
            <a:srgbClr val="FA7B17"/>
          </p15:clr>
        </p15:guide>
        <p15:guide id="4" pos="5904">
          <p15:clr>
            <a:srgbClr val="FA7B17"/>
          </p15:clr>
        </p15:guide>
        <p15:guide id="5" pos="7436">
          <p15:clr>
            <a:srgbClr val="FA7B17"/>
          </p15:clr>
        </p15:guide>
        <p15:guide id="6" pos="7728">
          <p15:clr>
            <a:srgbClr val="FA7B17"/>
          </p15:clr>
        </p15:guide>
        <p15:guide id="7" pos="9256">
          <p15:clr>
            <a:srgbClr val="FA7B17"/>
          </p15:clr>
        </p15:guide>
        <p15:guide id="8" pos="9552">
          <p15:clr>
            <a:srgbClr val="FA7B17"/>
          </p15:clr>
        </p15:guide>
        <p15:guide id="9" pos="11071">
          <p15:clr>
            <a:srgbClr val="FA7B17"/>
          </p15:clr>
        </p15:guide>
        <p15:guide id="10" orient="horz" pos="449">
          <p15:clr>
            <a:srgbClr val="FA7B17"/>
          </p15:clr>
        </p15:guide>
        <p15:guide id="11" orient="horz" pos="6031">
          <p15:clr>
            <a:srgbClr val="FA7B17"/>
          </p15:clr>
        </p15:guide>
        <p15:guide id="12" pos="2264">
          <p15:clr>
            <a:srgbClr val="FA7B17"/>
          </p15:clr>
        </p15:guide>
        <p15:guide id="13" pos="3792">
          <p15:clr>
            <a:srgbClr val="FA7B17"/>
          </p15:clr>
        </p15:guide>
        <p15:guide id="14" pos="4084">
          <p15:clr>
            <a:srgbClr val="FA7B17"/>
          </p15:clr>
        </p15:guide>
        <p15:guide id="15" orient="horz" pos="908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E395E-34A2-AA4D-9868-153B79C4F40E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888C7-909F-294F-8D58-CCD5DCAC4E9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426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: Left - headline + 1 paragraph + Image">
  <p:cSld name="Content: Left - headline + 1 paragraph + Image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6"/>
          <p:cNvSpPr txBox="1">
            <a:spLocks noGrp="1"/>
          </p:cNvSpPr>
          <p:nvPr>
            <p:ph type="title"/>
          </p:nvPr>
        </p:nvSpPr>
        <p:spPr>
          <a:xfrm>
            <a:off x="448963" y="1389888"/>
            <a:ext cx="3668700" cy="856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2400"/>
              <a:buFont typeface="Google Sans Medium"/>
              <a:buNone/>
              <a:defRPr sz="2400" b="0">
                <a:solidFill>
                  <a:srgbClr val="202124"/>
                </a:solidFill>
                <a:latin typeface="Google Sans Medium"/>
                <a:ea typeface="Google Sans Medium"/>
                <a:cs typeface="Google Sans Medium"/>
                <a:sym typeface="Google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6"/>
          <p:cNvSpPr txBox="1">
            <a:spLocks noGrp="1"/>
          </p:cNvSpPr>
          <p:nvPr>
            <p:ph type="subTitle" idx="1"/>
          </p:nvPr>
        </p:nvSpPr>
        <p:spPr>
          <a:xfrm>
            <a:off x="448962" y="2404875"/>
            <a:ext cx="3668700" cy="1267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000"/>
              <a:buNone/>
              <a:defRPr sz="1000">
                <a:solidFill>
                  <a:srgbClr val="20212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None/>
              <a:defRPr>
                <a:solidFill>
                  <a:srgbClr val="20212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None/>
              <a:defRPr>
                <a:solidFill>
                  <a:srgbClr val="20212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None/>
              <a:defRPr>
                <a:solidFill>
                  <a:srgbClr val="20212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None/>
              <a:defRPr>
                <a:solidFill>
                  <a:srgbClr val="20212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None/>
              <a:defRPr>
                <a:solidFill>
                  <a:srgbClr val="20212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None/>
              <a:defRPr>
                <a:solidFill>
                  <a:srgbClr val="20212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None/>
              <a:defRPr>
                <a:solidFill>
                  <a:srgbClr val="20212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02124"/>
              </a:buClr>
              <a:buSzPts val="1400"/>
              <a:buNone/>
              <a:defRPr>
                <a:solidFill>
                  <a:srgbClr val="202124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36"/>
          <p:cNvSpPr>
            <a:spLocks noGrp="1"/>
          </p:cNvSpPr>
          <p:nvPr>
            <p:ph type="pic" idx="2"/>
          </p:nvPr>
        </p:nvSpPr>
        <p:spPr>
          <a:xfrm>
            <a:off x="4574450" y="357588"/>
            <a:ext cx="4215300" cy="4442700"/>
          </a:xfrm>
          <a:prstGeom prst="roundRect">
            <a:avLst>
              <a:gd name="adj" fmla="val 3632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92414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ge with text only">
  <p:cSld name="1_Page with text only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Shape 183"/>
          <p:cNvSpPr txBox="1">
            <a:spLocks noGrp="1"/>
          </p:cNvSpPr>
          <p:nvPr>
            <p:ph type="body" idx="1"/>
          </p:nvPr>
        </p:nvSpPr>
        <p:spPr>
          <a:xfrm>
            <a:off x="410150" y="1242646"/>
            <a:ext cx="8405700" cy="3510224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>
            <a:lvl1pPr marL="342900" lvl="0" indent="-257175" rtl="0">
              <a:spcBef>
                <a:spcPts val="0"/>
              </a:spcBef>
              <a:spcAft>
                <a:spcPts val="0"/>
              </a:spcAft>
              <a:buClrTx/>
              <a:buSzPts val="1800"/>
              <a:buChar char="•"/>
              <a:defRPr>
                <a:solidFill>
                  <a:schemeClr val="tx2"/>
                </a:solidFill>
              </a:defRPr>
            </a:lvl1pPr>
            <a:lvl2pPr marL="685800" lvl="1" indent="-238125" rtl="0">
              <a:spcBef>
                <a:spcPts val="0"/>
              </a:spcBef>
              <a:spcAft>
                <a:spcPts val="0"/>
              </a:spcAft>
              <a:buClr>
                <a:srgbClr val="B45F06"/>
              </a:buClr>
              <a:buSzPts val="1400"/>
              <a:buChar char="–"/>
              <a:defRPr>
                <a:solidFill>
                  <a:srgbClr val="D9D9D9"/>
                </a:solidFill>
              </a:defRPr>
            </a:lvl2pPr>
            <a:lvl3pPr marL="1028700" lvl="2" indent="-238125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400"/>
              <a:buChar char="○"/>
              <a:defRPr>
                <a:solidFill>
                  <a:srgbClr val="D9D9D9"/>
                </a:solidFill>
              </a:defRPr>
            </a:lvl3pPr>
            <a:lvl4pPr marL="1371600" lvl="3" indent="-228600" rtl="0">
              <a:spcBef>
                <a:spcPts val="0"/>
              </a:spcBef>
              <a:spcAft>
                <a:spcPts val="0"/>
              </a:spcAft>
              <a:buSzPts val="1200"/>
              <a:buChar char="–"/>
              <a:defRPr/>
            </a:lvl4pPr>
            <a:lvl5pPr marL="1714500" lvl="4" indent="-219075" rtl="0">
              <a:spcBef>
                <a:spcPts val="0"/>
              </a:spcBef>
              <a:spcAft>
                <a:spcPts val="0"/>
              </a:spcAft>
              <a:buSzPts val="1000"/>
              <a:buChar char="»"/>
              <a:defRPr/>
            </a:lvl5pPr>
            <a:lvl6pPr marL="2057400" lvl="5" indent="-228600" rtl="0">
              <a:spcBef>
                <a:spcPts val="0"/>
              </a:spcBef>
              <a:spcAft>
                <a:spcPts val="0"/>
              </a:spcAft>
              <a:buSzPts val="1200"/>
              <a:buChar char="•"/>
              <a:defRPr/>
            </a:lvl6pPr>
            <a:lvl7pPr marL="2400300" lvl="6" indent="-238125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/>
            </a:lvl7pPr>
            <a:lvl8pPr marL="2743200" lvl="7" indent="-247650" rtl="0">
              <a:spcBef>
                <a:spcPts val="0"/>
              </a:spcBef>
              <a:spcAft>
                <a:spcPts val="0"/>
              </a:spcAft>
              <a:buSzPts val="1600"/>
              <a:buChar char="•"/>
              <a:defRPr/>
            </a:lvl8pPr>
            <a:lvl9pPr marL="3086100" lvl="8" indent="-257175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184" name="Shape 184"/>
          <p:cNvSpPr txBox="1">
            <a:spLocks noGrp="1"/>
          </p:cNvSpPr>
          <p:nvPr>
            <p:ph type="title"/>
          </p:nvPr>
        </p:nvSpPr>
        <p:spPr>
          <a:xfrm>
            <a:off x="87900" y="390630"/>
            <a:ext cx="8968200" cy="429300"/>
          </a:xfrm>
          <a:prstGeom prst="rect">
            <a:avLst/>
          </a:prstGeom>
          <a:noFill/>
          <a:ln>
            <a:noFill/>
          </a:ln>
        </p:spPr>
        <p:txBody>
          <a:bodyPr spcFirstLastPara="1" lIns="91425" tIns="91425" rIns="91425" bIns="91425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000"/>
              <a:buNone/>
              <a:defRPr sz="2250">
                <a:solidFill>
                  <a:schemeClr val="tx2"/>
                </a:solidFill>
                <a:latin typeface="Lato" panose="020B0604020202020204" charset="0"/>
                <a:ea typeface="Roboto Condensed"/>
                <a:cs typeface="Lato" panose="020B0604020202020204" charset="0"/>
                <a:sym typeface="Roboto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226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739" r:id="rId13"/>
    <p:sldLayoutId id="2147483742" r:id="rId14"/>
    <p:sldLayoutId id="2147483744" r:id="rId15"/>
    <p:sldLayoutId id="2147483754" r:id="rId16"/>
    <p:sldLayoutId id="2147483760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7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6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58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9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6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58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9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6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58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31" Type="http://schemas.openxmlformats.org/officeDocument/2006/relationships/image" Target="../media/image55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6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9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6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32" Type="http://schemas.openxmlformats.org/officeDocument/2006/relationships/image" Target="../media/image55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58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31" Type="http://schemas.openxmlformats.org/officeDocument/2006/relationships/image" Target="../media/image6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61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9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6.png"/><Relationship Id="rId33" Type="http://schemas.openxmlformats.org/officeDocument/2006/relationships/image" Target="../media/image55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32" Type="http://schemas.openxmlformats.org/officeDocument/2006/relationships/image" Target="../media/image63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58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31" Type="http://schemas.openxmlformats.org/officeDocument/2006/relationships/image" Target="../media/image6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61.png"/><Relationship Id="rId8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3" Type="http://schemas.openxmlformats.org/officeDocument/2006/relationships/image" Target="../media/image65.png"/><Relationship Id="rId21" Type="http://schemas.openxmlformats.org/officeDocument/2006/relationships/image" Target="../media/image83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image" Target="../media/image64.png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26" Type="http://schemas.openxmlformats.org/officeDocument/2006/relationships/image" Target="../media/image88.png"/><Relationship Id="rId3" Type="http://schemas.openxmlformats.org/officeDocument/2006/relationships/image" Target="../media/image65.png"/><Relationship Id="rId21" Type="http://schemas.openxmlformats.org/officeDocument/2006/relationships/image" Target="../media/image83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5" Type="http://schemas.openxmlformats.org/officeDocument/2006/relationships/image" Target="../media/image87.png"/><Relationship Id="rId2" Type="http://schemas.openxmlformats.org/officeDocument/2006/relationships/image" Target="../media/image64.png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24" Type="http://schemas.openxmlformats.org/officeDocument/2006/relationships/image" Target="../media/image86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23" Type="http://schemas.openxmlformats.org/officeDocument/2006/relationships/image" Target="../media/image85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Relationship Id="rId22" Type="http://schemas.openxmlformats.org/officeDocument/2006/relationships/image" Target="../media/image84.png"/><Relationship Id="rId27" Type="http://schemas.openxmlformats.org/officeDocument/2006/relationships/image" Target="../media/image89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26" Type="http://schemas.openxmlformats.org/officeDocument/2006/relationships/image" Target="../media/image88.png"/><Relationship Id="rId3" Type="http://schemas.openxmlformats.org/officeDocument/2006/relationships/image" Target="../media/image65.png"/><Relationship Id="rId21" Type="http://schemas.openxmlformats.org/officeDocument/2006/relationships/image" Target="../media/image83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5" Type="http://schemas.openxmlformats.org/officeDocument/2006/relationships/image" Target="../media/image87.png"/><Relationship Id="rId33" Type="http://schemas.openxmlformats.org/officeDocument/2006/relationships/image" Target="../media/image95.png"/><Relationship Id="rId2" Type="http://schemas.openxmlformats.org/officeDocument/2006/relationships/image" Target="../media/image64.png"/><Relationship Id="rId16" Type="http://schemas.openxmlformats.org/officeDocument/2006/relationships/image" Target="../media/image78.png"/><Relationship Id="rId20" Type="http://schemas.openxmlformats.org/officeDocument/2006/relationships/image" Target="../media/image82.png"/><Relationship Id="rId29" Type="http://schemas.openxmlformats.org/officeDocument/2006/relationships/image" Target="../media/image91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24" Type="http://schemas.openxmlformats.org/officeDocument/2006/relationships/image" Target="../media/image86.png"/><Relationship Id="rId32" Type="http://schemas.openxmlformats.org/officeDocument/2006/relationships/image" Target="../media/image94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23" Type="http://schemas.openxmlformats.org/officeDocument/2006/relationships/image" Target="../media/image85.png"/><Relationship Id="rId28" Type="http://schemas.openxmlformats.org/officeDocument/2006/relationships/image" Target="../media/image90.png"/><Relationship Id="rId10" Type="http://schemas.openxmlformats.org/officeDocument/2006/relationships/image" Target="../media/image72.png"/><Relationship Id="rId19" Type="http://schemas.openxmlformats.org/officeDocument/2006/relationships/image" Target="../media/image81.png"/><Relationship Id="rId31" Type="http://schemas.openxmlformats.org/officeDocument/2006/relationships/image" Target="../media/image93.png"/><Relationship Id="rId4" Type="http://schemas.openxmlformats.org/officeDocument/2006/relationships/image" Target="../media/image66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Relationship Id="rId22" Type="http://schemas.openxmlformats.org/officeDocument/2006/relationships/image" Target="../media/image84.png"/><Relationship Id="rId27" Type="http://schemas.openxmlformats.org/officeDocument/2006/relationships/image" Target="../media/image89.png"/><Relationship Id="rId30" Type="http://schemas.openxmlformats.org/officeDocument/2006/relationships/image" Target="../media/image92.png"/><Relationship Id="rId8" Type="http://schemas.openxmlformats.org/officeDocument/2006/relationships/image" Target="../media/image7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10" Type="http://schemas.openxmlformats.org/officeDocument/2006/relationships/image" Target="../media/image113.png"/><Relationship Id="rId4" Type="http://schemas.openxmlformats.org/officeDocument/2006/relationships/image" Target="../media/image107.png"/><Relationship Id="rId9" Type="http://schemas.openxmlformats.org/officeDocument/2006/relationships/image" Target="../media/image11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g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12" Type="http://schemas.openxmlformats.org/officeDocument/2006/relationships/image" Target="../media/image121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29.png"/><Relationship Id="rId11" Type="http://schemas.openxmlformats.org/officeDocument/2006/relationships/image" Target="../media/image122.png"/><Relationship Id="rId5" Type="http://schemas.openxmlformats.org/officeDocument/2006/relationships/image" Target="../media/image128.png"/><Relationship Id="rId10" Type="http://schemas.openxmlformats.org/officeDocument/2006/relationships/image" Target="../media/image133.png"/><Relationship Id="rId4" Type="http://schemas.openxmlformats.org/officeDocument/2006/relationships/image" Target="../media/image127.png"/><Relationship Id="rId9" Type="http://schemas.openxmlformats.org/officeDocument/2006/relationships/image" Target="../media/image132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image" Target="../media/image127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12" Type="http://schemas.openxmlformats.org/officeDocument/2006/relationships/image" Target="../media/image134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2.png"/><Relationship Id="rId11" Type="http://schemas.openxmlformats.org/officeDocument/2006/relationships/image" Target="../media/image126.png"/><Relationship Id="rId5" Type="http://schemas.openxmlformats.org/officeDocument/2006/relationships/image" Target="../media/image131.png"/><Relationship Id="rId10" Type="http://schemas.openxmlformats.org/officeDocument/2006/relationships/image" Target="../media/image125.png"/><Relationship Id="rId4" Type="http://schemas.openxmlformats.org/officeDocument/2006/relationships/image" Target="../media/image130.png"/><Relationship Id="rId9" Type="http://schemas.openxmlformats.org/officeDocument/2006/relationships/image" Target="../media/image121.png"/><Relationship Id="rId14" Type="http://schemas.openxmlformats.org/officeDocument/2006/relationships/image" Target="../media/image135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12" Type="http://schemas.openxmlformats.org/officeDocument/2006/relationships/image" Target="../media/image135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2.png"/><Relationship Id="rId11" Type="http://schemas.openxmlformats.org/officeDocument/2006/relationships/image" Target="../media/image134.png"/><Relationship Id="rId5" Type="http://schemas.openxmlformats.org/officeDocument/2006/relationships/image" Target="../media/image131.png"/><Relationship Id="rId10" Type="http://schemas.openxmlformats.org/officeDocument/2006/relationships/image" Target="../media/image125.png"/><Relationship Id="rId4" Type="http://schemas.openxmlformats.org/officeDocument/2006/relationships/image" Target="../media/image130.png"/><Relationship Id="rId9" Type="http://schemas.openxmlformats.org/officeDocument/2006/relationships/image" Target="../media/image12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4.png"/><Relationship Id="rId3" Type="http://schemas.openxmlformats.org/officeDocument/2006/relationships/image" Target="../media/image129.png"/><Relationship Id="rId7" Type="http://schemas.openxmlformats.org/officeDocument/2006/relationships/image" Target="../media/image121.png"/><Relationship Id="rId12" Type="http://schemas.openxmlformats.org/officeDocument/2006/relationships/image" Target="../media/image135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2.png"/><Relationship Id="rId11" Type="http://schemas.openxmlformats.org/officeDocument/2006/relationships/image" Target="../media/image125.png"/><Relationship Id="rId5" Type="http://schemas.openxmlformats.org/officeDocument/2006/relationships/image" Target="../media/image136.png"/><Relationship Id="rId10" Type="http://schemas.openxmlformats.org/officeDocument/2006/relationships/image" Target="../media/image122.png"/><Relationship Id="rId4" Type="http://schemas.openxmlformats.org/officeDocument/2006/relationships/image" Target="../media/image130.png"/><Relationship Id="rId9" Type="http://schemas.openxmlformats.org/officeDocument/2006/relationships/image" Target="../media/image13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4.png"/><Relationship Id="rId3" Type="http://schemas.openxmlformats.org/officeDocument/2006/relationships/image" Target="../media/image129.png"/><Relationship Id="rId7" Type="http://schemas.openxmlformats.org/officeDocument/2006/relationships/image" Target="../media/image121.png"/><Relationship Id="rId12" Type="http://schemas.openxmlformats.org/officeDocument/2006/relationships/image" Target="../media/image135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2.png"/><Relationship Id="rId11" Type="http://schemas.openxmlformats.org/officeDocument/2006/relationships/image" Target="../media/image125.png"/><Relationship Id="rId5" Type="http://schemas.openxmlformats.org/officeDocument/2006/relationships/image" Target="../media/image136.png"/><Relationship Id="rId10" Type="http://schemas.openxmlformats.org/officeDocument/2006/relationships/image" Target="../media/image122.png"/><Relationship Id="rId4" Type="http://schemas.openxmlformats.org/officeDocument/2006/relationships/image" Target="../media/image130.png"/><Relationship Id="rId9" Type="http://schemas.openxmlformats.org/officeDocument/2006/relationships/image" Target="../media/image131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9.png"/><Relationship Id="rId3" Type="http://schemas.openxmlformats.org/officeDocument/2006/relationships/image" Target="../media/image129.png"/><Relationship Id="rId7" Type="http://schemas.openxmlformats.org/officeDocument/2006/relationships/image" Target="../media/image121.png"/><Relationship Id="rId12" Type="http://schemas.openxmlformats.org/officeDocument/2006/relationships/image" Target="../media/image138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6.png"/><Relationship Id="rId10" Type="http://schemas.openxmlformats.org/officeDocument/2006/relationships/image" Target="../media/image122.png"/><Relationship Id="rId4" Type="http://schemas.openxmlformats.org/officeDocument/2006/relationships/image" Target="../media/image130.png"/><Relationship Id="rId9" Type="http://schemas.openxmlformats.org/officeDocument/2006/relationships/image" Target="../media/image131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13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49.png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8.png"/><Relationship Id="rId11" Type="http://schemas.openxmlformats.org/officeDocument/2006/relationships/image" Target="../media/image153.jpeg"/><Relationship Id="rId5" Type="http://schemas.openxmlformats.org/officeDocument/2006/relationships/image" Target="../media/image147.png"/><Relationship Id="rId10" Type="http://schemas.openxmlformats.org/officeDocument/2006/relationships/image" Target="../media/image152.png"/><Relationship Id="rId4" Type="http://schemas.openxmlformats.org/officeDocument/2006/relationships/image" Target="../media/image146.png"/><Relationship Id="rId9" Type="http://schemas.openxmlformats.org/officeDocument/2006/relationships/image" Target="../media/image15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15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31" y="-4758"/>
            <a:ext cx="9152461" cy="5148259"/>
          </a:xfrm>
          <a:prstGeom prst="rect">
            <a:avLst/>
          </a:prstGeom>
        </p:spPr>
      </p:pic>
      <p:pic>
        <p:nvPicPr>
          <p:cNvPr id="4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8291" y="1017339"/>
            <a:ext cx="1807418" cy="486196"/>
          </a:xfrm>
          <a:prstGeom prst="rect">
            <a:avLst/>
          </a:prstGeom>
        </p:spPr>
      </p:pic>
      <p:pic>
        <p:nvPicPr>
          <p:cNvPr id="2" name="Picture 1" descr="fiap_elemento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" y="0"/>
            <a:ext cx="9135541" cy="513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457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21" y="1071422"/>
            <a:ext cx="2044892" cy="23972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12914" y="2960191"/>
            <a:ext cx="50274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200" dirty="0"/>
              <a:t>Os modelos mudam. As ferramentas evoluem. Mas quem entende </a:t>
            </a:r>
            <a:r>
              <a:rPr lang="pt-BR" sz="1200" dirty="0" err="1"/>
              <a:t>Machine</a:t>
            </a:r>
            <a:r>
              <a:rPr lang="pt-BR" sz="1200" dirty="0"/>
              <a:t> Learning domina a base que sustenta toda a revolução da IA moderna. Hoje começamos a construir esse fundamento.</a:t>
            </a:r>
            <a:endParaRPr lang="pt-BR" sz="1200" dirty="0">
              <a:solidFill>
                <a:srgbClr val="626E73"/>
              </a:solidFill>
              <a:latin typeface="Gotham HTF Book"/>
              <a:cs typeface="Gotham HTF Book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8080233" y="167479"/>
            <a:ext cx="883852" cy="138853"/>
            <a:chOff x="7919542" y="328894"/>
            <a:chExt cx="957000" cy="150345"/>
          </a:xfrm>
        </p:grpSpPr>
        <p:pic>
          <p:nvPicPr>
            <p:cNvPr id="9" name="Imagem 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11" name="Picture 10" descr="mba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sp>
        <p:nvSpPr>
          <p:cNvPr id="2" name="TextBox 6">
            <a:extLst>
              <a:ext uri="{FF2B5EF4-FFF2-40B4-BE49-F238E27FC236}">
                <a16:creationId xmlns:a16="http://schemas.microsoft.com/office/drawing/2014/main" id="{2949F71B-DC9D-B9CF-612F-C2AE5946F244}"/>
              </a:ext>
            </a:extLst>
          </p:cNvPr>
          <p:cNvSpPr txBox="1"/>
          <p:nvPr/>
        </p:nvSpPr>
        <p:spPr>
          <a:xfrm>
            <a:off x="3001618" y="4705526"/>
            <a:ext cx="61381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626E73"/>
                </a:solidFill>
                <a:latin typeface="Gotham HTF Light"/>
                <a:cs typeface="Gotham HTF Light"/>
              </a:rPr>
              <a:t>MBA </a:t>
            </a:r>
            <a:r>
              <a:rPr lang="en-US" dirty="0" err="1">
                <a:solidFill>
                  <a:srgbClr val="626E73"/>
                </a:solidFill>
                <a:latin typeface="Gotham HTF Light"/>
                <a:cs typeface="Gotham HTF Light"/>
              </a:rPr>
              <a:t>em</a:t>
            </a:r>
            <a:r>
              <a:rPr lang="en-US" dirty="0">
                <a:solidFill>
                  <a:srgbClr val="626E73"/>
                </a:solidFill>
                <a:latin typeface="Gotham HTF Light"/>
                <a:cs typeface="Gotham HTF Light"/>
              </a:rPr>
              <a:t> AI Engineering &amp; </a:t>
            </a:r>
            <a:r>
              <a:rPr lang="en-US" dirty="0">
                <a:solidFill>
                  <a:srgbClr val="EB005A"/>
                </a:solidFill>
                <a:latin typeface="Gotham HTF Light"/>
                <a:cs typeface="Gotham HTF Light"/>
              </a:rPr>
              <a:t>Multi Agents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E06D11F0-25CA-DB4B-2B5E-8D638408DA8B}"/>
              </a:ext>
            </a:extLst>
          </p:cNvPr>
          <p:cNvSpPr txBox="1"/>
          <p:nvPr/>
        </p:nvSpPr>
        <p:spPr>
          <a:xfrm>
            <a:off x="4230" y="2190750"/>
            <a:ext cx="9135541" cy="630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97" dirty="0">
                <a:solidFill>
                  <a:srgbClr val="626E73"/>
                </a:solidFill>
                <a:latin typeface="Gotham HTF Light"/>
                <a:cs typeface="Gotham HTF Light"/>
              </a:rPr>
              <a:t>Machine Learning Foundations &amp; </a:t>
            </a:r>
            <a:r>
              <a:rPr lang="en-US" sz="3497" dirty="0">
                <a:solidFill>
                  <a:srgbClr val="EB005A"/>
                </a:solidFill>
                <a:latin typeface="Gotham HTF Light"/>
                <a:cs typeface="Gotham HTF Light"/>
              </a:rPr>
              <a:t>Classic Models</a:t>
            </a:r>
          </a:p>
        </p:txBody>
      </p:sp>
    </p:spTree>
    <p:extLst>
      <p:ext uri="{BB962C8B-B14F-4D97-AF65-F5344CB8AC3E}">
        <p14:creationId xmlns:p14="http://schemas.microsoft.com/office/powerpoint/2010/main" val="2994710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1"/>
          <p:cNvSpPr txBox="1"/>
          <p:nvPr/>
        </p:nvSpPr>
        <p:spPr>
          <a:xfrm>
            <a:off x="455486" y="909762"/>
            <a:ext cx="6024871" cy="2919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pt-BR" sz="3200" dirty="0">
                <a:solidFill>
                  <a:schemeClr val="tx1"/>
                </a:solidFill>
              </a:rPr>
              <a:t>Fundamentos em Machine Learning e Métricas de Avaliação</a:t>
            </a:r>
            <a:r>
              <a:rPr lang="pt-BR" sz="3200" dirty="0"/>
              <a:t>, </a:t>
            </a:r>
            <a:r>
              <a:rPr lang="pt-BR" sz="3200" dirty="0">
                <a:solidFill>
                  <a:srgbClr val="EB005A"/>
                </a:solidFill>
              </a:rPr>
              <a:t>Modelos Clássicos e Séries Temporais</a:t>
            </a:r>
            <a:r>
              <a:rPr lang="pt-BR" sz="3200" dirty="0"/>
              <a:t>, </a:t>
            </a:r>
            <a:r>
              <a:rPr lang="pt-BR" sz="3200" dirty="0" err="1"/>
              <a:t>Reinforcement</a:t>
            </a:r>
            <a:r>
              <a:rPr lang="pt-BR" sz="3200" dirty="0"/>
              <a:t> Learning, Redes Neurais, </a:t>
            </a:r>
            <a:r>
              <a:rPr lang="pt-BR" sz="3200" dirty="0" err="1"/>
              <a:t>Backpropagation</a:t>
            </a:r>
            <a:r>
              <a:rPr lang="pt-BR" sz="3200" dirty="0"/>
              <a:t> e Casos Práticos.</a:t>
            </a:r>
            <a:endParaRPr sz="32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" name="Google Shape;228;p40">
            <a:extLst>
              <a:ext uri="{FF2B5EF4-FFF2-40B4-BE49-F238E27FC236}">
                <a16:creationId xmlns:a16="http://schemas.microsoft.com/office/drawing/2014/main" id="{9F91AE7F-85D0-6949-B29E-22352A910D75}"/>
              </a:ext>
            </a:extLst>
          </p:cNvPr>
          <p:cNvSpPr/>
          <p:nvPr/>
        </p:nvSpPr>
        <p:spPr>
          <a:xfrm>
            <a:off x="455486" y="4429955"/>
            <a:ext cx="1748731" cy="354871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37023" tIns="91340" rIns="137023" bIns="91340" anchor="ctr" anchorCtr="0">
            <a:noAutofit/>
          </a:bodyPr>
          <a:lstStyle/>
          <a:p>
            <a:pPr algn="ctr"/>
            <a:r>
              <a:rPr lang="en" sz="1149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AI / ML / </a:t>
            </a:r>
            <a:r>
              <a:rPr lang="en" sz="1149" err="1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GenAI</a:t>
            </a:r>
            <a:endParaRPr sz="1149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28DAE6A-937E-A48E-C33D-BA042144AF7A}"/>
              </a:ext>
            </a:extLst>
          </p:cNvPr>
          <p:cNvSpPr txBox="1"/>
          <p:nvPr/>
        </p:nvSpPr>
        <p:spPr>
          <a:xfrm>
            <a:off x="4028351" y="4363308"/>
            <a:ext cx="2545135" cy="3994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998"/>
              <a:t>Ahirton Lopes, PhD. 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E0F8512C-2BAF-43B4-C8A7-BF1BC865D4EF}"/>
              </a:ext>
            </a:extLst>
          </p:cNvPr>
          <p:cNvGrpSpPr/>
          <p:nvPr/>
        </p:nvGrpSpPr>
        <p:grpSpPr>
          <a:xfrm>
            <a:off x="8080233" y="167479"/>
            <a:ext cx="883852" cy="138853"/>
            <a:chOff x="7919542" y="328894"/>
            <a:chExt cx="957000" cy="150345"/>
          </a:xfrm>
        </p:grpSpPr>
        <p:pic>
          <p:nvPicPr>
            <p:cNvPr id="5" name="Imagem 1">
              <a:extLst>
                <a:ext uri="{FF2B5EF4-FFF2-40B4-BE49-F238E27FC236}">
                  <a16:creationId xmlns:a16="http://schemas.microsoft.com/office/drawing/2014/main" id="{D8C3524A-DD58-0A91-514D-71495A7F76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7" name="Picture 10" descr="mba.png">
              <a:extLst>
                <a:ext uri="{FF2B5EF4-FFF2-40B4-BE49-F238E27FC236}">
                  <a16:creationId xmlns:a16="http://schemas.microsoft.com/office/drawing/2014/main" id="{C9C2862A-8483-8564-CF94-F37D30AA2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24178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9"/>
          <p:cNvSpPr txBox="1"/>
          <p:nvPr/>
        </p:nvSpPr>
        <p:spPr>
          <a:xfrm>
            <a:off x="390797" y="749770"/>
            <a:ext cx="36687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Google Sans Medium"/>
                <a:ea typeface="Google Sans Medium"/>
                <a:cs typeface="Google Sans Medium"/>
                <a:sym typeface="Google Sans Medium"/>
              </a:rPr>
              <a:t>Ahirton Lopes, </a:t>
            </a:r>
            <a:r>
              <a:rPr lang="en" sz="1700">
                <a:latin typeface="Google Sans"/>
                <a:ea typeface="Google Sans"/>
                <a:cs typeface="Google Sans"/>
                <a:sym typeface="Google Sans"/>
              </a:rPr>
              <a:t>Eng., MSc., PhD.</a:t>
            </a:r>
            <a:endParaRPr sz="17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4" name="Google Shape;214;p49"/>
          <p:cNvSpPr txBox="1"/>
          <p:nvPr/>
        </p:nvSpPr>
        <p:spPr>
          <a:xfrm>
            <a:off x="650000" y="1212350"/>
            <a:ext cx="3722700" cy="17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Data &amp; AI Senior Manager</a:t>
            </a:r>
            <a:r>
              <a:rPr lang="en" sz="900" dirty="0">
                <a:latin typeface="Google Sans"/>
                <a:ea typeface="Google Sans"/>
                <a:cs typeface="Google Sans"/>
                <a:sym typeface="Google Sans"/>
              </a:rPr>
              <a:t>,</a:t>
            </a:r>
            <a:r>
              <a:rPr lang="en" sz="1000" dirty="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" sz="1000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Accenture</a:t>
            </a:r>
            <a:endParaRPr sz="1000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Professor de MBA e Corporate</a:t>
            </a:r>
            <a:r>
              <a:rPr lang="en" sz="1000" dirty="0">
                <a:latin typeface="Google Sans"/>
                <a:ea typeface="Google Sans"/>
                <a:cs typeface="Google Sans"/>
                <a:sym typeface="Google Sans"/>
              </a:rPr>
              <a:t>, </a:t>
            </a:r>
            <a:r>
              <a:rPr lang="en" sz="1000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FIAP + </a:t>
            </a:r>
            <a:r>
              <a:rPr lang="en" sz="1000" dirty="0" err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Alura</a:t>
            </a:r>
            <a:endParaRPr sz="1000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dirty="0">
                <a:latin typeface="Google Sans Medium"/>
                <a:ea typeface="Google Sans Medium"/>
                <a:cs typeface="Google Sans Medium"/>
                <a:sym typeface="Google Sans Medium"/>
              </a:rPr>
              <a:t>3</a:t>
            </a:r>
            <a:r>
              <a:rPr lang="en" sz="1200" dirty="0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x Google Developer Expert</a:t>
            </a:r>
            <a:r>
              <a:rPr lang="en" sz="900" dirty="0">
                <a:latin typeface="Google Sans"/>
                <a:ea typeface="Google Sans"/>
                <a:cs typeface="Google Sans"/>
                <a:sym typeface="Google Sans"/>
              </a:rPr>
              <a:t>, </a:t>
            </a:r>
            <a:r>
              <a:rPr lang="en" sz="1000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AI</a:t>
            </a:r>
            <a:endParaRPr sz="1000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dirty="0">
                <a:latin typeface="Google Sans Medium"/>
                <a:ea typeface="Google Sans Medium"/>
                <a:cs typeface="Google Sans Medium"/>
                <a:sym typeface="Google Sans Medium"/>
              </a:rPr>
              <a:t>7</a:t>
            </a:r>
            <a:r>
              <a:rPr lang="en" sz="1200" dirty="0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x Most Valuable Professional</a:t>
            </a:r>
            <a:r>
              <a:rPr lang="en" sz="1200" dirty="0">
                <a:latin typeface="Google Sans Medium"/>
                <a:ea typeface="Google Sans Medium"/>
                <a:cs typeface="Google Sans Medium"/>
                <a:sym typeface="Google Sans Medium"/>
              </a:rPr>
              <a:t>,</a:t>
            </a:r>
            <a:r>
              <a:rPr lang="en" sz="1300" dirty="0"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r>
              <a:rPr lang="en" sz="1000" dirty="0">
                <a:latin typeface="Google Sans"/>
                <a:ea typeface="Google Sans Medium"/>
                <a:cs typeface="Google Sans"/>
                <a:sym typeface="Google Sans"/>
              </a:rPr>
              <a:t>Microsoft</a:t>
            </a:r>
            <a:r>
              <a:rPr lang="en" sz="1000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Foundry @ Microsoft</a:t>
            </a:r>
            <a:endParaRPr sz="1000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LinkedIn Top Voice, Google Developers Advisory Board (</a:t>
            </a:r>
            <a:r>
              <a:rPr lang="en" sz="1200" dirty="0" err="1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gDAB</a:t>
            </a:r>
            <a:r>
              <a:rPr lang="en" sz="1200" dirty="0">
                <a:solidFill>
                  <a:srgbClr val="000000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) Member</a:t>
            </a:r>
            <a:endParaRPr sz="1200" dirty="0">
              <a:solidFill>
                <a:srgbClr val="000000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000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None/>
            </a:pPr>
            <a:endParaRPr sz="1000" dirty="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15" name="Google Shape;215;p49"/>
          <p:cNvPicPr preferRelativeResize="0"/>
          <p:nvPr/>
        </p:nvPicPr>
        <p:blipFill rotWithShape="1">
          <a:blip r:embed="rId3">
            <a:alphaModFix/>
          </a:blip>
          <a:srcRect l="11582" t="4618" b="36252"/>
          <a:stretch/>
        </p:blipFill>
        <p:spPr>
          <a:xfrm>
            <a:off x="4943600" y="768575"/>
            <a:ext cx="3722700" cy="3734700"/>
          </a:xfrm>
          <a:prstGeom prst="roundRect">
            <a:avLst>
              <a:gd name="adj" fmla="val 6253"/>
            </a:avLst>
          </a:prstGeom>
          <a:noFill/>
          <a:ln>
            <a:noFill/>
          </a:ln>
        </p:spPr>
      </p:pic>
      <p:sp>
        <p:nvSpPr>
          <p:cNvPr id="216" name="Google Shape;216;p49"/>
          <p:cNvSpPr/>
          <p:nvPr/>
        </p:nvSpPr>
        <p:spPr>
          <a:xfrm>
            <a:off x="382585" y="1224334"/>
            <a:ext cx="151632" cy="15163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90" y="0"/>
                </a:moveTo>
                <a:cubicBezTo>
                  <a:pt x="4857" y="0"/>
                  <a:pt x="0" y="4841"/>
                  <a:pt x="0" y="10800"/>
                </a:cubicBezTo>
                <a:cubicBezTo>
                  <a:pt x="0" y="16759"/>
                  <a:pt x="4837" y="21600"/>
                  <a:pt x="10790" y="21600"/>
                </a:cubicBezTo>
                <a:cubicBezTo>
                  <a:pt x="16722" y="21600"/>
                  <a:pt x="21600" y="16759"/>
                  <a:pt x="21600" y="10800"/>
                </a:cubicBezTo>
                <a:cubicBezTo>
                  <a:pt x="21600" y="4841"/>
                  <a:pt x="16743" y="0"/>
                  <a:pt x="10790" y="0"/>
                </a:cubicBezTo>
                <a:close/>
                <a:moveTo>
                  <a:pt x="8640" y="16159"/>
                </a:moveTo>
                <a:lnTo>
                  <a:pt x="3224" y="10738"/>
                </a:lnTo>
                <a:lnTo>
                  <a:pt x="4733" y="9207"/>
                </a:lnTo>
                <a:lnTo>
                  <a:pt x="8640" y="13076"/>
                </a:lnTo>
                <a:lnTo>
                  <a:pt x="16867" y="4841"/>
                </a:lnTo>
                <a:lnTo>
                  <a:pt x="18376" y="6352"/>
                </a:lnTo>
                <a:lnTo>
                  <a:pt x="8640" y="16159"/>
                </a:lnTo>
                <a:close/>
              </a:path>
            </a:pathLst>
          </a:custGeom>
          <a:solidFill>
            <a:srgbClr val="20212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200"/>
              <a:buFont typeface="Google Sans"/>
              <a:buNone/>
            </a:pPr>
            <a:endParaRPr sz="2200" b="0" i="0" u="none" strike="noStrike" cap="none">
              <a:solidFill>
                <a:srgbClr val="99999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7" name="Google Shape;217;p49"/>
          <p:cNvSpPr/>
          <p:nvPr/>
        </p:nvSpPr>
        <p:spPr>
          <a:xfrm>
            <a:off x="390801" y="1546805"/>
            <a:ext cx="151632" cy="15163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90" y="0"/>
                </a:moveTo>
                <a:cubicBezTo>
                  <a:pt x="4857" y="0"/>
                  <a:pt x="0" y="4841"/>
                  <a:pt x="0" y="10800"/>
                </a:cubicBezTo>
                <a:cubicBezTo>
                  <a:pt x="0" y="16759"/>
                  <a:pt x="4837" y="21600"/>
                  <a:pt x="10790" y="21600"/>
                </a:cubicBezTo>
                <a:cubicBezTo>
                  <a:pt x="16722" y="21600"/>
                  <a:pt x="21600" y="16759"/>
                  <a:pt x="21600" y="10800"/>
                </a:cubicBezTo>
                <a:cubicBezTo>
                  <a:pt x="21600" y="4841"/>
                  <a:pt x="16743" y="0"/>
                  <a:pt x="10790" y="0"/>
                </a:cubicBezTo>
                <a:close/>
                <a:moveTo>
                  <a:pt x="8640" y="16159"/>
                </a:moveTo>
                <a:lnTo>
                  <a:pt x="3224" y="10738"/>
                </a:lnTo>
                <a:lnTo>
                  <a:pt x="4733" y="9207"/>
                </a:lnTo>
                <a:lnTo>
                  <a:pt x="8640" y="13076"/>
                </a:lnTo>
                <a:lnTo>
                  <a:pt x="16867" y="4841"/>
                </a:lnTo>
                <a:lnTo>
                  <a:pt x="18376" y="6352"/>
                </a:lnTo>
                <a:lnTo>
                  <a:pt x="8640" y="16159"/>
                </a:lnTo>
                <a:close/>
              </a:path>
            </a:pathLst>
          </a:custGeom>
          <a:solidFill>
            <a:srgbClr val="20212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200"/>
              <a:buFont typeface="Google Sans"/>
              <a:buNone/>
            </a:pPr>
            <a:endParaRPr sz="2200" b="0" i="0" u="none" strike="noStrike" cap="none">
              <a:solidFill>
                <a:srgbClr val="99999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8" name="Google Shape;218;p49"/>
          <p:cNvSpPr/>
          <p:nvPr/>
        </p:nvSpPr>
        <p:spPr>
          <a:xfrm>
            <a:off x="390801" y="1858429"/>
            <a:ext cx="151632" cy="15163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90" y="0"/>
                </a:moveTo>
                <a:cubicBezTo>
                  <a:pt x="4857" y="0"/>
                  <a:pt x="0" y="4841"/>
                  <a:pt x="0" y="10800"/>
                </a:cubicBezTo>
                <a:cubicBezTo>
                  <a:pt x="0" y="16759"/>
                  <a:pt x="4837" y="21600"/>
                  <a:pt x="10790" y="21600"/>
                </a:cubicBezTo>
                <a:cubicBezTo>
                  <a:pt x="16722" y="21600"/>
                  <a:pt x="21600" y="16759"/>
                  <a:pt x="21600" y="10800"/>
                </a:cubicBezTo>
                <a:cubicBezTo>
                  <a:pt x="21600" y="4841"/>
                  <a:pt x="16743" y="0"/>
                  <a:pt x="10790" y="0"/>
                </a:cubicBezTo>
                <a:close/>
                <a:moveTo>
                  <a:pt x="8640" y="16159"/>
                </a:moveTo>
                <a:lnTo>
                  <a:pt x="3224" y="10738"/>
                </a:lnTo>
                <a:lnTo>
                  <a:pt x="4733" y="9207"/>
                </a:lnTo>
                <a:lnTo>
                  <a:pt x="8640" y="13076"/>
                </a:lnTo>
                <a:lnTo>
                  <a:pt x="16867" y="4841"/>
                </a:lnTo>
                <a:lnTo>
                  <a:pt x="18376" y="6352"/>
                </a:lnTo>
                <a:lnTo>
                  <a:pt x="8640" y="16159"/>
                </a:lnTo>
                <a:close/>
              </a:path>
            </a:pathLst>
          </a:custGeom>
          <a:solidFill>
            <a:srgbClr val="20212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200"/>
              <a:buFont typeface="Google Sans"/>
              <a:buNone/>
            </a:pPr>
            <a:endParaRPr sz="2200" b="0" i="0" u="none" strike="noStrike" cap="none">
              <a:solidFill>
                <a:srgbClr val="99999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19" name="Google Shape;219;p49"/>
          <p:cNvSpPr/>
          <p:nvPr/>
        </p:nvSpPr>
        <p:spPr>
          <a:xfrm>
            <a:off x="390801" y="2172493"/>
            <a:ext cx="151632" cy="15163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90" y="0"/>
                </a:moveTo>
                <a:cubicBezTo>
                  <a:pt x="4857" y="0"/>
                  <a:pt x="0" y="4841"/>
                  <a:pt x="0" y="10800"/>
                </a:cubicBezTo>
                <a:cubicBezTo>
                  <a:pt x="0" y="16759"/>
                  <a:pt x="4837" y="21600"/>
                  <a:pt x="10790" y="21600"/>
                </a:cubicBezTo>
                <a:cubicBezTo>
                  <a:pt x="16722" y="21600"/>
                  <a:pt x="21600" y="16759"/>
                  <a:pt x="21600" y="10800"/>
                </a:cubicBezTo>
                <a:cubicBezTo>
                  <a:pt x="21600" y="4841"/>
                  <a:pt x="16743" y="0"/>
                  <a:pt x="10790" y="0"/>
                </a:cubicBezTo>
                <a:close/>
                <a:moveTo>
                  <a:pt x="8640" y="16159"/>
                </a:moveTo>
                <a:lnTo>
                  <a:pt x="3224" y="10738"/>
                </a:lnTo>
                <a:lnTo>
                  <a:pt x="4733" y="9207"/>
                </a:lnTo>
                <a:lnTo>
                  <a:pt x="8640" y="13076"/>
                </a:lnTo>
                <a:lnTo>
                  <a:pt x="16867" y="4841"/>
                </a:lnTo>
                <a:lnTo>
                  <a:pt x="18376" y="6352"/>
                </a:lnTo>
                <a:lnTo>
                  <a:pt x="8640" y="16159"/>
                </a:lnTo>
                <a:close/>
              </a:path>
            </a:pathLst>
          </a:custGeom>
          <a:solidFill>
            <a:srgbClr val="20212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200"/>
              <a:buFont typeface="Google Sans"/>
              <a:buNone/>
            </a:pPr>
            <a:endParaRPr sz="2200" b="0" i="0" u="none" strike="noStrike" cap="none">
              <a:solidFill>
                <a:srgbClr val="99999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0" name="Google Shape;220;p49"/>
          <p:cNvSpPr/>
          <p:nvPr/>
        </p:nvSpPr>
        <p:spPr>
          <a:xfrm>
            <a:off x="390801" y="2491409"/>
            <a:ext cx="151632" cy="151632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790" y="0"/>
                </a:moveTo>
                <a:cubicBezTo>
                  <a:pt x="4857" y="0"/>
                  <a:pt x="0" y="4841"/>
                  <a:pt x="0" y="10800"/>
                </a:cubicBezTo>
                <a:cubicBezTo>
                  <a:pt x="0" y="16759"/>
                  <a:pt x="4837" y="21600"/>
                  <a:pt x="10790" y="21600"/>
                </a:cubicBezTo>
                <a:cubicBezTo>
                  <a:pt x="16722" y="21600"/>
                  <a:pt x="21600" y="16759"/>
                  <a:pt x="21600" y="10800"/>
                </a:cubicBezTo>
                <a:cubicBezTo>
                  <a:pt x="21600" y="4841"/>
                  <a:pt x="16743" y="0"/>
                  <a:pt x="10790" y="0"/>
                </a:cubicBezTo>
                <a:close/>
                <a:moveTo>
                  <a:pt x="8640" y="16159"/>
                </a:moveTo>
                <a:lnTo>
                  <a:pt x="3224" y="10738"/>
                </a:lnTo>
                <a:lnTo>
                  <a:pt x="4733" y="9207"/>
                </a:lnTo>
                <a:lnTo>
                  <a:pt x="8640" y="13076"/>
                </a:lnTo>
                <a:lnTo>
                  <a:pt x="16867" y="4841"/>
                </a:lnTo>
                <a:lnTo>
                  <a:pt x="18376" y="6352"/>
                </a:lnTo>
                <a:lnTo>
                  <a:pt x="8640" y="16159"/>
                </a:lnTo>
                <a:close/>
              </a:path>
            </a:pathLst>
          </a:custGeom>
          <a:solidFill>
            <a:srgbClr val="20212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200"/>
              <a:buFont typeface="Google Sans"/>
              <a:buNone/>
            </a:pPr>
            <a:endParaRPr sz="2200" b="0" i="0" u="none" strike="noStrike" cap="none">
              <a:solidFill>
                <a:srgbClr val="99999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1" name="Google Shape;221;p49"/>
          <p:cNvSpPr/>
          <p:nvPr/>
        </p:nvSpPr>
        <p:spPr>
          <a:xfrm>
            <a:off x="390800" y="3099750"/>
            <a:ext cx="3668700" cy="1158600"/>
          </a:xfrm>
          <a:prstGeom prst="roundRect">
            <a:avLst>
              <a:gd name="adj" fmla="val 9344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222" name="Google Shape;222;p49"/>
          <p:cNvSpPr txBox="1"/>
          <p:nvPr/>
        </p:nvSpPr>
        <p:spPr>
          <a:xfrm>
            <a:off x="558858" y="3209700"/>
            <a:ext cx="3278100" cy="7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Doutor em Engenharia Elétrica e Computação pela Universidade Presbiteriana Mackenzie (UPM)</a:t>
            </a:r>
            <a:endParaRPr sz="110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10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Pesquisador em Machine e Deep Learning</a:t>
            </a:r>
            <a:endParaRPr sz="1100">
              <a:solidFill>
                <a:srgbClr val="202124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223" name="Google Shape;223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550" y="4023801"/>
            <a:ext cx="1512015" cy="536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38842" y="4023801"/>
            <a:ext cx="1306800" cy="537000"/>
          </a:xfrm>
          <a:prstGeom prst="roundRect">
            <a:avLst>
              <a:gd name="adj" fmla="val 9713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137AA5ED-230B-CDD2-7076-8DA78CA718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850" y="661988"/>
            <a:ext cx="3362325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4">
            <a:extLst>
              <a:ext uri="{FF2B5EF4-FFF2-40B4-BE49-F238E27FC236}">
                <a16:creationId xmlns:a16="http://schemas.microsoft.com/office/drawing/2014/main" id="{7FD65A72-C110-10EE-C1E5-80D15C4F7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316" y="2247900"/>
            <a:ext cx="2769394" cy="14728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6">
            <a:extLst>
              <a:ext uri="{FF2B5EF4-FFF2-40B4-BE49-F238E27FC236}">
                <a16:creationId xmlns:a16="http://schemas.microsoft.com/office/drawing/2014/main" id="{F6148D35-0CB2-CF60-BE18-9E7C1A086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9973" y="2139554"/>
            <a:ext cx="2059781" cy="225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8">
            <a:extLst>
              <a:ext uri="{FF2B5EF4-FFF2-40B4-BE49-F238E27FC236}">
                <a16:creationId xmlns:a16="http://schemas.microsoft.com/office/drawing/2014/main" id="{BBD0B9B7-8762-212F-4C39-B13C5A7F1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225" y="621507"/>
            <a:ext cx="3180160" cy="1431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10">
            <a:extLst>
              <a:ext uri="{FF2B5EF4-FFF2-40B4-BE49-F238E27FC236}">
                <a16:creationId xmlns:a16="http://schemas.microsoft.com/office/drawing/2014/main" id="{30E4C49D-DF35-2F3D-C5D0-D5358FC0E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287" y="3769519"/>
            <a:ext cx="2328863" cy="1253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242;p51">
            <a:extLst>
              <a:ext uri="{FF2B5EF4-FFF2-40B4-BE49-F238E27FC236}">
                <a16:creationId xmlns:a16="http://schemas.microsoft.com/office/drawing/2014/main" id="{A5B514C9-21AE-D2E7-F1A3-E5276EEC6838}"/>
              </a:ext>
            </a:extLst>
          </p:cNvPr>
          <p:cNvSpPr/>
          <p:nvPr/>
        </p:nvSpPr>
        <p:spPr>
          <a:xfrm>
            <a:off x="430850" y="417950"/>
            <a:ext cx="1526100" cy="289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Ferramentais</a:t>
            </a:r>
            <a:endParaRPr sz="1200" dirty="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92669EF-4F3D-31BE-7BB1-1BB35899F694}"/>
              </a:ext>
            </a:extLst>
          </p:cNvPr>
          <p:cNvSpPr txBox="1"/>
          <p:nvPr/>
        </p:nvSpPr>
        <p:spPr>
          <a:xfrm>
            <a:off x="7162380" y="4808147"/>
            <a:ext cx="1736362" cy="245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998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 Lopes @</a:t>
            </a:r>
            <a:r>
              <a:rPr lang="en" sz="998" dirty="0" err="1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ahirtonlopes</a:t>
            </a:r>
            <a:r>
              <a:rPr lang="en" sz="998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endParaRPr lang="pt-BR" sz="998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4;p68">
            <a:extLst>
              <a:ext uri="{FF2B5EF4-FFF2-40B4-BE49-F238E27FC236}">
                <a16:creationId xmlns:a16="http://schemas.microsoft.com/office/drawing/2014/main" id="{909DB49B-ABC1-4376-9F66-93D993B3AAA3}"/>
              </a:ext>
            </a:extLst>
          </p:cNvPr>
          <p:cNvSpPr/>
          <p:nvPr/>
        </p:nvSpPr>
        <p:spPr>
          <a:xfrm>
            <a:off x="430850" y="417950"/>
            <a:ext cx="2499900" cy="289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Seção</a:t>
            </a:r>
            <a:r>
              <a:rPr lang="en" sz="1200" dirty="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1</a:t>
            </a:r>
            <a:endParaRPr sz="1200" dirty="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" name="Google Shape;380;p69">
            <a:extLst>
              <a:ext uri="{FF2B5EF4-FFF2-40B4-BE49-F238E27FC236}">
                <a16:creationId xmlns:a16="http://schemas.microsoft.com/office/drawing/2014/main" id="{00F49FE3-95FF-2A65-3B45-6685307C6A7B}"/>
              </a:ext>
            </a:extLst>
          </p:cNvPr>
          <p:cNvSpPr txBox="1">
            <a:spLocks/>
          </p:cNvSpPr>
          <p:nvPr/>
        </p:nvSpPr>
        <p:spPr>
          <a:xfrm>
            <a:off x="432825" y="1625150"/>
            <a:ext cx="7980600" cy="17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75000"/>
              </a:lnSpc>
            </a:pPr>
            <a:r>
              <a:rPr lang="pt-BR" sz="6500" dirty="0"/>
              <a:t>Regressão Logística</a:t>
            </a:r>
          </a:p>
        </p:txBody>
      </p:sp>
      <p:sp>
        <p:nvSpPr>
          <p:cNvPr id="4" name="Google Shape;381;p69">
            <a:extLst>
              <a:ext uri="{FF2B5EF4-FFF2-40B4-BE49-F238E27FC236}">
                <a16:creationId xmlns:a16="http://schemas.microsoft.com/office/drawing/2014/main" id="{25B79E85-49E2-0D3D-D499-5908363BB64D}"/>
              </a:ext>
            </a:extLst>
          </p:cNvPr>
          <p:cNvSpPr txBox="1">
            <a:spLocks/>
          </p:cNvSpPr>
          <p:nvPr/>
        </p:nvSpPr>
        <p:spPr>
          <a:xfrm>
            <a:off x="432825" y="3510175"/>
            <a:ext cx="46242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>
                <a:latin typeface="Google Sans Mono"/>
                <a:ea typeface="Google Sans Mono"/>
                <a:cs typeface="Google Sans Mono"/>
                <a:sym typeface="Google Sans Mono"/>
              </a:rPr>
              <a:t>O que é? Do que se alimenta? Como funciona? </a:t>
            </a:r>
          </a:p>
          <a:p>
            <a:endParaRPr lang="pt-BR">
              <a:latin typeface="Google Sans Mono"/>
              <a:ea typeface="Google Sans Mono"/>
              <a:cs typeface="Google Sans Mono"/>
              <a:sym typeface="Google Sans Mono"/>
            </a:endParaRPr>
          </a:p>
          <a:p>
            <a:endParaRPr lang="pt-BR" sz="1000" dirty="0">
              <a:latin typeface="Google Sans Mono"/>
              <a:ea typeface="Google Sans Mono"/>
              <a:cs typeface="Google Sans Mono"/>
              <a:sym typeface="Google Sans Mono"/>
            </a:endParaRPr>
          </a:p>
        </p:txBody>
      </p:sp>
    </p:spTree>
    <p:extLst>
      <p:ext uri="{BB962C8B-B14F-4D97-AF65-F5344CB8AC3E}">
        <p14:creationId xmlns:p14="http://schemas.microsoft.com/office/powerpoint/2010/main" val="20775146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421C6-8BEF-7D80-096C-689E85772CB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2" name="Google Shape;374;p68">
            <a:extLst>
              <a:ext uri="{FF2B5EF4-FFF2-40B4-BE49-F238E27FC236}">
                <a16:creationId xmlns:a16="http://schemas.microsoft.com/office/drawing/2014/main" id="{E2095EB3-8A21-B0B3-5210-6461A9104B39}"/>
              </a:ext>
            </a:extLst>
          </p:cNvPr>
          <p:cNvSpPr/>
          <p:nvPr/>
        </p:nvSpPr>
        <p:spPr>
          <a:xfrm>
            <a:off x="430850" y="417950"/>
            <a:ext cx="2499900" cy="289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Classificação</a:t>
            </a:r>
            <a:r>
              <a:rPr lang="en" sz="1200" dirty="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de Dados</a:t>
            </a:r>
            <a:endParaRPr sz="1200" dirty="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F892B28-0F0C-0E4D-E085-400E1A675C25}"/>
              </a:ext>
            </a:extLst>
          </p:cNvPr>
          <p:cNvSpPr txBox="1"/>
          <p:nvPr/>
        </p:nvSpPr>
        <p:spPr>
          <a:xfrm>
            <a:off x="7164778" y="4810216"/>
            <a:ext cx="1737970" cy="245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 Lopes @</a:t>
            </a:r>
            <a:r>
              <a:rPr lang="en" sz="999" dirty="0" err="1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ahirtonlopes</a:t>
            </a:r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endParaRPr lang="pt-BR" sz="999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Content Placeholder 2">
            <a:extLst>
              <a:ext uri="{FF2B5EF4-FFF2-40B4-BE49-F238E27FC236}">
                <a16:creationId xmlns:a16="http://schemas.microsoft.com/office/drawing/2014/main" id="{30FE271F-7322-4438-36E6-B13E757F6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0182" y="1243012"/>
            <a:ext cx="6304360" cy="3509963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altLang="en-US">
                <a:solidFill>
                  <a:schemeClr val="tx1"/>
                </a:solidFill>
              </a:rPr>
              <a:t>Como classificar em arriscado ou não arriscado?</a:t>
            </a:r>
          </a:p>
        </p:txBody>
      </p:sp>
      <p:grpSp>
        <p:nvGrpSpPr>
          <p:cNvPr id="44035" name="Group 7">
            <a:extLst>
              <a:ext uri="{FF2B5EF4-FFF2-40B4-BE49-F238E27FC236}">
                <a16:creationId xmlns:a16="http://schemas.microsoft.com/office/drawing/2014/main" id="{8D684AF0-68A5-E66C-BFD0-AF7794683C11}"/>
              </a:ext>
            </a:extLst>
          </p:cNvPr>
          <p:cNvGrpSpPr>
            <a:grpSpLocks/>
          </p:cNvGrpSpPr>
          <p:nvPr/>
        </p:nvGrpSpPr>
        <p:grpSpPr bwMode="auto">
          <a:xfrm>
            <a:off x="2416738" y="1709738"/>
            <a:ext cx="4388874" cy="3340167"/>
            <a:chOff x="4048982" y="2622479"/>
            <a:chExt cx="4008413" cy="379745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9F029BA-CF5A-32BE-5AD6-50A1107B9269}"/>
                </a:ext>
              </a:extLst>
            </p:cNvPr>
            <p:cNvSpPr txBox="1"/>
            <p:nvPr/>
          </p:nvSpPr>
          <p:spPr>
            <a:xfrm rot="16200000">
              <a:off x="3599650" y="4047778"/>
              <a:ext cx="1093733" cy="195070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pt-BR" sz="788" dirty="0"/>
                <a:t>Renda</a:t>
              </a:r>
            </a:p>
          </p:txBody>
        </p:sp>
        <p:grpSp>
          <p:nvGrpSpPr>
            <p:cNvPr id="44037" name="Group 6">
              <a:extLst>
                <a:ext uri="{FF2B5EF4-FFF2-40B4-BE49-F238E27FC236}">
                  <a16:creationId xmlns:a16="http://schemas.microsoft.com/office/drawing/2014/main" id="{F44F0EF3-0805-832C-C64F-66E02C97F9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1368" y="2622479"/>
              <a:ext cx="3726027" cy="3797458"/>
              <a:chOff x="4331368" y="2622479"/>
              <a:chExt cx="3726027" cy="3797458"/>
            </a:xfrm>
          </p:grpSpPr>
          <p:pic>
            <p:nvPicPr>
              <p:cNvPr id="44038" name="Content Placeholder 3">
                <a:extLst>
                  <a:ext uri="{FF2B5EF4-FFF2-40B4-BE49-F238E27FC236}">
                    <a16:creationId xmlns:a16="http://schemas.microsoft.com/office/drawing/2014/main" id="{EEE31F71-0E0C-6250-A048-4EE281803E4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038" b="9412"/>
              <a:stretch>
                <a:fillRect/>
              </a:stretch>
            </p:blipFill>
            <p:spPr bwMode="auto">
              <a:xfrm>
                <a:off x="4331368" y="2622479"/>
                <a:ext cx="3726027" cy="35544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9051906-006B-DC84-6F98-CF5FB00E2237}"/>
                  </a:ext>
                </a:extLst>
              </p:cNvPr>
              <p:cNvSpPr txBox="1"/>
              <p:nvPr/>
            </p:nvSpPr>
            <p:spPr>
              <a:xfrm>
                <a:off x="5891269" y="6177111"/>
                <a:ext cx="1528902" cy="24282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pt-BR" sz="788" dirty="0"/>
                  <a:t>Saldo</a:t>
                </a:r>
              </a:p>
            </p:txBody>
          </p:sp>
        </p:grpSp>
      </p:grpSp>
      <p:sp>
        <p:nvSpPr>
          <p:cNvPr id="2" name="Google Shape;374;p68">
            <a:extLst>
              <a:ext uri="{FF2B5EF4-FFF2-40B4-BE49-F238E27FC236}">
                <a16:creationId xmlns:a16="http://schemas.microsoft.com/office/drawing/2014/main" id="{0598F4EE-8FDC-2A91-5788-53ECCD1DECC9}"/>
              </a:ext>
            </a:extLst>
          </p:cNvPr>
          <p:cNvSpPr/>
          <p:nvPr/>
        </p:nvSpPr>
        <p:spPr>
          <a:xfrm>
            <a:off x="430850" y="417950"/>
            <a:ext cx="2499900" cy="289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Classificação</a:t>
            </a:r>
            <a:r>
              <a:rPr lang="en" sz="1200" dirty="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de Dados</a:t>
            </a:r>
            <a:endParaRPr sz="1200" dirty="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50338F8-1F9E-A474-0ED4-BD5FC3977D17}"/>
              </a:ext>
            </a:extLst>
          </p:cNvPr>
          <p:cNvSpPr txBox="1"/>
          <p:nvPr/>
        </p:nvSpPr>
        <p:spPr>
          <a:xfrm>
            <a:off x="7164778" y="4810216"/>
            <a:ext cx="1737970" cy="245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 Lopes @</a:t>
            </a:r>
            <a:r>
              <a:rPr lang="en" sz="999" dirty="0" err="1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ahirtonlopes</a:t>
            </a:r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endParaRPr lang="pt-BR" sz="999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EEFE16-B80C-9EC9-46F8-5DD46F9D3B3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blipFill>
            <a:blip r:embed="rId2"/>
            <a:stretch>
              <a:fillRect t="-17297" b="-17297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" name="Google Shape;374;p68">
            <a:extLst>
              <a:ext uri="{FF2B5EF4-FFF2-40B4-BE49-F238E27FC236}">
                <a16:creationId xmlns:a16="http://schemas.microsoft.com/office/drawing/2014/main" id="{5C00B2D3-87F5-3CDE-E126-390394F4C147}"/>
              </a:ext>
            </a:extLst>
          </p:cNvPr>
          <p:cNvSpPr/>
          <p:nvPr/>
        </p:nvSpPr>
        <p:spPr>
          <a:xfrm>
            <a:off x="430850" y="417950"/>
            <a:ext cx="2499900" cy="289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Classificação</a:t>
            </a:r>
            <a:r>
              <a:rPr lang="en" sz="1200" dirty="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de Dados</a:t>
            </a:r>
            <a:endParaRPr sz="1200" dirty="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511F65B-5AC5-7E63-6442-F15658EE2983}"/>
              </a:ext>
            </a:extLst>
          </p:cNvPr>
          <p:cNvSpPr txBox="1"/>
          <p:nvPr/>
        </p:nvSpPr>
        <p:spPr>
          <a:xfrm>
            <a:off x="7164778" y="4810216"/>
            <a:ext cx="1737970" cy="245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 Lopes @</a:t>
            </a:r>
            <a:r>
              <a:rPr lang="en" sz="999" dirty="0" err="1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ahirtonlopes</a:t>
            </a:r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endParaRPr lang="pt-BR" sz="999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Espaço Reservado para Conteúdo 2">
            <a:extLst>
              <a:ext uri="{FF2B5EF4-FFF2-40B4-BE49-F238E27FC236}">
                <a16:creationId xmlns:a16="http://schemas.microsoft.com/office/drawing/2014/main" id="{FE62A5D7-F35A-0512-E527-734B6F978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0182" y="1113235"/>
            <a:ext cx="6304360" cy="3511153"/>
          </a:xfrm>
        </p:spPr>
        <p:txBody>
          <a:bodyPr/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pt-BR" altLang="en-US" dirty="0">
                <a:solidFill>
                  <a:schemeClr val="tx1"/>
                </a:solidFill>
              </a:rPr>
              <a:t>Podemos entender regressão logística como o análogo de regressão linear para problemas de classificação.</a:t>
            </a:r>
          </a:p>
          <a:p>
            <a:pPr algn="just">
              <a:spcBef>
                <a:spcPct val="0"/>
              </a:spcBef>
              <a:spcAft>
                <a:spcPct val="0"/>
              </a:spcAft>
            </a:pPr>
            <a:endParaRPr lang="pt-BR" altLang="en-US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pt-BR" altLang="en-US" dirty="0">
                <a:solidFill>
                  <a:schemeClr val="tx1"/>
                </a:solidFill>
              </a:rPr>
              <a:t>Considere o problema: no eixo </a:t>
            </a:r>
            <a:r>
              <a:rPr lang="pt-BR" altLang="en-US" dirty="0" err="1">
                <a:solidFill>
                  <a:schemeClr val="tx1"/>
                </a:solidFill>
              </a:rPr>
              <a:t>y</a:t>
            </a:r>
            <a:r>
              <a:rPr lang="pt-BR" altLang="en-US" dirty="0">
                <a:solidFill>
                  <a:schemeClr val="tx1"/>
                </a:solidFill>
              </a:rPr>
              <a:t>: 1 se a pessoa sofreu um acidente e 0 caso contrário. No eixo </a:t>
            </a:r>
            <a:r>
              <a:rPr lang="pt-BR" altLang="en-US" dirty="0" err="1">
                <a:solidFill>
                  <a:schemeClr val="tx1"/>
                </a:solidFill>
              </a:rPr>
              <a:t>x</a:t>
            </a:r>
            <a:r>
              <a:rPr lang="pt-BR" altLang="en-US" dirty="0">
                <a:solidFill>
                  <a:schemeClr val="tx1"/>
                </a:solidFill>
              </a:rPr>
              <a:t>, temos o tempo que ela passou na </a:t>
            </a:r>
            <a:r>
              <a:rPr lang="pt-BR" altLang="en-US" dirty="0" err="1">
                <a:solidFill>
                  <a:schemeClr val="tx1"/>
                </a:solidFill>
              </a:rPr>
              <a:t>auto-escola</a:t>
            </a:r>
            <a:r>
              <a:rPr lang="pt-BR" altLang="en-US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46083" name="Imagem 3" descr="grafico_sofreu acidente ou nao por hrs de autoescola.png">
            <a:extLst>
              <a:ext uri="{FF2B5EF4-FFF2-40B4-BE49-F238E27FC236}">
                <a16:creationId xmlns:a16="http://schemas.microsoft.com/office/drawing/2014/main" id="{40489832-5FDA-EDDA-AF7B-E080A0367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1623" y="3489722"/>
            <a:ext cx="2302669" cy="154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Google Shape;374;p68">
            <a:extLst>
              <a:ext uri="{FF2B5EF4-FFF2-40B4-BE49-F238E27FC236}">
                <a16:creationId xmlns:a16="http://schemas.microsoft.com/office/drawing/2014/main" id="{4FA0BA73-9268-1975-F282-4361687DED5A}"/>
              </a:ext>
            </a:extLst>
          </p:cNvPr>
          <p:cNvSpPr/>
          <p:nvPr/>
        </p:nvSpPr>
        <p:spPr>
          <a:xfrm>
            <a:off x="430850" y="417950"/>
            <a:ext cx="2499900" cy="289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Regressão</a:t>
            </a:r>
            <a:r>
              <a:rPr lang="en" sz="1200" dirty="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Logística</a:t>
            </a:r>
            <a:endParaRPr sz="1200" dirty="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42FE7BD-AA38-6A82-2A95-8EEB237F63CE}"/>
              </a:ext>
            </a:extLst>
          </p:cNvPr>
          <p:cNvSpPr txBox="1"/>
          <p:nvPr/>
        </p:nvSpPr>
        <p:spPr>
          <a:xfrm>
            <a:off x="7164778" y="4810216"/>
            <a:ext cx="1737970" cy="245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 Lopes @</a:t>
            </a:r>
            <a:r>
              <a:rPr lang="en" sz="999" dirty="0" err="1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ahirtonlopes</a:t>
            </a:r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endParaRPr lang="pt-BR" sz="999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Espaço Reservado para Conteúdo 2">
            <a:extLst>
              <a:ext uri="{FF2B5EF4-FFF2-40B4-BE49-F238E27FC236}">
                <a16:creationId xmlns:a16="http://schemas.microsoft.com/office/drawing/2014/main" id="{FA006679-4FBB-1502-20BB-8E422566A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0182" y="1243012"/>
            <a:ext cx="6304360" cy="3509963"/>
          </a:xfrm>
        </p:spPr>
        <p:txBody>
          <a:bodyPr/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pt-BR" altLang="en-US">
                <a:solidFill>
                  <a:schemeClr val="tx1"/>
                </a:solidFill>
              </a:rPr>
              <a:t>Podemos ver então que a maioria das pessoas que sofreram um acidente de carro passou pouco tempo na auto-escola. </a:t>
            </a:r>
          </a:p>
          <a:p>
            <a:pPr algn="just">
              <a:spcBef>
                <a:spcPct val="0"/>
              </a:spcBef>
              <a:spcAft>
                <a:spcPct val="0"/>
              </a:spcAft>
            </a:pPr>
            <a:endParaRPr lang="pt-BR" altLang="en-US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pt-BR" altLang="en-US">
                <a:solidFill>
                  <a:schemeClr val="tx1"/>
                </a:solidFill>
              </a:rPr>
              <a:t>Queremos algum modelo capaz de prever a probabilidade da pessoa sofrer um acidente com base no tempo que durou a auto-escola dela?</a:t>
            </a:r>
          </a:p>
        </p:txBody>
      </p:sp>
      <p:pic>
        <p:nvPicPr>
          <p:cNvPr id="47107" name="Imagem 3" descr="grafico_sofreu acidente ou nao por hrs de autoescola.png">
            <a:extLst>
              <a:ext uri="{FF2B5EF4-FFF2-40B4-BE49-F238E27FC236}">
                <a16:creationId xmlns:a16="http://schemas.microsoft.com/office/drawing/2014/main" id="{3880C213-5B02-E0B3-D111-9A758AF19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665" y="3596878"/>
            <a:ext cx="2302669" cy="1546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Google Shape;374;p68">
            <a:extLst>
              <a:ext uri="{FF2B5EF4-FFF2-40B4-BE49-F238E27FC236}">
                <a16:creationId xmlns:a16="http://schemas.microsoft.com/office/drawing/2014/main" id="{EA5C9602-4D3A-4B06-E364-ADD0E8C7AB83}"/>
              </a:ext>
            </a:extLst>
          </p:cNvPr>
          <p:cNvSpPr/>
          <p:nvPr/>
        </p:nvSpPr>
        <p:spPr>
          <a:xfrm>
            <a:off x="430850" y="417950"/>
            <a:ext cx="2499900" cy="289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Regressão</a:t>
            </a:r>
            <a:r>
              <a:rPr lang="en" sz="1200" dirty="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Logística</a:t>
            </a:r>
            <a:endParaRPr sz="1200" dirty="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E4932D3-5D22-88ED-D17B-393EE6044AE4}"/>
              </a:ext>
            </a:extLst>
          </p:cNvPr>
          <p:cNvSpPr txBox="1"/>
          <p:nvPr/>
        </p:nvSpPr>
        <p:spPr>
          <a:xfrm>
            <a:off x="7164778" y="4810216"/>
            <a:ext cx="1737970" cy="245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 Lopes @</a:t>
            </a:r>
            <a:r>
              <a:rPr lang="en" sz="999" dirty="0" err="1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ahirtonlopes</a:t>
            </a:r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endParaRPr lang="pt-BR" sz="999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Espaço Reservado para Conteúdo 2">
            <a:extLst>
              <a:ext uri="{FF2B5EF4-FFF2-40B4-BE49-F238E27FC236}">
                <a16:creationId xmlns:a16="http://schemas.microsoft.com/office/drawing/2014/main" id="{B8E93969-F211-3091-0457-DE391E2CB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19820" y="958453"/>
            <a:ext cx="6304360" cy="3509963"/>
          </a:xfrm>
        </p:spPr>
        <p:txBody>
          <a:bodyPr/>
          <a:lstStyle/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pt-BR" altLang="en-US" dirty="0">
                <a:solidFill>
                  <a:schemeClr val="tx1"/>
                </a:solidFill>
              </a:rPr>
              <a:t>Uma forma ingênua de resolver esse problema é utilizar regressão linear. Como regressão linear produz como previsão um valor contínuo, nós podemos estabelecer algum limiar para as previsões. </a:t>
            </a:r>
          </a:p>
          <a:p>
            <a:pPr algn="just">
              <a:spcBef>
                <a:spcPct val="0"/>
              </a:spcBef>
              <a:spcAft>
                <a:spcPct val="0"/>
              </a:spcAft>
            </a:pPr>
            <a:endParaRPr lang="pt-BR" altLang="en-US" dirty="0">
              <a:solidFill>
                <a:schemeClr val="tx1"/>
              </a:solidFill>
            </a:endParaRPr>
          </a:p>
          <a:p>
            <a:pPr algn="just">
              <a:spcBef>
                <a:spcPct val="0"/>
              </a:spcBef>
              <a:spcAft>
                <a:spcPct val="0"/>
              </a:spcAft>
            </a:pPr>
            <a:r>
              <a:rPr lang="pt-BR" altLang="en-US" dirty="0">
                <a:solidFill>
                  <a:schemeClr val="tx1"/>
                </a:solidFill>
              </a:rPr>
              <a:t>Vamos supor que fixemos esse limiar em 0,5: pessoas cuja previsão de acidente for maior do que isso serão consideradas de alto risco.</a:t>
            </a:r>
          </a:p>
        </p:txBody>
      </p:sp>
      <p:pic>
        <p:nvPicPr>
          <p:cNvPr id="48131" name="Imagem 4" descr="regressao logistica2.png">
            <a:extLst>
              <a:ext uri="{FF2B5EF4-FFF2-40B4-BE49-F238E27FC236}">
                <a16:creationId xmlns:a16="http://schemas.microsoft.com/office/drawing/2014/main" id="{90C2F151-DF4C-A2B5-74CB-0132BD799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7112" y="3742910"/>
            <a:ext cx="2009775" cy="1350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Google Shape;374;p68">
            <a:extLst>
              <a:ext uri="{FF2B5EF4-FFF2-40B4-BE49-F238E27FC236}">
                <a16:creationId xmlns:a16="http://schemas.microsoft.com/office/drawing/2014/main" id="{A4AA0F1D-7ABB-1837-46A5-DEB2EF82B17F}"/>
              </a:ext>
            </a:extLst>
          </p:cNvPr>
          <p:cNvSpPr/>
          <p:nvPr/>
        </p:nvSpPr>
        <p:spPr>
          <a:xfrm>
            <a:off x="430850" y="417950"/>
            <a:ext cx="2499900" cy="289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Regressão</a:t>
            </a:r>
            <a:r>
              <a:rPr lang="en" sz="1200" dirty="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Logística</a:t>
            </a:r>
            <a:endParaRPr sz="1200" dirty="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A5487AA-2BFD-E519-0E15-343CC1402207}"/>
              </a:ext>
            </a:extLst>
          </p:cNvPr>
          <p:cNvSpPr txBox="1"/>
          <p:nvPr/>
        </p:nvSpPr>
        <p:spPr>
          <a:xfrm>
            <a:off x="7164778" y="4810216"/>
            <a:ext cx="1737970" cy="245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 Lopes @</a:t>
            </a:r>
            <a:r>
              <a:rPr lang="en" sz="999" dirty="0" err="1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ahirtonlopes</a:t>
            </a:r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endParaRPr lang="pt-BR" sz="999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Espaço Reservado para Conteúdo 2">
            <a:extLst>
              <a:ext uri="{FF2B5EF4-FFF2-40B4-BE49-F238E27FC236}">
                <a16:creationId xmlns:a16="http://schemas.microsoft.com/office/drawing/2014/main" id="{C1F11086-4544-27A4-7A03-51829CE24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8485" y="1059657"/>
            <a:ext cx="6727031" cy="3693319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altLang="en-US">
                <a:solidFill>
                  <a:schemeClr val="tx1"/>
                </a:solidFill>
              </a:rPr>
              <a:t>Nesse caso, utilizar regressão linear e estabelecer um limiar funcionaria muito bem! 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altLang="en-US">
                <a:solidFill>
                  <a:schemeClr val="tx1"/>
                </a:solidFill>
              </a:rPr>
              <a:t>Se colocássemos o nosso limiar em 0.5, preveríamos que todos à direita da curva pontilhada não sofreriam um acidente e erraríamos em apenas dois casos! </a:t>
            </a:r>
          </a:p>
        </p:txBody>
      </p:sp>
      <p:pic>
        <p:nvPicPr>
          <p:cNvPr id="49155" name="Imagem 4" descr="regressao logistica2.png">
            <a:extLst>
              <a:ext uri="{FF2B5EF4-FFF2-40B4-BE49-F238E27FC236}">
                <a16:creationId xmlns:a16="http://schemas.microsoft.com/office/drawing/2014/main" id="{2C7DEAF1-A92D-0551-F7B9-D155FD1B4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534" y="3006329"/>
            <a:ext cx="2878931" cy="1934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Google Shape;374;p68">
            <a:extLst>
              <a:ext uri="{FF2B5EF4-FFF2-40B4-BE49-F238E27FC236}">
                <a16:creationId xmlns:a16="http://schemas.microsoft.com/office/drawing/2014/main" id="{9C4CB741-0524-A353-5D90-43EB8EB23531}"/>
              </a:ext>
            </a:extLst>
          </p:cNvPr>
          <p:cNvSpPr/>
          <p:nvPr/>
        </p:nvSpPr>
        <p:spPr>
          <a:xfrm>
            <a:off x="430850" y="417950"/>
            <a:ext cx="2499900" cy="289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Regressão</a:t>
            </a:r>
            <a:r>
              <a:rPr lang="en" sz="1200" dirty="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Logística</a:t>
            </a:r>
            <a:endParaRPr sz="1200" dirty="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A5CB518-FED1-C3B3-5BEC-242096584C90}"/>
              </a:ext>
            </a:extLst>
          </p:cNvPr>
          <p:cNvSpPr txBox="1"/>
          <p:nvPr/>
        </p:nvSpPr>
        <p:spPr>
          <a:xfrm>
            <a:off x="7164778" y="4810216"/>
            <a:ext cx="1737970" cy="245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 Lopes @</a:t>
            </a:r>
            <a:r>
              <a:rPr lang="en" sz="999" dirty="0" err="1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ahirtonlopes</a:t>
            </a:r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endParaRPr lang="pt-BR" sz="999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Espaço Reservado para Conteúdo 2">
            <a:extLst>
              <a:ext uri="{FF2B5EF4-FFF2-40B4-BE49-F238E27FC236}">
                <a16:creationId xmlns:a16="http://schemas.microsoft.com/office/drawing/2014/main" id="{1D29E469-3FCD-0E45-6A0E-377A51B73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0182" y="1243012"/>
            <a:ext cx="6304360" cy="3509963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altLang="en-US">
                <a:solidFill>
                  <a:schemeClr val="tx1"/>
                </a:solidFill>
              </a:rPr>
              <a:t>Mas, nesse caso não! Ao ter uma pessoa com 100h de aulas.</a:t>
            </a:r>
          </a:p>
          <a:p>
            <a:pPr lvl="1">
              <a:spcBef>
                <a:spcPct val="0"/>
              </a:spcBef>
              <a:spcAft>
                <a:spcPct val="0"/>
              </a:spcAft>
            </a:pPr>
            <a:r>
              <a:rPr lang="pt-BR" altLang="en-US">
                <a:solidFill>
                  <a:schemeClr val="tx1"/>
                </a:solidFill>
              </a:rPr>
              <a:t>Erraríamos 5 exemplos.</a:t>
            </a:r>
          </a:p>
        </p:txBody>
      </p:sp>
      <p:pic>
        <p:nvPicPr>
          <p:cNvPr id="50179" name="Imagem 5" descr="regressao logistica3.png">
            <a:extLst>
              <a:ext uri="{FF2B5EF4-FFF2-40B4-BE49-F238E27FC236}">
                <a16:creationId xmlns:a16="http://schemas.microsoft.com/office/drawing/2014/main" id="{8D2E7C8F-DC77-64A6-197E-AE7AD7C46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1287" y="2571750"/>
            <a:ext cx="3781425" cy="2487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Google Shape;374;p68">
            <a:extLst>
              <a:ext uri="{FF2B5EF4-FFF2-40B4-BE49-F238E27FC236}">
                <a16:creationId xmlns:a16="http://schemas.microsoft.com/office/drawing/2014/main" id="{DE13602F-B376-ED64-EB9A-1AB711356A67}"/>
              </a:ext>
            </a:extLst>
          </p:cNvPr>
          <p:cNvSpPr/>
          <p:nvPr/>
        </p:nvSpPr>
        <p:spPr>
          <a:xfrm>
            <a:off x="430850" y="417950"/>
            <a:ext cx="2499900" cy="289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Regressão</a:t>
            </a:r>
            <a:r>
              <a:rPr lang="en" sz="1200" dirty="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Logística</a:t>
            </a:r>
            <a:endParaRPr sz="1200" dirty="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C48DABE-A663-A4E2-664B-A6A945C850AA}"/>
              </a:ext>
            </a:extLst>
          </p:cNvPr>
          <p:cNvSpPr txBox="1"/>
          <p:nvPr/>
        </p:nvSpPr>
        <p:spPr>
          <a:xfrm>
            <a:off x="7164778" y="4810216"/>
            <a:ext cx="1737970" cy="245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 Lopes @</a:t>
            </a:r>
            <a:r>
              <a:rPr lang="en" sz="999" dirty="0" err="1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ahirtonlopes</a:t>
            </a:r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endParaRPr lang="pt-BR" sz="999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08E8FA-34F0-EA07-882F-37CB7BA7D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0182" y="1243012"/>
            <a:ext cx="6304360" cy="3509963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pt-BR" dirty="0">
                <a:solidFill>
                  <a:schemeClr val="tx1"/>
                </a:solidFill>
              </a:rPr>
              <a:t>Para resolver esses problemas, em vez de utilizar regressão linear, vamos utilizar a regressão logística sempre que nos depararmos com problemas de classificação. </a:t>
            </a:r>
          </a:p>
          <a:p>
            <a:pPr>
              <a:buFont typeface="Arial" panose="020B0604020202020204" pitchFamily="34" charset="0"/>
              <a:buNone/>
              <a:defRPr/>
            </a:pPr>
            <a:endParaRPr lang="pt-BR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pt-BR" dirty="0">
                <a:solidFill>
                  <a:schemeClr val="tx1"/>
                </a:solidFill>
              </a:rPr>
              <a:t>Regressão logística nos fornecerá uma previsão sempre entre 0 e 1, de forma que possamos interpretar seus resultados como uma probabilidade válida. </a:t>
            </a:r>
          </a:p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pt-BR" dirty="0">
                <a:solidFill>
                  <a:schemeClr val="tx1"/>
                </a:solidFill>
              </a:rPr>
              <a:t>Além disso, regressão logística não será influenciada por </a:t>
            </a:r>
            <a:r>
              <a:rPr lang="pt-BR" i="1" dirty="0" err="1">
                <a:solidFill>
                  <a:schemeClr val="tx1"/>
                </a:solidFill>
              </a:rPr>
              <a:t>outliers</a:t>
            </a:r>
            <a:r>
              <a:rPr lang="pt-BR" dirty="0">
                <a:solidFill>
                  <a:schemeClr val="tx1"/>
                </a:solidFill>
              </a:rPr>
              <a:t> que não fornecem muita informação nova, pois a atenção do algoritmo será concentrada na região de fronteira.</a:t>
            </a:r>
          </a:p>
        </p:txBody>
      </p:sp>
      <p:sp>
        <p:nvSpPr>
          <p:cNvPr id="5" name="Google Shape;374;p68">
            <a:extLst>
              <a:ext uri="{FF2B5EF4-FFF2-40B4-BE49-F238E27FC236}">
                <a16:creationId xmlns:a16="http://schemas.microsoft.com/office/drawing/2014/main" id="{81990410-11E0-F25E-F12C-2ED76361235A}"/>
              </a:ext>
            </a:extLst>
          </p:cNvPr>
          <p:cNvSpPr/>
          <p:nvPr/>
        </p:nvSpPr>
        <p:spPr>
          <a:xfrm>
            <a:off x="430850" y="417950"/>
            <a:ext cx="2499900" cy="289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Regressão</a:t>
            </a:r>
            <a:r>
              <a:rPr lang="en" sz="1200" dirty="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Logística</a:t>
            </a:r>
            <a:endParaRPr sz="1200" dirty="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910BA12-5544-DAC1-5671-14209C545B62}"/>
              </a:ext>
            </a:extLst>
          </p:cNvPr>
          <p:cNvSpPr txBox="1"/>
          <p:nvPr/>
        </p:nvSpPr>
        <p:spPr>
          <a:xfrm>
            <a:off x="7164778" y="4810216"/>
            <a:ext cx="1737970" cy="245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 Lopes @</a:t>
            </a:r>
            <a:r>
              <a:rPr lang="en" sz="999" dirty="0" err="1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ahirtonlopes</a:t>
            </a:r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endParaRPr lang="pt-BR" sz="999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Espaço Reservado para Conteúdo 2">
            <a:extLst>
              <a:ext uri="{FF2B5EF4-FFF2-40B4-BE49-F238E27FC236}">
                <a16:creationId xmlns:a16="http://schemas.microsoft.com/office/drawing/2014/main" id="{9A6B28CC-275D-77E7-2334-D8EADCED2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0182" y="1243012"/>
            <a:ext cx="6304360" cy="3509963"/>
          </a:xfrm>
        </p:spPr>
        <p:txBody>
          <a:bodyPr/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pt-BR" altLang="en-US">
                <a:solidFill>
                  <a:schemeClr val="tx1"/>
                </a:solidFill>
              </a:rPr>
              <a:t>A intuição por trás de regressão logística é bastante simples: em vez de acharmos a reta que melhor se ajusta aos dados, vamos achar uma curva em formato de 'S' que melhor se ajusta aos dados:</a:t>
            </a:r>
          </a:p>
        </p:txBody>
      </p:sp>
      <p:pic>
        <p:nvPicPr>
          <p:cNvPr id="52227" name="Imagem 4" descr="regressao logistica4.png">
            <a:extLst>
              <a:ext uri="{FF2B5EF4-FFF2-40B4-BE49-F238E27FC236}">
                <a16:creationId xmlns:a16="http://schemas.microsoft.com/office/drawing/2014/main" id="{744C4133-1D68-4A0B-43C0-DB5B6A145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329" y="2950369"/>
            <a:ext cx="3088481" cy="2075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Google Shape;374;p68">
            <a:extLst>
              <a:ext uri="{FF2B5EF4-FFF2-40B4-BE49-F238E27FC236}">
                <a16:creationId xmlns:a16="http://schemas.microsoft.com/office/drawing/2014/main" id="{BD2730DC-904B-5E95-74E0-4C5984B79A46}"/>
              </a:ext>
            </a:extLst>
          </p:cNvPr>
          <p:cNvSpPr/>
          <p:nvPr/>
        </p:nvSpPr>
        <p:spPr>
          <a:xfrm>
            <a:off x="430850" y="417950"/>
            <a:ext cx="2499900" cy="289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Regressão</a:t>
            </a:r>
            <a:r>
              <a:rPr lang="en" sz="1200" dirty="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Logística</a:t>
            </a:r>
            <a:endParaRPr sz="1200" dirty="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8F28631-D535-B6FF-BC5A-8F654BCC4BA5}"/>
              </a:ext>
            </a:extLst>
          </p:cNvPr>
          <p:cNvSpPr txBox="1"/>
          <p:nvPr/>
        </p:nvSpPr>
        <p:spPr>
          <a:xfrm>
            <a:off x="7164778" y="4810216"/>
            <a:ext cx="1737970" cy="245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 Lopes @</a:t>
            </a:r>
            <a:r>
              <a:rPr lang="en" sz="999" dirty="0" err="1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ahirtonlopes</a:t>
            </a:r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endParaRPr lang="pt-BR" sz="999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EAA4F-B5DE-C7FE-97E1-1C226C424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0182" y="1243012"/>
            <a:ext cx="6304360" cy="35099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t-BR" dirty="0">
                <a:solidFill>
                  <a:schemeClr val="tx1"/>
                </a:solidFill>
              </a:rPr>
              <a:t>Regressão linear pode produzir valores </a:t>
            </a:r>
            <a:r>
              <a:rPr lang="pt-BR" b="1" dirty="0">
                <a:solidFill>
                  <a:schemeClr val="tx1"/>
                </a:solidFill>
              </a:rPr>
              <a:t>menores que 0.0 </a:t>
            </a:r>
            <a:r>
              <a:rPr lang="pt-BR" dirty="0">
                <a:solidFill>
                  <a:schemeClr val="tx1"/>
                </a:solidFill>
              </a:rPr>
              <a:t>e </a:t>
            </a:r>
            <a:r>
              <a:rPr lang="pt-BR" b="1" dirty="0">
                <a:solidFill>
                  <a:schemeClr val="tx1"/>
                </a:solidFill>
              </a:rPr>
              <a:t>maiores que 1.0</a:t>
            </a:r>
          </a:p>
          <a:p>
            <a:pPr>
              <a:defRPr/>
            </a:pPr>
            <a:endParaRPr lang="pt-BR" dirty="0"/>
          </a:p>
          <a:p>
            <a:pPr>
              <a:defRPr/>
            </a:pPr>
            <a:endParaRPr lang="pt-BR" dirty="0"/>
          </a:p>
          <a:p>
            <a:pPr>
              <a:defRPr/>
            </a:pPr>
            <a:endParaRPr lang="pt-BR" dirty="0"/>
          </a:p>
          <a:p>
            <a:pPr>
              <a:defRPr/>
            </a:pPr>
            <a:endParaRPr lang="pt-BR" dirty="0"/>
          </a:p>
          <a:p>
            <a:pPr>
              <a:defRPr/>
            </a:pPr>
            <a:endParaRPr lang="pt-BR" dirty="0"/>
          </a:p>
          <a:p>
            <a:pPr>
              <a:defRPr/>
            </a:pPr>
            <a:endParaRPr lang="pt-BR" dirty="0"/>
          </a:p>
          <a:p>
            <a:pPr>
              <a:defRPr/>
            </a:pPr>
            <a:endParaRPr lang="pt-BR" dirty="0"/>
          </a:p>
          <a:p>
            <a:pPr>
              <a:defRPr/>
            </a:pPr>
            <a:r>
              <a:rPr lang="pt-BR" dirty="0">
                <a:solidFill>
                  <a:schemeClr val="tx1"/>
                </a:solidFill>
              </a:rPr>
              <a:t>Regressão Logística limita a saída entre 0.0 e 1.0</a:t>
            </a:r>
          </a:p>
          <a:p>
            <a:pPr>
              <a:defRPr/>
            </a:pPr>
            <a:endParaRPr lang="pt-BR" dirty="0"/>
          </a:p>
          <a:p>
            <a:pPr marL="0" indent="0">
              <a:buNone/>
              <a:defRPr/>
            </a:pPr>
            <a:endParaRPr lang="pt-BR" dirty="0"/>
          </a:p>
        </p:txBody>
      </p:sp>
      <p:grpSp>
        <p:nvGrpSpPr>
          <p:cNvPr id="53251" name="Group 9">
            <a:extLst>
              <a:ext uri="{FF2B5EF4-FFF2-40B4-BE49-F238E27FC236}">
                <a16:creationId xmlns:a16="http://schemas.microsoft.com/office/drawing/2014/main" id="{771E3621-9246-8720-99E4-9C44577CD5A8}"/>
              </a:ext>
            </a:extLst>
          </p:cNvPr>
          <p:cNvGrpSpPr>
            <a:grpSpLocks/>
          </p:cNvGrpSpPr>
          <p:nvPr/>
        </p:nvGrpSpPr>
        <p:grpSpPr bwMode="auto">
          <a:xfrm>
            <a:off x="1923222" y="2164557"/>
            <a:ext cx="5193144" cy="1529226"/>
            <a:chOff x="1044232" y="2705769"/>
            <a:chExt cx="10080968" cy="4000838"/>
          </a:xfrm>
        </p:grpSpPr>
        <p:pic>
          <p:nvPicPr>
            <p:cNvPr id="53252" name="Picture 3">
              <a:extLst>
                <a:ext uri="{FF2B5EF4-FFF2-40B4-BE49-F238E27FC236}">
                  <a16:creationId xmlns:a16="http://schemas.microsoft.com/office/drawing/2014/main" id="{760F6363-8329-EC25-B8C5-C74F6F1348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6800" y="2705769"/>
              <a:ext cx="10058400" cy="3811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9BDA35B-1058-A74D-3624-278F51C5F871}"/>
                </a:ext>
              </a:extLst>
            </p:cNvPr>
            <p:cNvSpPr txBox="1"/>
            <p:nvPr/>
          </p:nvSpPr>
          <p:spPr>
            <a:xfrm rot="16200000">
              <a:off x="52274" y="3959386"/>
              <a:ext cx="2398529" cy="414613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pt-BR" sz="788"/>
                <a:t>Probabilidade</a:t>
              </a:r>
              <a:endParaRPr lang="pt-BR" sz="788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B39E40D-373D-E89D-00C6-D428DDCA51AA}"/>
                </a:ext>
              </a:extLst>
            </p:cNvPr>
            <p:cNvSpPr txBox="1"/>
            <p:nvPr/>
          </p:nvSpPr>
          <p:spPr>
            <a:xfrm rot="16200000">
              <a:off x="5026083" y="3959386"/>
              <a:ext cx="2398529" cy="414613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pt-BR" sz="788"/>
                <a:t>Probabilidade</a:t>
              </a:r>
              <a:endParaRPr lang="pt-BR" sz="788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515FB14-376D-00AA-5B5E-B1FBCC42C832}"/>
                </a:ext>
              </a:extLst>
            </p:cNvPr>
            <p:cNvSpPr txBox="1"/>
            <p:nvPr/>
          </p:nvSpPr>
          <p:spPr>
            <a:xfrm>
              <a:off x="2984977" y="6147815"/>
              <a:ext cx="1359016" cy="558792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pt-BR" sz="788"/>
                <a:t>Saldo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3AE61E1-1661-3B7C-8933-35722E151012}"/>
                </a:ext>
              </a:extLst>
            </p:cNvPr>
            <p:cNvSpPr txBox="1"/>
            <p:nvPr/>
          </p:nvSpPr>
          <p:spPr>
            <a:xfrm>
              <a:off x="8189912" y="6126009"/>
              <a:ext cx="1359016" cy="558792"/>
            </a:xfrm>
            <a:prstGeom prst="rect">
              <a:avLst/>
            </a:prstGeom>
            <a:solidFill>
              <a:schemeClr val="bg1"/>
            </a:solidFill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pt-BR" sz="788"/>
                <a:t>Saldo</a:t>
              </a:r>
            </a:p>
          </p:txBody>
        </p:sp>
      </p:grpSp>
      <p:sp>
        <p:nvSpPr>
          <p:cNvPr id="6" name="Google Shape;374;p68">
            <a:extLst>
              <a:ext uri="{FF2B5EF4-FFF2-40B4-BE49-F238E27FC236}">
                <a16:creationId xmlns:a16="http://schemas.microsoft.com/office/drawing/2014/main" id="{9A907616-D85A-E124-E966-22D29710CA4B}"/>
              </a:ext>
            </a:extLst>
          </p:cNvPr>
          <p:cNvSpPr/>
          <p:nvPr/>
        </p:nvSpPr>
        <p:spPr>
          <a:xfrm>
            <a:off x="430850" y="417950"/>
            <a:ext cx="2499900" cy="289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Regressão</a:t>
            </a:r>
            <a:r>
              <a:rPr lang="en" sz="1200" dirty="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Logística</a:t>
            </a:r>
            <a:endParaRPr sz="1200" dirty="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A21AC8E-1814-948B-270F-641660A9AA36}"/>
              </a:ext>
            </a:extLst>
          </p:cNvPr>
          <p:cNvSpPr txBox="1"/>
          <p:nvPr/>
        </p:nvSpPr>
        <p:spPr>
          <a:xfrm>
            <a:off x="7164778" y="4810216"/>
            <a:ext cx="1737970" cy="245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 Lopes @</a:t>
            </a:r>
            <a:r>
              <a:rPr lang="en" sz="999" dirty="0" err="1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ahirtonlopes</a:t>
            </a:r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endParaRPr lang="pt-BR" sz="999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62A1F-1BBF-6412-D721-738349EC1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50182" y="1243012"/>
            <a:ext cx="6304360" cy="375880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pt-BR" dirty="0">
                <a:solidFill>
                  <a:schemeClr val="tx1"/>
                </a:solidFill>
              </a:rPr>
              <a:t>Para evitar valores fora do intervalo [0.0; 1.0], utilizamos uma função </a:t>
            </a:r>
            <a:r>
              <a:rPr lang="pt-BR" i="1" dirty="0">
                <a:solidFill>
                  <a:schemeClr val="tx1"/>
                </a:solidFill>
              </a:rPr>
              <a:t>sigmoide</a:t>
            </a:r>
            <a:r>
              <a:rPr lang="pt-BR" dirty="0">
                <a:solidFill>
                  <a:schemeClr val="tx1"/>
                </a:solidFill>
              </a:rPr>
              <a:t> ou logística</a:t>
            </a:r>
          </a:p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  <a:p>
            <a:pPr>
              <a:defRPr/>
            </a:pPr>
            <a:endParaRPr lang="pt-BR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pt-BR" dirty="0">
                <a:solidFill>
                  <a:schemeClr val="tx1"/>
                </a:solidFill>
              </a:rPr>
              <a:t>A função sigmoide pode assumir diferentes inclinações</a:t>
            </a:r>
          </a:p>
          <a:p>
            <a:pPr>
              <a:defRPr/>
            </a:pPr>
            <a:endParaRPr lang="pt-BR" dirty="0"/>
          </a:p>
        </p:txBody>
      </p:sp>
      <p:pic>
        <p:nvPicPr>
          <p:cNvPr id="54275" name="Picture 3">
            <a:extLst>
              <a:ext uri="{FF2B5EF4-FFF2-40B4-BE49-F238E27FC236}">
                <a16:creationId xmlns:a16="http://schemas.microsoft.com/office/drawing/2014/main" id="{E702B5BE-049F-4DE4-D216-54AEB1E0A0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1560" y="2085976"/>
            <a:ext cx="2970609" cy="19180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Google Shape;374;p68">
            <a:extLst>
              <a:ext uri="{FF2B5EF4-FFF2-40B4-BE49-F238E27FC236}">
                <a16:creationId xmlns:a16="http://schemas.microsoft.com/office/drawing/2014/main" id="{1F25A9E9-35A5-F7B9-3A4E-A05DABADCFA8}"/>
              </a:ext>
            </a:extLst>
          </p:cNvPr>
          <p:cNvSpPr/>
          <p:nvPr/>
        </p:nvSpPr>
        <p:spPr>
          <a:xfrm>
            <a:off x="430850" y="417950"/>
            <a:ext cx="2499900" cy="289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Regressão</a:t>
            </a:r>
            <a:r>
              <a:rPr lang="en" sz="1200" dirty="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Logística</a:t>
            </a:r>
            <a:endParaRPr sz="1200" dirty="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EEBE0C9-965A-B0EC-3D44-A0F3D39A36AB}"/>
              </a:ext>
            </a:extLst>
          </p:cNvPr>
          <p:cNvSpPr txBox="1"/>
          <p:nvPr/>
        </p:nvSpPr>
        <p:spPr>
          <a:xfrm>
            <a:off x="7164778" y="4810216"/>
            <a:ext cx="1737970" cy="245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 Lopes @</a:t>
            </a:r>
            <a:r>
              <a:rPr lang="en" sz="999" dirty="0" err="1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ahirtonlopes</a:t>
            </a:r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endParaRPr lang="pt-BR" sz="999" dirty="0">
              <a:solidFill>
                <a:schemeClr val="tx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FCA2CEE-1845-96AF-987F-35F37C124D4F}"/>
              </a:ext>
            </a:extLst>
          </p:cNvPr>
          <p:cNvSpPr txBox="1"/>
          <p:nvPr/>
        </p:nvSpPr>
        <p:spPr>
          <a:xfrm>
            <a:off x="7164778" y="4810216"/>
            <a:ext cx="1737970" cy="245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 Lopes @</a:t>
            </a:r>
            <a:r>
              <a:rPr lang="en" sz="999" dirty="0" err="1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ahirtonlopes</a:t>
            </a:r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endParaRPr lang="pt-BR" sz="999" dirty="0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4" name="Google Shape;402;p27">
            <a:extLst>
              <a:ext uri="{FF2B5EF4-FFF2-40B4-BE49-F238E27FC236}">
                <a16:creationId xmlns:a16="http://schemas.microsoft.com/office/drawing/2014/main" id="{B5E87E80-0408-74F6-338C-DAB89D0DBF6D}"/>
              </a:ext>
            </a:extLst>
          </p:cNvPr>
          <p:cNvSpPr txBox="1"/>
          <p:nvPr/>
        </p:nvSpPr>
        <p:spPr>
          <a:xfrm>
            <a:off x="938908" y="-40533"/>
            <a:ext cx="7266183" cy="368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40" tIns="45658" rIns="91340" bIns="45658" anchor="t" anchorCtr="0">
            <a:spAutoFit/>
          </a:bodyPr>
          <a:lstStyle/>
          <a:p>
            <a:pPr algn="ctr">
              <a:buSzPts val="1800"/>
            </a:pPr>
            <a:r>
              <a:rPr lang="pt-BR" sz="1798" dirty="0">
                <a:solidFill>
                  <a:srgbClr val="FF0066"/>
                </a:solidFill>
              </a:rPr>
              <a:t>DINÂMICA</a:t>
            </a:r>
            <a:endParaRPr sz="1399" dirty="0"/>
          </a:p>
        </p:txBody>
      </p:sp>
      <p:pic>
        <p:nvPicPr>
          <p:cNvPr id="5" name="Google Shape;404;p27">
            <a:extLst>
              <a:ext uri="{FF2B5EF4-FFF2-40B4-BE49-F238E27FC236}">
                <a16:creationId xmlns:a16="http://schemas.microsoft.com/office/drawing/2014/main" id="{586CE5B5-946F-EE2B-5080-B226E9A73B4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14164" y="1936711"/>
            <a:ext cx="2267891" cy="221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m 3">
            <a:extLst>
              <a:ext uri="{FF2B5EF4-FFF2-40B4-BE49-F238E27FC236}">
                <a16:creationId xmlns:a16="http://schemas.microsoft.com/office/drawing/2014/main" id="{ABAE333F-3B6C-8545-007E-81F50C84E3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236" y="1337458"/>
            <a:ext cx="4201559" cy="319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669556A-7959-923D-03B1-993A2A524FDC}"/>
              </a:ext>
            </a:extLst>
          </p:cNvPr>
          <p:cNvSpPr txBox="1">
            <a:spLocks/>
          </p:cNvSpPr>
          <p:nvPr/>
        </p:nvSpPr>
        <p:spPr>
          <a:xfrm>
            <a:off x="1142999" y="462690"/>
            <a:ext cx="6858000" cy="594122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r>
              <a:rPr lang="pt-BR" dirty="0"/>
              <a:t>Demo 4 - </a:t>
            </a:r>
            <a:r>
              <a:rPr lang="en-US" dirty="0" err="1"/>
              <a:t>Fraude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Cartão</a:t>
            </a:r>
            <a:r>
              <a:rPr lang="en-US" dirty="0"/>
              <a:t> de </a:t>
            </a:r>
            <a:r>
              <a:rPr lang="en-US" dirty="0" err="1"/>
              <a:t>Crédito</a:t>
            </a:r>
            <a:r>
              <a:rPr lang="en-US" dirty="0"/>
              <a:t> </a:t>
            </a:r>
          </a:p>
          <a:p>
            <a:pPr algn="ctr">
              <a:defRPr/>
            </a:pPr>
            <a:r>
              <a:rPr lang="en-US" dirty="0"/>
              <a:t>com </a:t>
            </a:r>
            <a:r>
              <a:rPr lang="en-US" dirty="0" err="1"/>
              <a:t>Regressão</a:t>
            </a:r>
            <a:r>
              <a:rPr lang="en-US" dirty="0"/>
              <a:t> </a:t>
            </a:r>
            <a:r>
              <a:rPr lang="en-US" dirty="0" err="1"/>
              <a:t>Logística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6542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74;p68">
            <a:extLst>
              <a:ext uri="{FF2B5EF4-FFF2-40B4-BE49-F238E27FC236}">
                <a16:creationId xmlns:a16="http://schemas.microsoft.com/office/drawing/2014/main" id="{909DB49B-ABC1-4376-9F66-93D993B3AAA3}"/>
              </a:ext>
            </a:extLst>
          </p:cNvPr>
          <p:cNvSpPr/>
          <p:nvPr/>
        </p:nvSpPr>
        <p:spPr>
          <a:xfrm>
            <a:off x="430850" y="417950"/>
            <a:ext cx="2499900" cy="289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 err="1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Seção</a:t>
            </a:r>
            <a:r>
              <a:rPr lang="en" sz="1200" dirty="0">
                <a:solidFill>
                  <a:schemeClr val="lt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2</a:t>
            </a:r>
            <a:endParaRPr sz="1200" dirty="0">
              <a:solidFill>
                <a:schemeClr val="lt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3" name="Google Shape;380;p69">
            <a:extLst>
              <a:ext uri="{FF2B5EF4-FFF2-40B4-BE49-F238E27FC236}">
                <a16:creationId xmlns:a16="http://schemas.microsoft.com/office/drawing/2014/main" id="{00F49FE3-95FF-2A65-3B45-6685307C6A7B}"/>
              </a:ext>
            </a:extLst>
          </p:cNvPr>
          <p:cNvSpPr txBox="1">
            <a:spLocks/>
          </p:cNvSpPr>
          <p:nvPr/>
        </p:nvSpPr>
        <p:spPr>
          <a:xfrm>
            <a:off x="432825" y="1625150"/>
            <a:ext cx="7980600" cy="17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75000"/>
              </a:lnSpc>
            </a:pPr>
            <a:r>
              <a:rPr lang="pt-BR" sz="6500" dirty="0"/>
              <a:t>Aprendizado Não Supervisionado com </a:t>
            </a:r>
            <a:r>
              <a:rPr lang="pt-BR" sz="6500" dirty="0" err="1"/>
              <a:t>K-Means</a:t>
            </a:r>
            <a:endParaRPr lang="pt-BR" sz="6500" dirty="0"/>
          </a:p>
        </p:txBody>
      </p:sp>
      <p:sp>
        <p:nvSpPr>
          <p:cNvPr id="4" name="Google Shape;381;p69">
            <a:extLst>
              <a:ext uri="{FF2B5EF4-FFF2-40B4-BE49-F238E27FC236}">
                <a16:creationId xmlns:a16="http://schemas.microsoft.com/office/drawing/2014/main" id="{25B79E85-49E2-0D3D-D499-5908363BB64D}"/>
              </a:ext>
            </a:extLst>
          </p:cNvPr>
          <p:cNvSpPr txBox="1">
            <a:spLocks/>
          </p:cNvSpPr>
          <p:nvPr/>
        </p:nvSpPr>
        <p:spPr>
          <a:xfrm>
            <a:off x="432825" y="3510175"/>
            <a:ext cx="46242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>
                <a:latin typeface="Google Sans Mono"/>
                <a:ea typeface="Google Sans Mono"/>
                <a:cs typeface="Google Sans Mono"/>
                <a:sym typeface="Google Sans Mono"/>
              </a:rPr>
              <a:t>O que é? Do que se alimenta? Como funciona? </a:t>
            </a:r>
          </a:p>
          <a:p>
            <a:endParaRPr lang="pt-BR">
              <a:latin typeface="Google Sans Mono"/>
              <a:ea typeface="Google Sans Mono"/>
              <a:cs typeface="Google Sans Mono"/>
              <a:sym typeface="Google Sans Mono"/>
            </a:endParaRPr>
          </a:p>
          <a:p>
            <a:endParaRPr lang="pt-BR" sz="1000" dirty="0">
              <a:latin typeface="Google Sans Mono"/>
              <a:ea typeface="Google Sans Mono"/>
              <a:cs typeface="Google Sans Mono"/>
              <a:sym typeface="Google Sans Mono"/>
            </a:endParaRPr>
          </a:p>
        </p:txBody>
      </p:sp>
    </p:spTree>
    <p:extLst>
      <p:ext uri="{BB962C8B-B14F-4D97-AF65-F5344CB8AC3E}">
        <p14:creationId xmlns:p14="http://schemas.microsoft.com/office/powerpoint/2010/main" val="29118752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CEDD19E-962F-49E3-D467-F47222C392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5223" y="346306"/>
            <a:ext cx="6725841" cy="365442"/>
          </a:xfrm>
        </p:spPr>
        <p:txBody>
          <a:bodyPr spcFirstLastPara="1" wrap="square" lIns="0" tIns="6308" rIns="0" bIns="0" rtlCol="0" anchor="t" anchorCtr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pc="-2" dirty="0" err="1">
                <a:solidFill>
                  <a:schemeClr val="tx1"/>
                </a:solidFill>
              </a:rPr>
              <a:t>Aprendiza</a:t>
            </a:r>
            <a:r>
              <a:rPr lang="en-US" spc="-2" dirty="0" err="1">
                <a:solidFill>
                  <a:schemeClr val="tx1"/>
                </a:solidFill>
              </a:rPr>
              <a:t>gem</a:t>
            </a:r>
            <a:r>
              <a:rPr spc="-21" dirty="0">
                <a:solidFill>
                  <a:schemeClr val="tx1"/>
                </a:solidFill>
              </a:rPr>
              <a:t> </a:t>
            </a:r>
            <a:r>
              <a:rPr spc="-2" dirty="0" err="1">
                <a:solidFill>
                  <a:schemeClr val="tx1"/>
                </a:solidFill>
              </a:rPr>
              <a:t>Supervisionad</a:t>
            </a:r>
            <a:r>
              <a:rPr lang="en-US" spc="-2" dirty="0" err="1">
                <a:solidFill>
                  <a:schemeClr val="tx1"/>
                </a:solidFill>
              </a:rPr>
              <a:t>a</a:t>
            </a:r>
            <a:endParaRPr spc="-2" dirty="0">
              <a:solidFill>
                <a:schemeClr val="tx1"/>
              </a:solidFill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C83098B-94C5-D34B-14D9-C44AB7246438}"/>
              </a:ext>
            </a:extLst>
          </p:cNvPr>
          <p:cNvSpPr/>
          <p:nvPr/>
        </p:nvSpPr>
        <p:spPr>
          <a:xfrm>
            <a:off x="2753916" y="3436144"/>
            <a:ext cx="3200400" cy="0"/>
          </a:xfrm>
          <a:custGeom>
            <a:avLst/>
            <a:gdLst/>
            <a:ahLst/>
            <a:cxnLst/>
            <a:rect l="l" t="t" r="r" b="b"/>
            <a:pathLst>
              <a:path w="6121400">
                <a:moveTo>
                  <a:pt x="0" y="0"/>
                </a:moveTo>
                <a:lnTo>
                  <a:pt x="6121369" y="0"/>
                </a:lnTo>
              </a:path>
            </a:pathLst>
          </a:custGeom>
          <a:ln w="9514">
            <a:solidFill>
              <a:srgbClr val="989898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08BC040-1CCB-0FC8-7F55-C68CCA57F8FC}"/>
              </a:ext>
            </a:extLst>
          </p:cNvPr>
          <p:cNvSpPr/>
          <p:nvPr/>
        </p:nvSpPr>
        <p:spPr>
          <a:xfrm>
            <a:off x="2753916" y="2994422"/>
            <a:ext cx="3200400" cy="0"/>
          </a:xfrm>
          <a:custGeom>
            <a:avLst/>
            <a:gdLst/>
            <a:ahLst/>
            <a:cxnLst/>
            <a:rect l="l" t="t" r="r" b="b"/>
            <a:pathLst>
              <a:path w="6121400">
                <a:moveTo>
                  <a:pt x="0" y="0"/>
                </a:moveTo>
                <a:lnTo>
                  <a:pt x="6121369" y="0"/>
                </a:lnTo>
              </a:path>
            </a:pathLst>
          </a:custGeom>
          <a:ln w="9514">
            <a:solidFill>
              <a:srgbClr val="989898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D1012B36-2F7C-1888-3F02-43CF623F1C87}"/>
              </a:ext>
            </a:extLst>
          </p:cNvPr>
          <p:cNvSpPr/>
          <p:nvPr/>
        </p:nvSpPr>
        <p:spPr>
          <a:xfrm>
            <a:off x="2753916" y="2553891"/>
            <a:ext cx="3200400" cy="0"/>
          </a:xfrm>
          <a:custGeom>
            <a:avLst/>
            <a:gdLst/>
            <a:ahLst/>
            <a:cxnLst/>
            <a:rect l="l" t="t" r="r" b="b"/>
            <a:pathLst>
              <a:path w="6121400">
                <a:moveTo>
                  <a:pt x="0" y="0"/>
                </a:moveTo>
                <a:lnTo>
                  <a:pt x="6121369" y="0"/>
                </a:lnTo>
              </a:path>
            </a:pathLst>
          </a:custGeom>
          <a:ln w="9514">
            <a:solidFill>
              <a:srgbClr val="989898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3DD1874-5B7B-7E5D-E59F-3FF2A7FC6065}"/>
              </a:ext>
            </a:extLst>
          </p:cNvPr>
          <p:cNvSpPr/>
          <p:nvPr/>
        </p:nvSpPr>
        <p:spPr>
          <a:xfrm>
            <a:off x="2753916" y="2112169"/>
            <a:ext cx="3200400" cy="0"/>
          </a:xfrm>
          <a:custGeom>
            <a:avLst/>
            <a:gdLst/>
            <a:ahLst/>
            <a:cxnLst/>
            <a:rect l="l" t="t" r="r" b="b"/>
            <a:pathLst>
              <a:path w="6121400">
                <a:moveTo>
                  <a:pt x="0" y="0"/>
                </a:moveTo>
                <a:lnTo>
                  <a:pt x="6121369" y="0"/>
                </a:lnTo>
              </a:path>
            </a:pathLst>
          </a:custGeom>
          <a:ln w="9514">
            <a:solidFill>
              <a:srgbClr val="989898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F5D5960-710D-4580-1BBC-97D22F26FDFF}"/>
              </a:ext>
            </a:extLst>
          </p:cNvPr>
          <p:cNvSpPr/>
          <p:nvPr/>
        </p:nvSpPr>
        <p:spPr>
          <a:xfrm>
            <a:off x="2753916" y="1674019"/>
            <a:ext cx="3200400" cy="0"/>
          </a:xfrm>
          <a:custGeom>
            <a:avLst/>
            <a:gdLst/>
            <a:ahLst/>
            <a:cxnLst/>
            <a:rect l="l" t="t" r="r" b="b"/>
            <a:pathLst>
              <a:path w="6121400">
                <a:moveTo>
                  <a:pt x="0" y="0"/>
                </a:moveTo>
                <a:lnTo>
                  <a:pt x="6121369" y="0"/>
                </a:lnTo>
              </a:path>
            </a:pathLst>
          </a:custGeom>
          <a:ln w="9514">
            <a:solidFill>
              <a:srgbClr val="989898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09EFA6D-28B5-2C76-258B-7D21A0D802CC}"/>
              </a:ext>
            </a:extLst>
          </p:cNvPr>
          <p:cNvSpPr/>
          <p:nvPr/>
        </p:nvSpPr>
        <p:spPr>
          <a:xfrm>
            <a:off x="2752725" y="1672828"/>
            <a:ext cx="0" cy="2203847"/>
          </a:xfrm>
          <a:custGeom>
            <a:avLst/>
            <a:gdLst/>
            <a:ahLst/>
            <a:cxnLst/>
            <a:rect l="l" t="t" r="r" b="b"/>
            <a:pathLst>
              <a:path h="4213860">
                <a:moveTo>
                  <a:pt x="0" y="4213490"/>
                </a:moveTo>
                <a:lnTo>
                  <a:pt x="0" y="0"/>
                </a:lnTo>
              </a:path>
            </a:pathLst>
          </a:custGeom>
          <a:ln w="9512">
            <a:solidFill>
              <a:srgbClr val="989898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33B8A29-4EB2-C96E-BA9E-5B01BAAAA24E}"/>
              </a:ext>
            </a:extLst>
          </p:cNvPr>
          <p:cNvSpPr/>
          <p:nvPr/>
        </p:nvSpPr>
        <p:spPr>
          <a:xfrm>
            <a:off x="2732485" y="3875485"/>
            <a:ext cx="20240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881" y="0"/>
                </a:lnTo>
              </a:path>
            </a:pathLst>
          </a:custGeom>
          <a:ln w="9514">
            <a:solidFill>
              <a:srgbClr val="989898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3015A14B-CDBE-FFA3-3EA0-74C249DADE9E}"/>
              </a:ext>
            </a:extLst>
          </p:cNvPr>
          <p:cNvSpPr/>
          <p:nvPr/>
        </p:nvSpPr>
        <p:spPr>
          <a:xfrm>
            <a:off x="2732485" y="3436144"/>
            <a:ext cx="20240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881" y="0"/>
                </a:lnTo>
              </a:path>
            </a:pathLst>
          </a:custGeom>
          <a:ln w="9514">
            <a:solidFill>
              <a:srgbClr val="989898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B3D18A6-328D-386A-7D47-1D31D11C6572}"/>
              </a:ext>
            </a:extLst>
          </p:cNvPr>
          <p:cNvSpPr/>
          <p:nvPr/>
        </p:nvSpPr>
        <p:spPr>
          <a:xfrm>
            <a:off x="2732485" y="2994422"/>
            <a:ext cx="20240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881" y="0"/>
                </a:lnTo>
              </a:path>
            </a:pathLst>
          </a:custGeom>
          <a:ln w="9514">
            <a:solidFill>
              <a:srgbClr val="989898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4BC661DB-4C2F-5606-BA75-38604DBEA4ED}"/>
              </a:ext>
            </a:extLst>
          </p:cNvPr>
          <p:cNvSpPr/>
          <p:nvPr/>
        </p:nvSpPr>
        <p:spPr>
          <a:xfrm>
            <a:off x="2732485" y="2553891"/>
            <a:ext cx="20240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881" y="0"/>
                </a:lnTo>
              </a:path>
            </a:pathLst>
          </a:custGeom>
          <a:ln w="9514">
            <a:solidFill>
              <a:srgbClr val="989898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38659F99-523D-4DB5-D13C-ECD1EB7B150D}"/>
              </a:ext>
            </a:extLst>
          </p:cNvPr>
          <p:cNvSpPr/>
          <p:nvPr/>
        </p:nvSpPr>
        <p:spPr>
          <a:xfrm>
            <a:off x="2732485" y="2112169"/>
            <a:ext cx="20240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881" y="0"/>
                </a:lnTo>
              </a:path>
            </a:pathLst>
          </a:custGeom>
          <a:ln w="9514">
            <a:solidFill>
              <a:srgbClr val="989898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5400D978-839E-C7F9-33A5-FF5FCE105CC8}"/>
              </a:ext>
            </a:extLst>
          </p:cNvPr>
          <p:cNvSpPr/>
          <p:nvPr/>
        </p:nvSpPr>
        <p:spPr>
          <a:xfrm>
            <a:off x="2732485" y="1674019"/>
            <a:ext cx="20240" cy="0"/>
          </a:xfrm>
          <a:custGeom>
            <a:avLst/>
            <a:gdLst/>
            <a:ahLst/>
            <a:cxnLst/>
            <a:rect l="l" t="t" r="r" b="b"/>
            <a:pathLst>
              <a:path w="40005">
                <a:moveTo>
                  <a:pt x="0" y="0"/>
                </a:moveTo>
                <a:lnTo>
                  <a:pt x="39881" y="0"/>
                </a:lnTo>
              </a:path>
            </a:pathLst>
          </a:custGeom>
          <a:ln w="9514">
            <a:solidFill>
              <a:srgbClr val="989898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004FBFB-0ADE-25F8-7125-759147B6EB94}"/>
              </a:ext>
            </a:extLst>
          </p:cNvPr>
          <p:cNvSpPr/>
          <p:nvPr/>
        </p:nvSpPr>
        <p:spPr>
          <a:xfrm>
            <a:off x="2752725" y="3875485"/>
            <a:ext cx="3201591" cy="0"/>
          </a:xfrm>
          <a:custGeom>
            <a:avLst/>
            <a:gdLst/>
            <a:ahLst/>
            <a:cxnLst/>
            <a:rect l="l" t="t" r="r" b="b"/>
            <a:pathLst>
              <a:path w="6123305">
                <a:moveTo>
                  <a:pt x="0" y="0"/>
                </a:moveTo>
                <a:lnTo>
                  <a:pt x="6123051" y="0"/>
                </a:lnTo>
              </a:path>
            </a:pathLst>
          </a:custGeom>
          <a:ln w="9514">
            <a:solidFill>
              <a:srgbClr val="989898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6D14740C-9C40-2D29-5273-FD9B17691028}"/>
              </a:ext>
            </a:extLst>
          </p:cNvPr>
          <p:cNvSpPr/>
          <p:nvPr/>
        </p:nvSpPr>
        <p:spPr>
          <a:xfrm>
            <a:off x="2753916" y="3875485"/>
            <a:ext cx="0" cy="21431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564"/>
                </a:lnTo>
              </a:path>
            </a:pathLst>
          </a:custGeom>
          <a:ln w="9512">
            <a:solidFill>
              <a:srgbClr val="989898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5B69DCE-891E-27D3-B8FB-1D2ED96A44D5}"/>
              </a:ext>
            </a:extLst>
          </p:cNvPr>
          <p:cNvSpPr/>
          <p:nvPr/>
        </p:nvSpPr>
        <p:spPr>
          <a:xfrm>
            <a:off x="3392091" y="3875485"/>
            <a:ext cx="0" cy="21431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564"/>
                </a:lnTo>
              </a:path>
            </a:pathLst>
          </a:custGeom>
          <a:ln w="9512">
            <a:solidFill>
              <a:srgbClr val="989898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B0DB9E9-ACA4-EDB3-536D-7B6A603E7DA2}"/>
              </a:ext>
            </a:extLst>
          </p:cNvPr>
          <p:cNvSpPr/>
          <p:nvPr/>
        </p:nvSpPr>
        <p:spPr>
          <a:xfrm>
            <a:off x="4033838" y="3875485"/>
            <a:ext cx="0" cy="21431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564"/>
                </a:lnTo>
              </a:path>
            </a:pathLst>
          </a:custGeom>
          <a:ln w="9512">
            <a:solidFill>
              <a:srgbClr val="989898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FB17B3E-B547-3579-4E73-6AA7546FCE28}"/>
              </a:ext>
            </a:extLst>
          </p:cNvPr>
          <p:cNvSpPr/>
          <p:nvPr/>
        </p:nvSpPr>
        <p:spPr>
          <a:xfrm>
            <a:off x="4674394" y="3875485"/>
            <a:ext cx="0" cy="21431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564"/>
                </a:lnTo>
              </a:path>
            </a:pathLst>
          </a:custGeom>
          <a:ln w="9512">
            <a:solidFill>
              <a:srgbClr val="989898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BEAFF3EC-FF06-A69B-02AB-B30B3652781E}"/>
              </a:ext>
            </a:extLst>
          </p:cNvPr>
          <p:cNvSpPr/>
          <p:nvPr/>
        </p:nvSpPr>
        <p:spPr>
          <a:xfrm>
            <a:off x="5313760" y="3875485"/>
            <a:ext cx="0" cy="21431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564"/>
                </a:lnTo>
              </a:path>
            </a:pathLst>
          </a:custGeom>
          <a:ln w="9512">
            <a:solidFill>
              <a:srgbClr val="989898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CA5F077B-16A9-9CDD-3785-1A24DCC4DB64}"/>
              </a:ext>
            </a:extLst>
          </p:cNvPr>
          <p:cNvSpPr/>
          <p:nvPr/>
        </p:nvSpPr>
        <p:spPr>
          <a:xfrm>
            <a:off x="5954316" y="3875485"/>
            <a:ext cx="0" cy="21431"/>
          </a:xfrm>
          <a:custGeom>
            <a:avLst/>
            <a:gdLst/>
            <a:ahLst/>
            <a:cxnLst/>
            <a:rect l="l" t="t" r="r" b="b"/>
            <a:pathLst>
              <a:path h="41910">
                <a:moveTo>
                  <a:pt x="0" y="0"/>
                </a:moveTo>
                <a:lnTo>
                  <a:pt x="0" y="41564"/>
                </a:lnTo>
              </a:path>
            </a:pathLst>
          </a:custGeom>
          <a:ln w="9512">
            <a:solidFill>
              <a:srgbClr val="989898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53C6B980-6AF7-DBC7-B814-D42905F07A49}"/>
              </a:ext>
            </a:extLst>
          </p:cNvPr>
          <p:cNvSpPr/>
          <p:nvPr/>
        </p:nvSpPr>
        <p:spPr>
          <a:xfrm>
            <a:off x="2952751" y="2070497"/>
            <a:ext cx="108347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37F9B83A-D783-6424-50F5-8A1EBE019502}"/>
              </a:ext>
            </a:extLst>
          </p:cNvPr>
          <p:cNvSpPr/>
          <p:nvPr/>
        </p:nvSpPr>
        <p:spPr>
          <a:xfrm>
            <a:off x="2826544" y="1983582"/>
            <a:ext cx="109538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C6AF948D-3543-E58D-58BB-41C85D170E20}"/>
              </a:ext>
            </a:extLst>
          </p:cNvPr>
          <p:cNvSpPr/>
          <p:nvPr/>
        </p:nvSpPr>
        <p:spPr>
          <a:xfrm>
            <a:off x="3850482" y="2511028"/>
            <a:ext cx="108347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69C54CD6-9724-0CBC-D8E6-1001D480231B}"/>
              </a:ext>
            </a:extLst>
          </p:cNvPr>
          <p:cNvSpPr/>
          <p:nvPr/>
        </p:nvSpPr>
        <p:spPr>
          <a:xfrm>
            <a:off x="3594497" y="2424113"/>
            <a:ext cx="108347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B76CE76E-F7A6-CAB2-9444-480AF258A808}"/>
              </a:ext>
            </a:extLst>
          </p:cNvPr>
          <p:cNvSpPr/>
          <p:nvPr/>
        </p:nvSpPr>
        <p:spPr>
          <a:xfrm>
            <a:off x="3850482" y="1894285"/>
            <a:ext cx="108347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9AD76F3D-0B5B-904C-FABD-1BD11AAF6086}"/>
              </a:ext>
            </a:extLst>
          </p:cNvPr>
          <p:cNvSpPr/>
          <p:nvPr/>
        </p:nvSpPr>
        <p:spPr>
          <a:xfrm>
            <a:off x="3850482" y="2424113"/>
            <a:ext cx="108347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1586E8B9-A715-AC38-4DA8-85567307B696}"/>
              </a:ext>
            </a:extLst>
          </p:cNvPr>
          <p:cNvSpPr/>
          <p:nvPr/>
        </p:nvSpPr>
        <p:spPr>
          <a:xfrm>
            <a:off x="3220641" y="2165748"/>
            <a:ext cx="92869" cy="928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B7D96644-F8B2-5190-4653-663859096E47}"/>
              </a:ext>
            </a:extLst>
          </p:cNvPr>
          <p:cNvSpPr/>
          <p:nvPr/>
        </p:nvSpPr>
        <p:spPr>
          <a:xfrm>
            <a:off x="3209926" y="2334816"/>
            <a:ext cx="108347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96189171-8269-F08E-7A93-3FE4E2147731}"/>
              </a:ext>
            </a:extLst>
          </p:cNvPr>
          <p:cNvSpPr/>
          <p:nvPr/>
        </p:nvSpPr>
        <p:spPr>
          <a:xfrm>
            <a:off x="3850482" y="2687241"/>
            <a:ext cx="108347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64183732-9DD3-C317-812A-81F3C364E7FB}"/>
              </a:ext>
            </a:extLst>
          </p:cNvPr>
          <p:cNvSpPr/>
          <p:nvPr/>
        </p:nvSpPr>
        <p:spPr>
          <a:xfrm>
            <a:off x="3721894" y="2687241"/>
            <a:ext cx="109538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8C6896A7-B9EE-A3CF-A350-E8FDD6E91BB3}"/>
              </a:ext>
            </a:extLst>
          </p:cNvPr>
          <p:cNvSpPr/>
          <p:nvPr/>
        </p:nvSpPr>
        <p:spPr>
          <a:xfrm>
            <a:off x="3594497" y="2687241"/>
            <a:ext cx="108347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DAC9400D-381C-115F-2C8C-26FB57ADB9F0}"/>
              </a:ext>
            </a:extLst>
          </p:cNvPr>
          <p:cNvSpPr/>
          <p:nvPr/>
        </p:nvSpPr>
        <p:spPr>
          <a:xfrm>
            <a:off x="2952751" y="1894285"/>
            <a:ext cx="108347" cy="1976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427A480A-078D-4D2E-55FE-963A78CDB1A6}"/>
              </a:ext>
            </a:extLst>
          </p:cNvPr>
          <p:cNvSpPr/>
          <p:nvPr/>
        </p:nvSpPr>
        <p:spPr>
          <a:xfrm>
            <a:off x="3721894" y="1894285"/>
            <a:ext cx="109538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BE3949B4-8299-E2AF-0C61-FB3BEC29FF37}"/>
              </a:ext>
            </a:extLst>
          </p:cNvPr>
          <p:cNvSpPr/>
          <p:nvPr/>
        </p:nvSpPr>
        <p:spPr>
          <a:xfrm>
            <a:off x="3465910" y="2424113"/>
            <a:ext cx="108347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E9C40FD4-E87C-275B-3913-E47386B3ACFD}"/>
              </a:ext>
            </a:extLst>
          </p:cNvPr>
          <p:cNvSpPr/>
          <p:nvPr/>
        </p:nvSpPr>
        <p:spPr>
          <a:xfrm>
            <a:off x="3594497" y="2334816"/>
            <a:ext cx="108347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41A15150-AE7A-245B-E5F5-F2327C9BAEFF}"/>
              </a:ext>
            </a:extLst>
          </p:cNvPr>
          <p:cNvSpPr/>
          <p:nvPr/>
        </p:nvSpPr>
        <p:spPr>
          <a:xfrm>
            <a:off x="3337322" y="2070497"/>
            <a:ext cx="109538" cy="28575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F62A243A-9F76-9567-149D-B11335B7ACDC}"/>
              </a:ext>
            </a:extLst>
          </p:cNvPr>
          <p:cNvSpPr/>
          <p:nvPr/>
        </p:nvSpPr>
        <p:spPr>
          <a:xfrm>
            <a:off x="3732610" y="2341960"/>
            <a:ext cx="94059" cy="18216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FCAC7A83-07B0-C397-7614-42A99838DAAC}"/>
              </a:ext>
            </a:extLst>
          </p:cNvPr>
          <p:cNvSpPr/>
          <p:nvPr/>
        </p:nvSpPr>
        <p:spPr>
          <a:xfrm>
            <a:off x="2963466" y="2341960"/>
            <a:ext cx="94059" cy="9286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899D99C5-3DBF-610E-C6A5-0133A3F8146D}"/>
              </a:ext>
            </a:extLst>
          </p:cNvPr>
          <p:cNvSpPr/>
          <p:nvPr/>
        </p:nvSpPr>
        <p:spPr>
          <a:xfrm>
            <a:off x="2826544" y="2070497"/>
            <a:ext cx="109538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67F7ACF0-82D4-4D0E-93CE-51A71FF2CC3F}"/>
              </a:ext>
            </a:extLst>
          </p:cNvPr>
          <p:cNvSpPr/>
          <p:nvPr/>
        </p:nvSpPr>
        <p:spPr>
          <a:xfrm>
            <a:off x="3465910" y="1983582"/>
            <a:ext cx="108347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332F5AA4-A735-1D2D-0034-E43530C31E4F}"/>
              </a:ext>
            </a:extLst>
          </p:cNvPr>
          <p:cNvSpPr/>
          <p:nvPr/>
        </p:nvSpPr>
        <p:spPr>
          <a:xfrm>
            <a:off x="3989785" y="1900238"/>
            <a:ext cx="92869" cy="940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E6F33BE2-0EBF-E799-D3B9-85EB72D0AB23}"/>
              </a:ext>
            </a:extLst>
          </p:cNvPr>
          <p:cNvSpPr/>
          <p:nvPr/>
        </p:nvSpPr>
        <p:spPr>
          <a:xfrm>
            <a:off x="3209926" y="2511028"/>
            <a:ext cx="108347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44" name="object 44">
            <a:extLst>
              <a:ext uri="{FF2B5EF4-FFF2-40B4-BE49-F238E27FC236}">
                <a16:creationId xmlns:a16="http://schemas.microsoft.com/office/drawing/2014/main" id="{57A3FF79-01B9-26C0-15DA-C201049ECB8F}"/>
              </a:ext>
            </a:extLst>
          </p:cNvPr>
          <p:cNvSpPr/>
          <p:nvPr/>
        </p:nvSpPr>
        <p:spPr>
          <a:xfrm>
            <a:off x="3721894" y="2334816"/>
            <a:ext cx="109538" cy="10834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45" name="object 45">
            <a:extLst>
              <a:ext uri="{FF2B5EF4-FFF2-40B4-BE49-F238E27FC236}">
                <a16:creationId xmlns:a16="http://schemas.microsoft.com/office/drawing/2014/main" id="{D6ECBDFC-6C37-EA7F-FE5F-7833F79CAC28}"/>
              </a:ext>
            </a:extLst>
          </p:cNvPr>
          <p:cNvSpPr/>
          <p:nvPr/>
        </p:nvSpPr>
        <p:spPr>
          <a:xfrm>
            <a:off x="2826544" y="2424113"/>
            <a:ext cx="109538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46" name="object 46">
            <a:extLst>
              <a:ext uri="{FF2B5EF4-FFF2-40B4-BE49-F238E27FC236}">
                <a16:creationId xmlns:a16="http://schemas.microsoft.com/office/drawing/2014/main" id="{05B1B27A-852B-F31A-C279-04E3213D69C1}"/>
              </a:ext>
            </a:extLst>
          </p:cNvPr>
          <p:cNvSpPr/>
          <p:nvPr/>
        </p:nvSpPr>
        <p:spPr>
          <a:xfrm>
            <a:off x="2952751" y="2247901"/>
            <a:ext cx="108347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47" name="object 47">
            <a:extLst>
              <a:ext uri="{FF2B5EF4-FFF2-40B4-BE49-F238E27FC236}">
                <a16:creationId xmlns:a16="http://schemas.microsoft.com/office/drawing/2014/main" id="{48AE111B-38E4-18E1-28A3-0DE8955C91C2}"/>
              </a:ext>
            </a:extLst>
          </p:cNvPr>
          <p:cNvSpPr/>
          <p:nvPr/>
        </p:nvSpPr>
        <p:spPr>
          <a:xfrm>
            <a:off x="3721894" y="2070498"/>
            <a:ext cx="109538" cy="1976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48" name="object 48">
            <a:extLst>
              <a:ext uri="{FF2B5EF4-FFF2-40B4-BE49-F238E27FC236}">
                <a16:creationId xmlns:a16="http://schemas.microsoft.com/office/drawing/2014/main" id="{F4C2DBBD-71C1-0A2F-B4BB-2491B021C294}"/>
              </a:ext>
            </a:extLst>
          </p:cNvPr>
          <p:cNvSpPr/>
          <p:nvPr/>
        </p:nvSpPr>
        <p:spPr>
          <a:xfrm>
            <a:off x="3465910" y="2247901"/>
            <a:ext cx="108347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49" name="object 49">
            <a:extLst>
              <a:ext uri="{FF2B5EF4-FFF2-40B4-BE49-F238E27FC236}">
                <a16:creationId xmlns:a16="http://schemas.microsoft.com/office/drawing/2014/main" id="{862DFA37-7517-19C2-45EC-980164019D10}"/>
              </a:ext>
            </a:extLst>
          </p:cNvPr>
          <p:cNvSpPr/>
          <p:nvPr/>
        </p:nvSpPr>
        <p:spPr>
          <a:xfrm>
            <a:off x="3476625" y="2606279"/>
            <a:ext cx="94060" cy="9405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50" name="object 50">
            <a:extLst>
              <a:ext uri="{FF2B5EF4-FFF2-40B4-BE49-F238E27FC236}">
                <a16:creationId xmlns:a16="http://schemas.microsoft.com/office/drawing/2014/main" id="{CBD17312-5931-FD3B-C406-D466C62DACC8}"/>
              </a:ext>
            </a:extLst>
          </p:cNvPr>
          <p:cNvSpPr/>
          <p:nvPr/>
        </p:nvSpPr>
        <p:spPr>
          <a:xfrm>
            <a:off x="3594497" y="1983582"/>
            <a:ext cx="108347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51" name="object 51">
            <a:extLst>
              <a:ext uri="{FF2B5EF4-FFF2-40B4-BE49-F238E27FC236}">
                <a16:creationId xmlns:a16="http://schemas.microsoft.com/office/drawing/2014/main" id="{2545AD4B-9A6D-3F07-3E65-5B1F25594D5E}"/>
              </a:ext>
            </a:extLst>
          </p:cNvPr>
          <p:cNvSpPr/>
          <p:nvPr/>
        </p:nvSpPr>
        <p:spPr>
          <a:xfrm>
            <a:off x="3081338" y="2511028"/>
            <a:ext cx="108347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52" name="object 52">
            <a:extLst>
              <a:ext uri="{FF2B5EF4-FFF2-40B4-BE49-F238E27FC236}">
                <a16:creationId xmlns:a16="http://schemas.microsoft.com/office/drawing/2014/main" id="{E08CD6AD-F1B2-33E6-0354-E16767BD9B1D}"/>
              </a:ext>
            </a:extLst>
          </p:cNvPr>
          <p:cNvSpPr/>
          <p:nvPr/>
        </p:nvSpPr>
        <p:spPr>
          <a:xfrm>
            <a:off x="3081338" y="2070497"/>
            <a:ext cx="108347" cy="2857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53" name="object 53">
            <a:extLst>
              <a:ext uri="{FF2B5EF4-FFF2-40B4-BE49-F238E27FC236}">
                <a16:creationId xmlns:a16="http://schemas.microsoft.com/office/drawing/2014/main" id="{AF32E893-4BD8-44FD-49E8-4F0C0DEF9DCC}"/>
              </a:ext>
            </a:extLst>
          </p:cNvPr>
          <p:cNvSpPr/>
          <p:nvPr/>
        </p:nvSpPr>
        <p:spPr>
          <a:xfrm>
            <a:off x="3594497" y="2511029"/>
            <a:ext cx="108347" cy="1976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54" name="object 54">
            <a:extLst>
              <a:ext uri="{FF2B5EF4-FFF2-40B4-BE49-F238E27FC236}">
                <a16:creationId xmlns:a16="http://schemas.microsoft.com/office/drawing/2014/main" id="{0E6A535B-9EDA-AC7E-2155-9AEC2309C453}"/>
              </a:ext>
            </a:extLst>
          </p:cNvPr>
          <p:cNvSpPr/>
          <p:nvPr/>
        </p:nvSpPr>
        <p:spPr>
          <a:xfrm>
            <a:off x="3337322" y="1894285"/>
            <a:ext cx="109538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55" name="object 55">
            <a:extLst>
              <a:ext uri="{FF2B5EF4-FFF2-40B4-BE49-F238E27FC236}">
                <a16:creationId xmlns:a16="http://schemas.microsoft.com/office/drawing/2014/main" id="{31DE78E9-EDF5-7C70-A07A-3691272E729E}"/>
              </a:ext>
            </a:extLst>
          </p:cNvPr>
          <p:cNvSpPr/>
          <p:nvPr/>
        </p:nvSpPr>
        <p:spPr>
          <a:xfrm>
            <a:off x="3989785" y="2693194"/>
            <a:ext cx="92869" cy="940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56" name="object 56">
            <a:extLst>
              <a:ext uri="{FF2B5EF4-FFF2-40B4-BE49-F238E27FC236}">
                <a16:creationId xmlns:a16="http://schemas.microsoft.com/office/drawing/2014/main" id="{B3517ED3-EC61-A23D-B2EF-32EDED75C44D}"/>
              </a:ext>
            </a:extLst>
          </p:cNvPr>
          <p:cNvSpPr/>
          <p:nvPr/>
        </p:nvSpPr>
        <p:spPr>
          <a:xfrm>
            <a:off x="3337322" y="2511029"/>
            <a:ext cx="109538" cy="1976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57" name="object 57">
            <a:extLst>
              <a:ext uri="{FF2B5EF4-FFF2-40B4-BE49-F238E27FC236}">
                <a16:creationId xmlns:a16="http://schemas.microsoft.com/office/drawing/2014/main" id="{9AA8BB38-9F32-2F87-5FD0-CA7B5592473D}"/>
              </a:ext>
            </a:extLst>
          </p:cNvPr>
          <p:cNvSpPr/>
          <p:nvPr/>
        </p:nvSpPr>
        <p:spPr>
          <a:xfrm>
            <a:off x="2963466" y="2693194"/>
            <a:ext cx="94059" cy="940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58" name="object 58">
            <a:extLst>
              <a:ext uri="{FF2B5EF4-FFF2-40B4-BE49-F238E27FC236}">
                <a16:creationId xmlns:a16="http://schemas.microsoft.com/office/drawing/2014/main" id="{AE6198A0-BEE1-10FA-84FF-1697A26063CB}"/>
              </a:ext>
            </a:extLst>
          </p:cNvPr>
          <p:cNvSpPr/>
          <p:nvPr/>
        </p:nvSpPr>
        <p:spPr>
          <a:xfrm>
            <a:off x="3081338" y="1894285"/>
            <a:ext cx="108347" cy="19764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59" name="object 59">
            <a:extLst>
              <a:ext uri="{FF2B5EF4-FFF2-40B4-BE49-F238E27FC236}">
                <a16:creationId xmlns:a16="http://schemas.microsoft.com/office/drawing/2014/main" id="{57C39F7B-1386-B2E3-2DBA-E28611FFC64F}"/>
              </a:ext>
            </a:extLst>
          </p:cNvPr>
          <p:cNvSpPr/>
          <p:nvPr/>
        </p:nvSpPr>
        <p:spPr>
          <a:xfrm>
            <a:off x="2826544" y="2687241"/>
            <a:ext cx="109538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60" name="object 60">
            <a:extLst>
              <a:ext uri="{FF2B5EF4-FFF2-40B4-BE49-F238E27FC236}">
                <a16:creationId xmlns:a16="http://schemas.microsoft.com/office/drawing/2014/main" id="{5C1EF43D-A7D9-FE57-7AD8-9409A4130FEB}"/>
              </a:ext>
            </a:extLst>
          </p:cNvPr>
          <p:cNvSpPr/>
          <p:nvPr/>
        </p:nvSpPr>
        <p:spPr>
          <a:xfrm>
            <a:off x="3081338" y="2334816"/>
            <a:ext cx="108347" cy="1083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61" name="object 61">
            <a:extLst>
              <a:ext uri="{FF2B5EF4-FFF2-40B4-BE49-F238E27FC236}">
                <a16:creationId xmlns:a16="http://schemas.microsoft.com/office/drawing/2014/main" id="{BC24A60B-B594-3BD4-9A54-CE2242F45757}"/>
              </a:ext>
            </a:extLst>
          </p:cNvPr>
          <p:cNvSpPr/>
          <p:nvPr/>
        </p:nvSpPr>
        <p:spPr>
          <a:xfrm>
            <a:off x="4745832" y="2951560"/>
            <a:ext cx="108347" cy="10953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62" name="object 62">
            <a:extLst>
              <a:ext uri="{FF2B5EF4-FFF2-40B4-BE49-F238E27FC236}">
                <a16:creationId xmlns:a16="http://schemas.microsoft.com/office/drawing/2014/main" id="{E1EC1C11-375B-252A-8B7B-0BAB8378245E}"/>
              </a:ext>
            </a:extLst>
          </p:cNvPr>
          <p:cNvSpPr/>
          <p:nvPr/>
        </p:nvSpPr>
        <p:spPr>
          <a:xfrm>
            <a:off x="5258991" y="3217069"/>
            <a:ext cx="108347" cy="10834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63" name="object 63">
            <a:extLst>
              <a:ext uri="{FF2B5EF4-FFF2-40B4-BE49-F238E27FC236}">
                <a16:creationId xmlns:a16="http://schemas.microsoft.com/office/drawing/2014/main" id="{15190666-7DFC-1020-6BF4-F889D2CA186C}"/>
              </a:ext>
            </a:extLst>
          </p:cNvPr>
          <p:cNvSpPr/>
          <p:nvPr/>
        </p:nvSpPr>
        <p:spPr>
          <a:xfrm>
            <a:off x="4491037" y="2951560"/>
            <a:ext cx="109538" cy="10953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64" name="object 64">
            <a:extLst>
              <a:ext uri="{FF2B5EF4-FFF2-40B4-BE49-F238E27FC236}">
                <a16:creationId xmlns:a16="http://schemas.microsoft.com/office/drawing/2014/main" id="{657A77E6-50CE-0F15-1C10-C356AF955C7C}"/>
              </a:ext>
            </a:extLst>
          </p:cNvPr>
          <p:cNvSpPr/>
          <p:nvPr/>
        </p:nvSpPr>
        <p:spPr>
          <a:xfrm>
            <a:off x="4619626" y="3303985"/>
            <a:ext cx="108347" cy="10834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65" name="object 65">
            <a:extLst>
              <a:ext uri="{FF2B5EF4-FFF2-40B4-BE49-F238E27FC236}">
                <a16:creationId xmlns:a16="http://schemas.microsoft.com/office/drawing/2014/main" id="{07803BAE-BBF6-738F-6360-DA03B06685DD}"/>
              </a:ext>
            </a:extLst>
          </p:cNvPr>
          <p:cNvSpPr/>
          <p:nvPr/>
        </p:nvSpPr>
        <p:spPr>
          <a:xfrm>
            <a:off x="4874419" y="3745707"/>
            <a:ext cx="108347" cy="10834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66" name="object 66">
            <a:extLst>
              <a:ext uri="{FF2B5EF4-FFF2-40B4-BE49-F238E27FC236}">
                <a16:creationId xmlns:a16="http://schemas.microsoft.com/office/drawing/2014/main" id="{58D7E2B5-79C5-48EC-141C-C583A7108560}"/>
              </a:ext>
            </a:extLst>
          </p:cNvPr>
          <p:cNvSpPr/>
          <p:nvPr/>
        </p:nvSpPr>
        <p:spPr>
          <a:xfrm>
            <a:off x="5001816" y="3303985"/>
            <a:ext cx="109538" cy="19764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67" name="object 67">
            <a:extLst>
              <a:ext uri="{FF2B5EF4-FFF2-40B4-BE49-F238E27FC236}">
                <a16:creationId xmlns:a16="http://schemas.microsoft.com/office/drawing/2014/main" id="{34073DDA-C113-A51C-3746-3E19EB88A66B}"/>
              </a:ext>
            </a:extLst>
          </p:cNvPr>
          <p:cNvSpPr/>
          <p:nvPr/>
        </p:nvSpPr>
        <p:spPr>
          <a:xfrm>
            <a:off x="4369594" y="3040857"/>
            <a:ext cx="100013" cy="27860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68" name="object 68">
            <a:extLst>
              <a:ext uri="{FF2B5EF4-FFF2-40B4-BE49-F238E27FC236}">
                <a16:creationId xmlns:a16="http://schemas.microsoft.com/office/drawing/2014/main" id="{F6112AC7-C793-40D9-6405-5E33B6BBF131}"/>
              </a:ext>
            </a:extLst>
          </p:cNvPr>
          <p:cNvSpPr/>
          <p:nvPr/>
        </p:nvSpPr>
        <p:spPr>
          <a:xfrm>
            <a:off x="4745832" y="3480197"/>
            <a:ext cx="108347" cy="10834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69" name="object 69">
            <a:extLst>
              <a:ext uri="{FF2B5EF4-FFF2-40B4-BE49-F238E27FC236}">
                <a16:creationId xmlns:a16="http://schemas.microsoft.com/office/drawing/2014/main" id="{70C5DA79-CAC7-8742-0341-FC172E2E90A9}"/>
              </a:ext>
            </a:extLst>
          </p:cNvPr>
          <p:cNvSpPr/>
          <p:nvPr/>
        </p:nvSpPr>
        <p:spPr>
          <a:xfrm>
            <a:off x="5393531" y="3658791"/>
            <a:ext cx="100013" cy="18811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70" name="object 70">
            <a:extLst>
              <a:ext uri="{FF2B5EF4-FFF2-40B4-BE49-F238E27FC236}">
                <a16:creationId xmlns:a16="http://schemas.microsoft.com/office/drawing/2014/main" id="{07E41CB1-D43B-9FB5-BF2A-AC757B34CF1C}"/>
              </a:ext>
            </a:extLst>
          </p:cNvPr>
          <p:cNvSpPr/>
          <p:nvPr/>
        </p:nvSpPr>
        <p:spPr>
          <a:xfrm>
            <a:off x="4363641" y="2951560"/>
            <a:ext cx="108347" cy="10953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71" name="object 71">
            <a:extLst>
              <a:ext uri="{FF2B5EF4-FFF2-40B4-BE49-F238E27FC236}">
                <a16:creationId xmlns:a16="http://schemas.microsoft.com/office/drawing/2014/main" id="{B860F2F3-24AF-6184-A340-C5F1E19F2A10}"/>
              </a:ext>
            </a:extLst>
          </p:cNvPr>
          <p:cNvSpPr/>
          <p:nvPr/>
        </p:nvSpPr>
        <p:spPr>
          <a:xfrm>
            <a:off x="4619626" y="3656410"/>
            <a:ext cx="108347" cy="10834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72" name="object 72">
            <a:extLst>
              <a:ext uri="{FF2B5EF4-FFF2-40B4-BE49-F238E27FC236}">
                <a16:creationId xmlns:a16="http://schemas.microsoft.com/office/drawing/2014/main" id="{6C53AD09-DBBA-C764-7083-53768DAA4CB4}"/>
              </a:ext>
            </a:extLst>
          </p:cNvPr>
          <p:cNvSpPr/>
          <p:nvPr/>
        </p:nvSpPr>
        <p:spPr>
          <a:xfrm>
            <a:off x="4874419" y="3303985"/>
            <a:ext cx="108347" cy="19764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73" name="object 73">
            <a:extLst>
              <a:ext uri="{FF2B5EF4-FFF2-40B4-BE49-F238E27FC236}">
                <a16:creationId xmlns:a16="http://schemas.microsoft.com/office/drawing/2014/main" id="{B611316F-FE43-D66E-9D69-BDE1215A2AF9}"/>
              </a:ext>
            </a:extLst>
          </p:cNvPr>
          <p:cNvSpPr/>
          <p:nvPr/>
        </p:nvSpPr>
        <p:spPr>
          <a:xfrm>
            <a:off x="5520928" y="3040857"/>
            <a:ext cx="100013" cy="27860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74" name="object 74">
            <a:extLst>
              <a:ext uri="{FF2B5EF4-FFF2-40B4-BE49-F238E27FC236}">
                <a16:creationId xmlns:a16="http://schemas.microsoft.com/office/drawing/2014/main" id="{6063BF1F-30C7-4934-DF6E-B50A95A563C4}"/>
              </a:ext>
            </a:extLst>
          </p:cNvPr>
          <p:cNvSpPr/>
          <p:nvPr/>
        </p:nvSpPr>
        <p:spPr>
          <a:xfrm>
            <a:off x="4369594" y="3658791"/>
            <a:ext cx="100013" cy="18811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75" name="object 75">
            <a:extLst>
              <a:ext uri="{FF2B5EF4-FFF2-40B4-BE49-F238E27FC236}">
                <a16:creationId xmlns:a16="http://schemas.microsoft.com/office/drawing/2014/main" id="{EDC9D21F-F4FD-331E-B541-C742D585B8C1}"/>
              </a:ext>
            </a:extLst>
          </p:cNvPr>
          <p:cNvSpPr/>
          <p:nvPr/>
        </p:nvSpPr>
        <p:spPr>
          <a:xfrm>
            <a:off x="4491037" y="3127772"/>
            <a:ext cx="109538" cy="10953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76" name="object 76">
            <a:extLst>
              <a:ext uri="{FF2B5EF4-FFF2-40B4-BE49-F238E27FC236}">
                <a16:creationId xmlns:a16="http://schemas.microsoft.com/office/drawing/2014/main" id="{573A3A46-FDD4-9653-7B32-D2D77F05DC9F}"/>
              </a:ext>
            </a:extLst>
          </p:cNvPr>
          <p:cNvSpPr/>
          <p:nvPr/>
        </p:nvSpPr>
        <p:spPr>
          <a:xfrm>
            <a:off x="4619626" y="3127773"/>
            <a:ext cx="108347" cy="19764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77" name="object 77">
            <a:extLst>
              <a:ext uri="{FF2B5EF4-FFF2-40B4-BE49-F238E27FC236}">
                <a16:creationId xmlns:a16="http://schemas.microsoft.com/office/drawing/2014/main" id="{86720171-3737-DAF0-6A7D-ADE3DB8670FF}"/>
              </a:ext>
            </a:extLst>
          </p:cNvPr>
          <p:cNvSpPr/>
          <p:nvPr/>
        </p:nvSpPr>
        <p:spPr>
          <a:xfrm>
            <a:off x="5258991" y="2951560"/>
            <a:ext cx="108347" cy="10953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78" name="object 78">
            <a:extLst>
              <a:ext uri="{FF2B5EF4-FFF2-40B4-BE49-F238E27FC236}">
                <a16:creationId xmlns:a16="http://schemas.microsoft.com/office/drawing/2014/main" id="{31407A65-833D-79C2-14BA-62B9AB914E8E}"/>
              </a:ext>
            </a:extLst>
          </p:cNvPr>
          <p:cNvSpPr/>
          <p:nvPr/>
        </p:nvSpPr>
        <p:spPr>
          <a:xfrm>
            <a:off x="4874419" y="3569494"/>
            <a:ext cx="108347" cy="10834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79" name="object 79">
            <a:extLst>
              <a:ext uri="{FF2B5EF4-FFF2-40B4-BE49-F238E27FC236}">
                <a16:creationId xmlns:a16="http://schemas.microsoft.com/office/drawing/2014/main" id="{BC3BE75E-35C9-B19C-E85F-219E437B0A3E}"/>
              </a:ext>
            </a:extLst>
          </p:cNvPr>
          <p:cNvSpPr/>
          <p:nvPr/>
        </p:nvSpPr>
        <p:spPr>
          <a:xfrm>
            <a:off x="5393531" y="3040857"/>
            <a:ext cx="100013" cy="18931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80" name="object 80">
            <a:extLst>
              <a:ext uri="{FF2B5EF4-FFF2-40B4-BE49-F238E27FC236}">
                <a16:creationId xmlns:a16="http://schemas.microsoft.com/office/drawing/2014/main" id="{58D1590B-3AF7-18E6-7491-FDECECBC52E4}"/>
              </a:ext>
            </a:extLst>
          </p:cNvPr>
          <p:cNvSpPr/>
          <p:nvPr/>
        </p:nvSpPr>
        <p:spPr>
          <a:xfrm>
            <a:off x="4363641" y="3656410"/>
            <a:ext cx="108347" cy="10834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81" name="object 81">
            <a:extLst>
              <a:ext uri="{FF2B5EF4-FFF2-40B4-BE49-F238E27FC236}">
                <a16:creationId xmlns:a16="http://schemas.microsoft.com/office/drawing/2014/main" id="{0A9D0779-ED5E-DC83-F83B-498BDB85B841}"/>
              </a:ext>
            </a:extLst>
          </p:cNvPr>
          <p:cNvSpPr/>
          <p:nvPr/>
        </p:nvSpPr>
        <p:spPr>
          <a:xfrm>
            <a:off x="5264944" y="3658791"/>
            <a:ext cx="100013" cy="10001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82" name="object 82">
            <a:extLst>
              <a:ext uri="{FF2B5EF4-FFF2-40B4-BE49-F238E27FC236}">
                <a16:creationId xmlns:a16="http://schemas.microsoft.com/office/drawing/2014/main" id="{100ABC70-4461-CF7A-5D20-9BB7E89025C3}"/>
              </a:ext>
            </a:extLst>
          </p:cNvPr>
          <p:cNvSpPr/>
          <p:nvPr/>
        </p:nvSpPr>
        <p:spPr>
          <a:xfrm>
            <a:off x="5130403" y="3217069"/>
            <a:ext cx="108347" cy="10834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83" name="object 83">
            <a:extLst>
              <a:ext uri="{FF2B5EF4-FFF2-40B4-BE49-F238E27FC236}">
                <a16:creationId xmlns:a16="http://schemas.microsoft.com/office/drawing/2014/main" id="{8D0C8A05-76E2-178B-4EC8-8C0D93B0A181}"/>
              </a:ext>
            </a:extLst>
          </p:cNvPr>
          <p:cNvSpPr/>
          <p:nvPr/>
        </p:nvSpPr>
        <p:spPr>
          <a:xfrm>
            <a:off x="4491037" y="3303985"/>
            <a:ext cx="109538" cy="10834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84" name="object 84">
            <a:extLst>
              <a:ext uri="{FF2B5EF4-FFF2-40B4-BE49-F238E27FC236}">
                <a16:creationId xmlns:a16="http://schemas.microsoft.com/office/drawing/2014/main" id="{DABE370C-8E3C-222C-8976-6CFA97298854}"/>
              </a:ext>
            </a:extLst>
          </p:cNvPr>
          <p:cNvSpPr/>
          <p:nvPr/>
        </p:nvSpPr>
        <p:spPr>
          <a:xfrm>
            <a:off x="4751785" y="3130154"/>
            <a:ext cx="100013" cy="18930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85" name="object 85">
            <a:extLst>
              <a:ext uri="{FF2B5EF4-FFF2-40B4-BE49-F238E27FC236}">
                <a16:creationId xmlns:a16="http://schemas.microsoft.com/office/drawing/2014/main" id="{121B81E3-0BBE-E4AE-E5DD-5D05FC3BD30B}"/>
              </a:ext>
            </a:extLst>
          </p:cNvPr>
          <p:cNvSpPr/>
          <p:nvPr/>
        </p:nvSpPr>
        <p:spPr>
          <a:xfrm>
            <a:off x="4491037" y="3745707"/>
            <a:ext cx="109538" cy="10834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86" name="object 86">
            <a:extLst>
              <a:ext uri="{FF2B5EF4-FFF2-40B4-BE49-F238E27FC236}">
                <a16:creationId xmlns:a16="http://schemas.microsoft.com/office/drawing/2014/main" id="{4FF6599F-B840-8199-3443-BF8EDA62AB05}"/>
              </a:ext>
            </a:extLst>
          </p:cNvPr>
          <p:cNvSpPr/>
          <p:nvPr/>
        </p:nvSpPr>
        <p:spPr>
          <a:xfrm>
            <a:off x="5130403" y="3303985"/>
            <a:ext cx="108347" cy="10834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87" name="object 87">
            <a:extLst>
              <a:ext uri="{FF2B5EF4-FFF2-40B4-BE49-F238E27FC236}">
                <a16:creationId xmlns:a16="http://schemas.microsoft.com/office/drawing/2014/main" id="{B2749E19-A194-29E7-91B9-DEB45BE9FC37}"/>
              </a:ext>
            </a:extLst>
          </p:cNvPr>
          <p:cNvSpPr/>
          <p:nvPr/>
        </p:nvSpPr>
        <p:spPr>
          <a:xfrm>
            <a:off x="4619626" y="3480198"/>
            <a:ext cx="108347" cy="19764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88" name="object 88">
            <a:extLst>
              <a:ext uri="{FF2B5EF4-FFF2-40B4-BE49-F238E27FC236}">
                <a16:creationId xmlns:a16="http://schemas.microsoft.com/office/drawing/2014/main" id="{670AF321-D917-32EA-416E-673B5C022F80}"/>
              </a:ext>
            </a:extLst>
          </p:cNvPr>
          <p:cNvSpPr/>
          <p:nvPr/>
        </p:nvSpPr>
        <p:spPr>
          <a:xfrm>
            <a:off x="4619626" y="3303985"/>
            <a:ext cx="108347" cy="10834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89" name="object 89">
            <a:extLst>
              <a:ext uri="{FF2B5EF4-FFF2-40B4-BE49-F238E27FC236}">
                <a16:creationId xmlns:a16="http://schemas.microsoft.com/office/drawing/2014/main" id="{96917FCE-2698-2A89-3702-B163B06CC2D6}"/>
              </a:ext>
            </a:extLst>
          </p:cNvPr>
          <p:cNvSpPr/>
          <p:nvPr/>
        </p:nvSpPr>
        <p:spPr>
          <a:xfrm>
            <a:off x="5386387" y="3480198"/>
            <a:ext cx="109538" cy="19764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90" name="object 90">
            <a:extLst>
              <a:ext uri="{FF2B5EF4-FFF2-40B4-BE49-F238E27FC236}">
                <a16:creationId xmlns:a16="http://schemas.microsoft.com/office/drawing/2014/main" id="{D5BCB64B-691E-DBA3-C1EC-A4DAA58A89F5}"/>
              </a:ext>
            </a:extLst>
          </p:cNvPr>
          <p:cNvSpPr/>
          <p:nvPr/>
        </p:nvSpPr>
        <p:spPr>
          <a:xfrm>
            <a:off x="4619626" y="2951560"/>
            <a:ext cx="108347" cy="10953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91" name="object 91">
            <a:extLst>
              <a:ext uri="{FF2B5EF4-FFF2-40B4-BE49-F238E27FC236}">
                <a16:creationId xmlns:a16="http://schemas.microsoft.com/office/drawing/2014/main" id="{3C9F745D-A2BD-8CD7-0F7D-A3EF5B420CA0}"/>
              </a:ext>
            </a:extLst>
          </p:cNvPr>
          <p:cNvSpPr/>
          <p:nvPr/>
        </p:nvSpPr>
        <p:spPr>
          <a:xfrm>
            <a:off x="4363641" y="3127772"/>
            <a:ext cx="108347" cy="10953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92" name="object 92">
            <a:extLst>
              <a:ext uri="{FF2B5EF4-FFF2-40B4-BE49-F238E27FC236}">
                <a16:creationId xmlns:a16="http://schemas.microsoft.com/office/drawing/2014/main" id="{BEEA0F3B-8095-875C-C562-2E407CBFC44C}"/>
              </a:ext>
            </a:extLst>
          </p:cNvPr>
          <p:cNvSpPr/>
          <p:nvPr/>
        </p:nvSpPr>
        <p:spPr>
          <a:xfrm>
            <a:off x="4880372" y="3130153"/>
            <a:ext cx="100013" cy="10001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93" name="object 93">
            <a:extLst>
              <a:ext uri="{FF2B5EF4-FFF2-40B4-BE49-F238E27FC236}">
                <a16:creationId xmlns:a16="http://schemas.microsoft.com/office/drawing/2014/main" id="{E0D5C064-C6A8-87A4-AB36-C8836888C735}"/>
              </a:ext>
            </a:extLst>
          </p:cNvPr>
          <p:cNvSpPr/>
          <p:nvPr/>
        </p:nvSpPr>
        <p:spPr>
          <a:xfrm>
            <a:off x="5136356" y="3482578"/>
            <a:ext cx="100013" cy="10001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94" name="object 94">
            <a:extLst>
              <a:ext uri="{FF2B5EF4-FFF2-40B4-BE49-F238E27FC236}">
                <a16:creationId xmlns:a16="http://schemas.microsoft.com/office/drawing/2014/main" id="{352EE34B-326F-F5AA-F92B-B6EA4F7DAD00}"/>
              </a:ext>
            </a:extLst>
          </p:cNvPr>
          <p:cNvSpPr/>
          <p:nvPr/>
        </p:nvSpPr>
        <p:spPr>
          <a:xfrm>
            <a:off x="5136356" y="3658791"/>
            <a:ext cx="100013" cy="18811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95" name="object 95">
            <a:extLst>
              <a:ext uri="{FF2B5EF4-FFF2-40B4-BE49-F238E27FC236}">
                <a16:creationId xmlns:a16="http://schemas.microsoft.com/office/drawing/2014/main" id="{5476AD9A-0511-03A1-A7EB-56C4AA6C6466}"/>
              </a:ext>
            </a:extLst>
          </p:cNvPr>
          <p:cNvSpPr/>
          <p:nvPr/>
        </p:nvSpPr>
        <p:spPr>
          <a:xfrm>
            <a:off x="2974181" y="2078831"/>
            <a:ext cx="67866" cy="6667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96" name="object 96">
            <a:extLst>
              <a:ext uri="{FF2B5EF4-FFF2-40B4-BE49-F238E27FC236}">
                <a16:creationId xmlns:a16="http://schemas.microsoft.com/office/drawing/2014/main" id="{5B5BA3C4-FD19-4A41-0218-DA029FB15D23}"/>
              </a:ext>
            </a:extLst>
          </p:cNvPr>
          <p:cNvSpPr/>
          <p:nvPr/>
        </p:nvSpPr>
        <p:spPr>
          <a:xfrm>
            <a:off x="2849166" y="1991916"/>
            <a:ext cx="66675" cy="6667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97" name="object 97">
            <a:extLst>
              <a:ext uri="{FF2B5EF4-FFF2-40B4-BE49-F238E27FC236}">
                <a16:creationId xmlns:a16="http://schemas.microsoft.com/office/drawing/2014/main" id="{4FD4E406-F569-2E6C-95EE-4367015B559A}"/>
              </a:ext>
            </a:extLst>
          </p:cNvPr>
          <p:cNvSpPr/>
          <p:nvPr/>
        </p:nvSpPr>
        <p:spPr>
          <a:xfrm>
            <a:off x="3871913" y="2519363"/>
            <a:ext cx="67866" cy="6786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98" name="object 98">
            <a:extLst>
              <a:ext uri="{FF2B5EF4-FFF2-40B4-BE49-F238E27FC236}">
                <a16:creationId xmlns:a16="http://schemas.microsoft.com/office/drawing/2014/main" id="{86C6399E-F00D-6799-BF2E-6BA5BF9C780F}"/>
              </a:ext>
            </a:extLst>
          </p:cNvPr>
          <p:cNvSpPr/>
          <p:nvPr/>
        </p:nvSpPr>
        <p:spPr>
          <a:xfrm>
            <a:off x="3615929" y="2432448"/>
            <a:ext cx="66675" cy="6786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99" name="object 99">
            <a:extLst>
              <a:ext uri="{FF2B5EF4-FFF2-40B4-BE49-F238E27FC236}">
                <a16:creationId xmlns:a16="http://schemas.microsoft.com/office/drawing/2014/main" id="{F585C43C-3B68-F119-1A8D-2AEC3D838FDD}"/>
              </a:ext>
            </a:extLst>
          </p:cNvPr>
          <p:cNvSpPr/>
          <p:nvPr/>
        </p:nvSpPr>
        <p:spPr>
          <a:xfrm>
            <a:off x="3871913" y="1902619"/>
            <a:ext cx="67866" cy="6786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00" name="object 100">
            <a:extLst>
              <a:ext uri="{FF2B5EF4-FFF2-40B4-BE49-F238E27FC236}">
                <a16:creationId xmlns:a16="http://schemas.microsoft.com/office/drawing/2014/main" id="{A2668B27-A826-DD4C-ECCB-DFAB3F16E38E}"/>
              </a:ext>
            </a:extLst>
          </p:cNvPr>
          <p:cNvSpPr/>
          <p:nvPr/>
        </p:nvSpPr>
        <p:spPr>
          <a:xfrm>
            <a:off x="3871913" y="2432448"/>
            <a:ext cx="67866" cy="6786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01" name="object 101">
            <a:extLst>
              <a:ext uri="{FF2B5EF4-FFF2-40B4-BE49-F238E27FC236}">
                <a16:creationId xmlns:a16="http://schemas.microsoft.com/office/drawing/2014/main" id="{D71D74A6-F07B-16DD-B962-C694B691EDEE}"/>
              </a:ext>
            </a:extLst>
          </p:cNvPr>
          <p:cNvSpPr/>
          <p:nvPr/>
        </p:nvSpPr>
        <p:spPr>
          <a:xfrm>
            <a:off x="3231356" y="2168129"/>
            <a:ext cx="66675" cy="6667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02" name="object 102">
            <a:extLst>
              <a:ext uri="{FF2B5EF4-FFF2-40B4-BE49-F238E27FC236}">
                <a16:creationId xmlns:a16="http://schemas.microsoft.com/office/drawing/2014/main" id="{6ED338B5-9148-F338-A5C3-874ECADD715A}"/>
              </a:ext>
            </a:extLst>
          </p:cNvPr>
          <p:cNvSpPr/>
          <p:nvPr/>
        </p:nvSpPr>
        <p:spPr>
          <a:xfrm>
            <a:off x="3359944" y="2256235"/>
            <a:ext cx="66675" cy="6786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03" name="object 103">
            <a:extLst>
              <a:ext uri="{FF2B5EF4-FFF2-40B4-BE49-F238E27FC236}">
                <a16:creationId xmlns:a16="http://schemas.microsoft.com/office/drawing/2014/main" id="{AA7A79DD-8311-85EA-421E-58A18E3F37C9}"/>
              </a:ext>
            </a:extLst>
          </p:cNvPr>
          <p:cNvSpPr/>
          <p:nvPr/>
        </p:nvSpPr>
        <p:spPr>
          <a:xfrm>
            <a:off x="3359944" y="2078831"/>
            <a:ext cx="66675" cy="6667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04" name="object 104">
            <a:extLst>
              <a:ext uri="{FF2B5EF4-FFF2-40B4-BE49-F238E27FC236}">
                <a16:creationId xmlns:a16="http://schemas.microsoft.com/office/drawing/2014/main" id="{42053C7B-C128-8C2A-E423-FE685AAA2E7E}"/>
              </a:ext>
            </a:extLst>
          </p:cNvPr>
          <p:cNvSpPr/>
          <p:nvPr/>
        </p:nvSpPr>
        <p:spPr>
          <a:xfrm>
            <a:off x="3231356" y="2343150"/>
            <a:ext cx="66675" cy="6786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05" name="object 105">
            <a:extLst>
              <a:ext uri="{FF2B5EF4-FFF2-40B4-BE49-F238E27FC236}">
                <a16:creationId xmlns:a16="http://schemas.microsoft.com/office/drawing/2014/main" id="{04CBBF83-A08B-37C9-4ACE-66121B2BC1F0}"/>
              </a:ext>
            </a:extLst>
          </p:cNvPr>
          <p:cNvSpPr/>
          <p:nvPr/>
        </p:nvSpPr>
        <p:spPr>
          <a:xfrm>
            <a:off x="3871913" y="2695575"/>
            <a:ext cx="67866" cy="6786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06" name="object 106">
            <a:extLst>
              <a:ext uri="{FF2B5EF4-FFF2-40B4-BE49-F238E27FC236}">
                <a16:creationId xmlns:a16="http://schemas.microsoft.com/office/drawing/2014/main" id="{7754462C-C91A-C671-5AF1-77160ADD0E1C}"/>
              </a:ext>
            </a:extLst>
          </p:cNvPr>
          <p:cNvSpPr/>
          <p:nvPr/>
        </p:nvSpPr>
        <p:spPr>
          <a:xfrm>
            <a:off x="3744516" y="2168129"/>
            <a:ext cx="66675" cy="6667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07" name="object 107">
            <a:extLst>
              <a:ext uri="{FF2B5EF4-FFF2-40B4-BE49-F238E27FC236}">
                <a16:creationId xmlns:a16="http://schemas.microsoft.com/office/drawing/2014/main" id="{5EB459A5-2AF1-9E48-ECEC-4FD2BFF31848}"/>
              </a:ext>
            </a:extLst>
          </p:cNvPr>
          <p:cNvSpPr/>
          <p:nvPr/>
        </p:nvSpPr>
        <p:spPr>
          <a:xfrm>
            <a:off x="2974181" y="1902619"/>
            <a:ext cx="67866" cy="6786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08" name="object 108">
            <a:extLst>
              <a:ext uri="{FF2B5EF4-FFF2-40B4-BE49-F238E27FC236}">
                <a16:creationId xmlns:a16="http://schemas.microsoft.com/office/drawing/2014/main" id="{10FFB469-E22D-2FD6-533B-8559302E7C98}"/>
              </a:ext>
            </a:extLst>
          </p:cNvPr>
          <p:cNvSpPr/>
          <p:nvPr/>
        </p:nvSpPr>
        <p:spPr>
          <a:xfrm>
            <a:off x="3744516" y="2432448"/>
            <a:ext cx="66675" cy="6786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09" name="object 109">
            <a:extLst>
              <a:ext uri="{FF2B5EF4-FFF2-40B4-BE49-F238E27FC236}">
                <a16:creationId xmlns:a16="http://schemas.microsoft.com/office/drawing/2014/main" id="{AA095360-C2B5-134D-1709-4961584BCAA1}"/>
              </a:ext>
            </a:extLst>
          </p:cNvPr>
          <p:cNvSpPr/>
          <p:nvPr/>
        </p:nvSpPr>
        <p:spPr>
          <a:xfrm>
            <a:off x="3615929" y="2519363"/>
            <a:ext cx="66675" cy="6786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10" name="object 110">
            <a:extLst>
              <a:ext uri="{FF2B5EF4-FFF2-40B4-BE49-F238E27FC236}">
                <a16:creationId xmlns:a16="http://schemas.microsoft.com/office/drawing/2014/main" id="{E4A7393B-02E7-58D9-EBE4-4BBAB08C9E0A}"/>
              </a:ext>
            </a:extLst>
          </p:cNvPr>
          <p:cNvSpPr/>
          <p:nvPr/>
        </p:nvSpPr>
        <p:spPr>
          <a:xfrm>
            <a:off x="3744516" y="2695575"/>
            <a:ext cx="66675" cy="6786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11" name="object 111">
            <a:extLst>
              <a:ext uri="{FF2B5EF4-FFF2-40B4-BE49-F238E27FC236}">
                <a16:creationId xmlns:a16="http://schemas.microsoft.com/office/drawing/2014/main" id="{70E88429-EFEB-8EA5-C2F4-07696FC2E0FC}"/>
              </a:ext>
            </a:extLst>
          </p:cNvPr>
          <p:cNvSpPr/>
          <p:nvPr/>
        </p:nvSpPr>
        <p:spPr>
          <a:xfrm>
            <a:off x="3615929" y="2695575"/>
            <a:ext cx="66675" cy="6786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12" name="object 112">
            <a:extLst>
              <a:ext uri="{FF2B5EF4-FFF2-40B4-BE49-F238E27FC236}">
                <a16:creationId xmlns:a16="http://schemas.microsoft.com/office/drawing/2014/main" id="{847DD075-9DD9-9B20-73AC-3E74F2904675}"/>
              </a:ext>
            </a:extLst>
          </p:cNvPr>
          <p:cNvSpPr/>
          <p:nvPr/>
        </p:nvSpPr>
        <p:spPr>
          <a:xfrm>
            <a:off x="2974181" y="1991916"/>
            <a:ext cx="67866" cy="6667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13" name="object 113">
            <a:extLst>
              <a:ext uri="{FF2B5EF4-FFF2-40B4-BE49-F238E27FC236}">
                <a16:creationId xmlns:a16="http://schemas.microsoft.com/office/drawing/2014/main" id="{C96F53F5-2A8E-CBD7-7419-6B31C5135BDE}"/>
              </a:ext>
            </a:extLst>
          </p:cNvPr>
          <p:cNvSpPr/>
          <p:nvPr/>
        </p:nvSpPr>
        <p:spPr>
          <a:xfrm>
            <a:off x="3744516" y="1902619"/>
            <a:ext cx="66675" cy="6786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14" name="object 114">
            <a:extLst>
              <a:ext uri="{FF2B5EF4-FFF2-40B4-BE49-F238E27FC236}">
                <a16:creationId xmlns:a16="http://schemas.microsoft.com/office/drawing/2014/main" id="{544C006B-2F33-7A5B-C1FE-9ADEF598F4E9}"/>
              </a:ext>
            </a:extLst>
          </p:cNvPr>
          <p:cNvSpPr/>
          <p:nvPr/>
        </p:nvSpPr>
        <p:spPr>
          <a:xfrm>
            <a:off x="3487342" y="2432448"/>
            <a:ext cx="67865" cy="6786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15" name="object 115">
            <a:extLst>
              <a:ext uri="{FF2B5EF4-FFF2-40B4-BE49-F238E27FC236}">
                <a16:creationId xmlns:a16="http://schemas.microsoft.com/office/drawing/2014/main" id="{448AE672-FD73-0C47-1B9D-AC566EB222DB}"/>
              </a:ext>
            </a:extLst>
          </p:cNvPr>
          <p:cNvSpPr/>
          <p:nvPr/>
        </p:nvSpPr>
        <p:spPr>
          <a:xfrm>
            <a:off x="3615929" y="2343150"/>
            <a:ext cx="66675" cy="6786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16" name="object 116">
            <a:extLst>
              <a:ext uri="{FF2B5EF4-FFF2-40B4-BE49-F238E27FC236}">
                <a16:creationId xmlns:a16="http://schemas.microsoft.com/office/drawing/2014/main" id="{AEB5C75B-9CD0-D8D1-65F7-4E4658E67FE7}"/>
              </a:ext>
            </a:extLst>
          </p:cNvPr>
          <p:cNvSpPr/>
          <p:nvPr/>
        </p:nvSpPr>
        <p:spPr>
          <a:xfrm>
            <a:off x="3359944" y="2168129"/>
            <a:ext cx="66675" cy="6667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17" name="object 117">
            <a:extLst>
              <a:ext uri="{FF2B5EF4-FFF2-40B4-BE49-F238E27FC236}">
                <a16:creationId xmlns:a16="http://schemas.microsoft.com/office/drawing/2014/main" id="{AC84AFC2-3320-B5A0-93AD-2FCF9E78A995}"/>
              </a:ext>
            </a:extLst>
          </p:cNvPr>
          <p:cNvSpPr/>
          <p:nvPr/>
        </p:nvSpPr>
        <p:spPr>
          <a:xfrm>
            <a:off x="2974181" y="2343150"/>
            <a:ext cx="67866" cy="6786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18" name="object 118">
            <a:extLst>
              <a:ext uri="{FF2B5EF4-FFF2-40B4-BE49-F238E27FC236}">
                <a16:creationId xmlns:a16="http://schemas.microsoft.com/office/drawing/2014/main" id="{8BC31098-6995-FC07-DF4D-823FB5ED0863}"/>
              </a:ext>
            </a:extLst>
          </p:cNvPr>
          <p:cNvSpPr/>
          <p:nvPr/>
        </p:nvSpPr>
        <p:spPr>
          <a:xfrm>
            <a:off x="2849166" y="2078831"/>
            <a:ext cx="66675" cy="6667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19" name="object 119">
            <a:extLst>
              <a:ext uri="{FF2B5EF4-FFF2-40B4-BE49-F238E27FC236}">
                <a16:creationId xmlns:a16="http://schemas.microsoft.com/office/drawing/2014/main" id="{A32A0E13-25E2-93B4-86FC-468AA43B61DE}"/>
              </a:ext>
            </a:extLst>
          </p:cNvPr>
          <p:cNvSpPr/>
          <p:nvPr/>
        </p:nvSpPr>
        <p:spPr>
          <a:xfrm>
            <a:off x="3487342" y="1991916"/>
            <a:ext cx="67865" cy="6667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20" name="object 120">
            <a:extLst>
              <a:ext uri="{FF2B5EF4-FFF2-40B4-BE49-F238E27FC236}">
                <a16:creationId xmlns:a16="http://schemas.microsoft.com/office/drawing/2014/main" id="{9E2A0F9C-F041-F3FA-9531-2E2E9C50B12D}"/>
              </a:ext>
            </a:extLst>
          </p:cNvPr>
          <p:cNvSpPr/>
          <p:nvPr/>
        </p:nvSpPr>
        <p:spPr>
          <a:xfrm>
            <a:off x="3102769" y="2256235"/>
            <a:ext cx="67866" cy="6786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21" name="object 121">
            <a:extLst>
              <a:ext uri="{FF2B5EF4-FFF2-40B4-BE49-F238E27FC236}">
                <a16:creationId xmlns:a16="http://schemas.microsoft.com/office/drawing/2014/main" id="{C9495CC1-4A2F-7C1E-69E0-C1E6B967B7F9}"/>
              </a:ext>
            </a:extLst>
          </p:cNvPr>
          <p:cNvSpPr/>
          <p:nvPr/>
        </p:nvSpPr>
        <p:spPr>
          <a:xfrm>
            <a:off x="3359944" y="2608660"/>
            <a:ext cx="66675" cy="6786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22" name="object 122">
            <a:extLst>
              <a:ext uri="{FF2B5EF4-FFF2-40B4-BE49-F238E27FC236}">
                <a16:creationId xmlns:a16="http://schemas.microsoft.com/office/drawing/2014/main" id="{93D7A9B9-7B32-97BC-5208-768B53EBD40C}"/>
              </a:ext>
            </a:extLst>
          </p:cNvPr>
          <p:cNvSpPr/>
          <p:nvPr/>
        </p:nvSpPr>
        <p:spPr>
          <a:xfrm>
            <a:off x="4000500" y="1902619"/>
            <a:ext cx="66675" cy="6786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23" name="object 123">
            <a:extLst>
              <a:ext uri="{FF2B5EF4-FFF2-40B4-BE49-F238E27FC236}">
                <a16:creationId xmlns:a16="http://schemas.microsoft.com/office/drawing/2014/main" id="{06F070F3-6F2B-97ED-3779-86CCEE45DDAB}"/>
              </a:ext>
            </a:extLst>
          </p:cNvPr>
          <p:cNvSpPr/>
          <p:nvPr/>
        </p:nvSpPr>
        <p:spPr>
          <a:xfrm>
            <a:off x="3231356" y="2519363"/>
            <a:ext cx="66675" cy="6786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24" name="object 124">
            <a:extLst>
              <a:ext uri="{FF2B5EF4-FFF2-40B4-BE49-F238E27FC236}">
                <a16:creationId xmlns:a16="http://schemas.microsoft.com/office/drawing/2014/main" id="{73E84C2A-38EE-6227-5FED-7535F9E5CABF}"/>
              </a:ext>
            </a:extLst>
          </p:cNvPr>
          <p:cNvSpPr/>
          <p:nvPr/>
        </p:nvSpPr>
        <p:spPr>
          <a:xfrm>
            <a:off x="3744516" y="2343150"/>
            <a:ext cx="66675" cy="6786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25" name="object 125">
            <a:extLst>
              <a:ext uri="{FF2B5EF4-FFF2-40B4-BE49-F238E27FC236}">
                <a16:creationId xmlns:a16="http://schemas.microsoft.com/office/drawing/2014/main" id="{0E39AD60-0014-D12A-8A30-D63AF8E31A20}"/>
              </a:ext>
            </a:extLst>
          </p:cNvPr>
          <p:cNvSpPr/>
          <p:nvPr/>
        </p:nvSpPr>
        <p:spPr>
          <a:xfrm>
            <a:off x="2849166" y="2432448"/>
            <a:ext cx="66675" cy="6786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26" name="object 126">
            <a:extLst>
              <a:ext uri="{FF2B5EF4-FFF2-40B4-BE49-F238E27FC236}">
                <a16:creationId xmlns:a16="http://schemas.microsoft.com/office/drawing/2014/main" id="{B8848358-0527-E95E-7314-AE8BE7ADC4BA}"/>
              </a:ext>
            </a:extLst>
          </p:cNvPr>
          <p:cNvSpPr/>
          <p:nvPr/>
        </p:nvSpPr>
        <p:spPr>
          <a:xfrm>
            <a:off x="2974181" y="2256235"/>
            <a:ext cx="67866" cy="6786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27" name="object 127">
            <a:extLst>
              <a:ext uri="{FF2B5EF4-FFF2-40B4-BE49-F238E27FC236}">
                <a16:creationId xmlns:a16="http://schemas.microsoft.com/office/drawing/2014/main" id="{9C96E47E-922B-776A-86D3-3C550A57FADB}"/>
              </a:ext>
            </a:extLst>
          </p:cNvPr>
          <p:cNvSpPr/>
          <p:nvPr/>
        </p:nvSpPr>
        <p:spPr>
          <a:xfrm>
            <a:off x="3744516" y="2078831"/>
            <a:ext cx="66675" cy="6667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28" name="object 128">
            <a:extLst>
              <a:ext uri="{FF2B5EF4-FFF2-40B4-BE49-F238E27FC236}">
                <a16:creationId xmlns:a16="http://schemas.microsoft.com/office/drawing/2014/main" id="{D8854464-9813-0527-9489-939F6C24666C}"/>
              </a:ext>
            </a:extLst>
          </p:cNvPr>
          <p:cNvSpPr/>
          <p:nvPr/>
        </p:nvSpPr>
        <p:spPr>
          <a:xfrm>
            <a:off x="3487342" y="2256235"/>
            <a:ext cx="67865" cy="6786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29" name="object 129">
            <a:extLst>
              <a:ext uri="{FF2B5EF4-FFF2-40B4-BE49-F238E27FC236}">
                <a16:creationId xmlns:a16="http://schemas.microsoft.com/office/drawing/2014/main" id="{5F50E72D-C15D-486E-B2A2-6EECCAEEDBD5}"/>
              </a:ext>
            </a:extLst>
          </p:cNvPr>
          <p:cNvSpPr/>
          <p:nvPr/>
        </p:nvSpPr>
        <p:spPr>
          <a:xfrm>
            <a:off x="3487342" y="2608660"/>
            <a:ext cx="67865" cy="6786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30" name="object 130">
            <a:extLst>
              <a:ext uri="{FF2B5EF4-FFF2-40B4-BE49-F238E27FC236}">
                <a16:creationId xmlns:a16="http://schemas.microsoft.com/office/drawing/2014/main" id="{19B85332-0299-499D-B0D1-5CF37ECFB747}"/>
              </a:ext>
            </a:extLst>
          </p:cNvPr>
          <p:cNvSpPr/>
          <p:nvPr/>
        </p:nvSpPr>
        <p:spPr>
          <a:xfrm>
            <a:off x="3102769" y="2078831"/>
            <a:ext cx="67866" cy="6667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31" name="object 131">
            <a:extLst>
              <a:ext uri="{FF2B5EF4-FFF2-40B4-BE49-F238E27FC236}">
                <a16:creationId xmlns:a16="http://schemas.microsoft.com/office/drawing/2014/main" id="{11CE9663-DA74-1EFF-DADB-940BC6BB0872}"/>
              </a:ext>
            </a:extLst>
          </p:cNvPr>
          <p:cNvSpPr/>
          <p:nvPr/>
        </p:nvSpPr>
        <p:spPr>
          <a:xfrm>
            <a:off x="3615929" y="1991916"/>
            <a:ext cx="66675" cy="6667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32" name="object 132">
            <a:extLst>
              <a:ext uri="{FF2B5EF4-FFF2-40B4-BE49-F238E27FC236}">
                <a16:creationId xmlns:a16="http://schemas.microsoft.com/office/drawing/2014/main" id="{2DE014A4-9930-6B15-39CF-DFE0FE1A8F2E}"/>
              </a:ext>
            </a:extLst>
          </p:cNvPr>
          <p:cNvSpPr/>
          <p:nvPr/>
        </p:nvSpPr>
        <p:spPr>
          <a:xfrm>
            <a:off x="3102769" y="2519363"/>
            <a:ext cx="67866" cy="6786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33" name="object 133">
            <a:extLst>
              <a:ext uri="{FF2B5EF4-FFF2-40B4-BE49-F238E27FC236}">
                <a16:creationId xmlns:a16="http://schemas.microsoft.com/office/drawing/2014/main" id="{020F4137-62DB-BA01-05ED-64AD51507FE3}"/>
              </a:ext>
            </a:extLst>
          </p:cNvPr>
          <p:cNvSpPr/>
          <p:nvPr/>
        </p:nvSpPr>
        <p:spPr>
          <a:xfrm>
            <a:off x="3102769" y="2168129"/>
            <a:ext cx="67866" cy="6667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34" name="object 134">
            <a:extLst>
              <a:ext uri="{FF2B5EF4-FFF2-40B4-BE49-F238E27FC236}">
                <a16:creationId xmlns:a16="http://schemas.microsoft.com/office/drawing/2014/main" id="{8F2CEAA7-8FA7-42F5-BDF2-923D9A1AADE9}"/>
              </a:ext>
            </a:extLst>
          </p:cNvPr>
          <p:cNvSpPr/>
          <p:nvPr/>
        </p:nvSpPr>
        <p:spPr>
          <a:xfrm>
            <a:off x="3102769" y="1902619"/>
            <a:ext cx="67866" cy="6786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35" name="object 135">
            <a:extLst>
              <a:ext uri="{FF2B5EF4-FFF2-40B4-BE49-F238E27FC236}">
                <a16:creationId xmlns:a16="http://schemas.microsoft.com/office/drawing/2014/main" id="{AC2B56F1-4852-A692-4558-E08DCFFCEEAB}"/>
              </a:ext>
            </a:extLst>
          </p:cNvPr>
          <p:cNvSpPr/>
          <p:nvPr/>
        </p:nvSpPr>
        <p:spPr>
          <a:xfrm>
            <a:off x="3615929" y="2608660"/>
            <a:ext cx="66675" cy="6786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36" name="object 136">
            <a:extLst>
              <a:ext uri="{FF2B5EF4-FFF2-40B4-BE49-F238E27FC236}">
                <a16:creationId xmlns:a16="http://schemas.microsoft.com/office/drawing/2014/main" id="{FD27293C-2C90-D5D9-E62A-C7FD9B1A7857}"/>
              </a:ext>
            </a:extLst>
          </p:cNvPr>
          <p:cNvSpPr/>
          <p:nvPr/>
        </p:nvSpPr>
        <p:spPr>
          <a:xfrm>
            <a:off x="3359944" y="1902619"/>
            <a:ext cx="66675" cy="6786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37" name="object 137">
            <a:extLst>
              <a:ext uri="{FF2B5EF4-FFF2-40B4-BE49-F238E27FC236}">
                <a16:creationId xmlns:a16="http://schemas.microsoft.com/office/drawing/2014/main" id="{F05A1F2A-1085-FA22-DA65-1CE8B9BD478B}"/>
              </a:ext>
            </a:extLst>
          </p:cNvPr>
          <p:cNvSpPr/>
          <p:nvPr/>
        </p:nvSpPr>
        <p:spPr>
          <a:xfrm>
            <a:off x="4000500" y="2695575"/>
            <a:ext cx="66675" cy="6786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38" name="object 138">
            <a:extLst>
              <a:ext uri="{FF2B5EF4-FFF2-40B4-BE49-F238E27FC236}">
                <a16:creationId xmlns:a16="http://schemas.microsoft.com/office/drawing/2014/main" id="{5677FC67-6421-3788-EC13-8D2E8F93219C}"/>
              </a:ext>
            </a:extLst>
          </p:cNvPr>
          <p:cNvSpPr/>
          <p:nvPr/>
        </p:nvSpPr>
        <p:spPr>
          <a:xfrm>
            <a:off x="3359944" y="2519363"/>
            <a:ext cx="66675" cy="6786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39" name="object 139">
            <a:extLst>
              <a:ext uri="{FF2B5EF4-FFF2-40B4-BE49-F238E27FC236}">
                <a16:creationId xmlns:a16="http://schemas.microsoft.com/office/drawing/2014/main" id="{4895A1C6-01BD-B54E-02C1-4814B22D6A74}"/>
              </a:ext>
            </a:extLst>
          </p:cNvPr>
          <p:cNvSpPr/>
          <p:nvPr/>
        </p:nvSpPr>
        <p:spPr>
          <a:xfrm>
            <a:off x="2974181" y="2695575"/>
            <a:ext cx="67866" cy="6786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40" name="object 140">
            <a:extLst>
              <a:ext uri="{FF2B5EF4-FFF2-40B4-BE49-F238E27FC236}">
                <a16:creationId xmlns:a16="http://schemas.microsoft.com/office/drawing/2014/main" id="{A2EBED51-D694-895A-D493-B3860F6170E9}"/>
              </a:ext>
            </a:extLst>
          </p:cNvPr>
          <p:cNvSpPr/>
          <p:nvPr/>
        </p:nvSpPr>
        <p:spPr>
          <a:xfrm>
            <a:off x="3102769" y="1991916"/>
            <a:ext cx="67866" cy="6667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41" name="object 141">
            <a:extLst>
              <a:ext uri="{FF2B5EF4-FFF2-40B4-BE49-F238E27FC236}">
                <a16:creationId xmlns:a16="http://schemas.microsoft.com/office/drawing/2014/main" id="{E0DEF07D-B05B-420C-A43C-3BFCDCE7C361}"/>
              </a:ext>
            </a:extLst>
          </p:cNvPr>
          <p:cNvSpPr/>
          <p:nvPr/>
        </p:nvSpPr>
        <p:spPr>
          <a:xfrm>
            <a:off x="2849166" y="2695575"/>
            <a:ext cx="66675" cy="6786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42" name="object 142">
            <a:extLst>
              <a:ext uri="{FF2B5EF4-FFF2-40B4-BE49-F238E27FC236}">
                <a16:creationId xmlns:a16="http://schemas.microsoft.com/office/drawing/2014/main" id="{D3A593BB-9ED8-99D3-0394-5BE90AC0415A}"/>
              </a:ext>
            </a:extLst>
          </p:cNvPr>
          <p:cNvSpPr/>
          <p:nvPr/>
        </p:nvSpPr>
        <p:spPr>
          <a:xfrm>
            <a:off x="3102769" y="2343150"/>
            <a:ext cx="67866" cy="6786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43" name="object 143">
            <a:extLst>
              <a:ext uri="{FF2B5EF4-FFF2-40B4-BE49-F238E27FC236}">
                <a16:creationId xmlns:a16="http://schemas.microsoft.com/office/drawing/2014/main" id="{C9265C66-D7E8-20DB-2654-CB27984868A5}"/>
              </a:ext>
            </a:extLst>
          </p:cNvPr>
          <p:cNvSpPr/>
          <p:nvPr/>
        </p:nvSpPr>
        <p:spPr>
          <a:xfrm>
            <a:off x="4385073" y="3048000"/>
            <a:ext cx="67865" cy="6667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44" name="object 144">
            <a:extLst>
              <a:ext uri="{FF2B5EF4-FFF2-40B4-BE49-F238E27FC236}">
                <a16:creationId xmlns:a16="http://schemas.microsoft.com/office/drawing/2014/main" id="{799FDAF1-DCAB-1309-D0EC-2070A8B7EDBE}"/>
              </a:ext>
            </a:extLst>
          </p:cNvPr>
          <p:cNvSpPr/>
          <p:nvPr/>
        </p:nvSpPr>
        <p:spPr>
          <a:xfrm>
            <a:off x="5536406" y="3048000"/>
            <a:ext cx="67866" cy="6667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45" name="object 145">
            <a:extLst>
              <a:ext uri="{FF2B5EF4-FFF2-40B4-BE49-F238E27FC236}">
                <a16:creationId xmlns:a16="http://schemas.microsoft.com/office/drawing/2014/main" id="{62699FA2-8349-5DAA-00CD-CE7ADD3CEE6A}"/>
              </a:ext>
            </a:extLst>
          </p:cNvPr>
          <p:cNvSpPr/>
          <p:nvPr/>
        </p:nvSpPr>
        <p:spPr>
          <a:xfrm>
            <a:off x="4895850" y="3312319"/>
            <a:ext cx="66675" cy="6786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46" name="object 146">
            <a:extLst>
              <a:ext uri="{FF2B5EF4-FFF2-40B4-BE49-F238E27FC236}">
                <a16:creationId xmlns:a16="http://schemas.microsoft.com/office/drawing/2014/main" id="{362958F2-AA11-EB14-2A74-F42049D3C577}"/>
              </a:ext>
            </a:extLst>
          </p:cNvPr>
          <p:cNvSpPr/>
          <p:nvPr/>
        </p:nvSpPr>
        <p:spPr>
          <a:xfrm>
            <a:off x="5536406" y="3137297"/>
            <a:ext cx="67866" cy="6667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47" name="object 147">
            <a:extLst>
              <a:ext uri="{FF2B5EF4-FFF2-40B4-BE49-F238E27FC236}">
                <a16:creationId xmlns:a16="http://schemas.microsoft.com/office/drawing/2014/main" id="{95793D40-D4AA-CDDA-C5D9-FCAB75793F2D}"/>
              </a:ext>
            </a:extLst>
          </p:cNvPr>
          <p:cNvSpPr/>
          <p:nvPr/>
        </p:nvSpPr>
        <p:spPr>
          <a:xfrm>
            <a:off x="4767263" y="2961085"/>
            <a:ext cx="67866" cy="6667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48" name="object 148">
            <a:extLst>
              <a:ext uri="{FF2B5EF4-FFF2-40B4-BE49-F238E27FC236}">
                <a16:creationId xmlns:a16="http://schemas.microsoft.com/office/drawing/2014/main" id="{F6E3C92C-1B86-8FC0-1F9F-8DDF8CA4583A}"/>
              </a:ext>
            </a:extLst>
          </p:cNvPr>
          <p:cNvSpPr/>
          <p:nvPr/>
        </p:nvSpPr>
        <p:spPr>
          <a:xfrm>
            <a:off x="5151835" y="3754042"/>
            <a:ext cx="67865" cy="6786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49" name="object 149">
            <a:extLst>
              <a:ext uri="{FF2B5EF4-FFF2-40B4-BE49-F238E27FC236}">
                <a16:creationId xmlns:a16="http://schemas.microsoft.com/office/drawing/2014/main" id="{DBD59AD3-A58F-3423-3E76-EA4D99CBFA2E}"/>
              </a:ext>
            </a:extLst>
          </p:cNvPr>
          <p:cNvSpPr/>
          <p:nvPr/>
        </p:nvSpPr>
        <p:spPr>
          <a:xfrm>
            <a:off x="4385073" y="3754042"/>
            <a:ext cx="67865" cy="6786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50" name="object 150">
            <a:extLst>
              <a:ext uri="{FF2B5EF4-FFF2-40B4-BE49-F238E27FC236}">
                <a16:creationId xmlns:a16="http://schemas.microsoft.com/office/drawing/2014/main" id="{2143FF44-7063-8993-7A15-4435587BD83B}"/>
              </a:ext>
            </a:extLst>
          </p:cNvPr>
          <p:cNvSpPr/>
          <p:nvPr/>
        </p:nvSpPr>
        <p:spPr>
          <a:xfrm>
            <a:off x="5280422" y="3225404"/>
            <a:ext cx="66675" cy="6786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51" name="object 151">
            <a:extLst>
              <a:ext uri="{FF2B5EF4-FFF2-40B4-BE49-F238E27FC236}">
                <a16:creationId xmlns:a16="http://schemas.microsoft.com/office/drawing/2014/main" id="{762B2B56-D9EF-7BFF-77AC-62BFE3FA564E}"/>
              </a:ext>
            </a:extLst>
          </p:cNvPr>
          <p:cNvSpPr/>
          <p:nvPr/>
        </p:nvSpPr>
        <p:spPr>
          <a:xfrm>
            <a:off x="4767263" y="3137297"/>
            <a:ext cx="67866" cy="6667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52" name="object 152">
            <a:extLst>
              <a:ext uri="{FF2B5EF4-FFF2-40B4-BE49-F238E27FC236}">
                <a16:creationId xmlns:a16="http://schemas.microsoft.com/office/drawing/2014/main" id="{7C2258FE-4D52-70B1-8E9B-3E7BB39FF95E}"/>
              </a:ext>
            </a:extLst>
          </p:cNvPr>
          <p:cNvSpPr/>
          <p:nvPr/>
        </p:nvSpPr>
        <p:spPr>
          <a:xfrm>
            <a:off x="4513660" y="2961085"/>
            <a:ext cx="66675" cy="6667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53" name="object 153">
            <a:extLst>
              <a:ext uri="{FF2B5EF4-FFF2-40B4-BE49-F238E27FC236}">
                <a16:creationId xmlns:a16="http://schemas.microsoft.com/office/drawing/2014/main" id="{1067F8A2-5DF5-9BCC-1303-12F6C9F10B4C}"/>
              </a:ext>
            </a:extLst>
          </p:cNvPr>
          <p:cNvSpPr/>
          <p:nvPr/>
        </p:nvSpPr>
        <p:spPr>
          <a:xfrm>
            <a:off x="5024438" y="3312319"/>
            <a:ext cx="66675" cy="6786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54" name="object 154">
            <a:extLst>
              <a:ext uri="{FF2B5EF4-FFF2-40B4-BE49-F238E27FC236}">
                <a16:creationId xmlns:a16="http://schemas.microsoft.com/office/drawing/2014/main" id="{095440D7-3299-3398-04A0-9AFDCD3512E3}"/>
              </a:ext>
            </a:extLst>
          </p:cNvPr>
          <p:cNvSpPr/>
          <p:nvPr/>
        </p:nvSpPr>
        <p:spPr>
          <a:xfrm>
            <a:off x="4895850" y="3754042"/>
            <a:ext cx="66675" cy="6786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55" name="object 155">
            <a:extLst>
              <a:ext uri="{FF2B5EF4-FFF2-40B4-BE49-F238E27FC236}">
                <a16:creationId xmlns:a16="http://schemas.microsoft.com/office/drawing/2014/main" id="{3A7BF4AB-21DB-4CFF-BB49-B3E94FCF9CF0}"/>
              </a:ext>
            </a:extLst>
          </p:cNvPr>
          <p:cNvSpPr/>
          <p:nvPr/>
        </p:nvSpPr>
        <p:spPr>
          <a:xfrm>
            <a:off x="5024438" y="3401617"/>
            <a:ext cx="66675" cy="6786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56" name="object 156">
            <a:extLst>
              <a:ext uri="{FF2B5EF4-FFF2-40B4-BE49-F238E27FC236}">
                <a16:creationId xmlns:a16="http://schemas.microsoft.com/office/drawing/2014/main" id="{5FF1C249-B3C6-08BB-9EC7-68AACE3DDF56}"/>
              </a:ext>
            </a:extLst>
          </p:cNvPr>
          <p:cNvSpPr/>
          <p:nvPr/>
        </p:nvSpPr>
        <p:spPr>
          <a:xfrm>
            <a:off x="5409010" y="3137297"/>
            <a:ext cx="66675" cy="6667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57" name="object 157">
            <a:extLst>
              <a:ext uri="{FF2B5EF4-FFF2-40B4-BE49-F238E27FC236}">
                <a16:creationId xmlns:a16="http://schemas.microsoft.com/office/drawing/2014/main" id="{219F2C83-B931-B203-666C-3DE708BC8899}"/>
              </a:ext>
            </a:extLst>
          </p:cNvPr>
          <p:cNvSpPr/>
          <p:nvPr/>
        </p:nvSpPr>
        <p:spPr>
          <a:xfrm>
            <a:off x="4385073" y="3225404"/>
            <a:ext cx="67865" cy="6786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58" name="object 158">
            <a:extLst>
              <a:ext uri="{FF2B5EF4-FFF2-40B4-BE49-F238E27FC236}">
                <a16:creationId xmlns:a16="http://schemas.microsoft.com/office/drawing/2014/main" id="{691527B2-F15A-D4C0-EC45-890C4E25CEAF}"/>
              </a:ext>
            </a:extLst>
          </p:cNvPr>
          <p:cNvSpPr/>
          <p:nvPr/>
        </p:nvSpPr>
        <p:spPr>
          <a:xfrm>
            <a:off x="5409010" y="3754042"/>
            <a:ext cx="66675" cy="6786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59" name="object 159">
            <a:extLst>
              <a:ext uri="{FF2B5EF4-FFF2-40B4-BE49-F238E27FC236}">
                <a16:creationId xmlns:a16="http://schemas.microsoft.com/office/drawing/2014/main" id="{FA2F0973-FB78-F7BE-6BD4-AE31E580FE9A}"/>
              </a:ext>
            </a:extLst>
          </p:cNvPr>
          <p:cNvSpPr/>
          <p:nvPr/>
        </p:nvSpPr>
        <p:spPr>
          <a:xfrm>
            <a:off x="4641056" y="3225404"/>
            <a:ext cx="67866" cy="6786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60" name="object 160">
            <a:extLst>
              <a:ext uri="{FF2B5EF4-FFF2-40B4-BE49-F238E27FC236}">
                <a16:creationId xmlns:a16="http://schemas.microsoft.com/office/drawing/2014/main" id="{4E06AFD8-77CC-97BB-039B-894E996F9E14}"/>
              </a:ext>
            </a:extLst>
          </p:cNvPr>
          <p:cNvSpPr/>
          <p:nvPr/>
        </p:nvSpPr>
        <p:spPr>
          <a:xfrm>
            <a:off x="4767263" y="3488531"/>
            <a:ext cx="67866" cy="6786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61" name="object 161">
            <a:extLst>
              <a:ext uri="{FF2B5EF4-FFF2-40B4-BE49-F238E27FC236}">
                <a16:creationId xmlns:a16="http://schemas.microsoft.com/office/drawing/2014/main" id="{8DFA63CC-62BD-041E-EF4E-003F4BABC047}"/>
              </a:ext>
            </a:extLst>
          </p:cNvPr>
          <p:cNvSpPr/>
          <p:nvPr/>
        </p:nvSpPr>
        <p:spPr>
          <a:xfrm>
            <a:off x="5409010" y="3488531"/>
            <a:ext cx="66675" cy="6786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62" name="object 162">
            <a:extLst>
              <a:ext uri="{FF2B5EF4-FFF2-40B4-BE49-F238E27FC236}">
                <a16:creationId xmlns:a16="http://schemas.microsoft.com/office/drawing/2014/main" id="{2140D739-1EFC-C4C1-4776-73D1A999C311}"/>
              </a:ext>
            </a:extLst>
          </p:cNvPr>
          <p:cNvSpPr/>
          <p:nvPr/>
        </p:nvSpPr>
        <p:spPr>
          <a:xfrm>
            <a:off x="5409010" y="3664744"/>
            <a:ext cx="66675" cy="6786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63" name="object 163">
            <a:extLst>
              <a:ext uri="{FF2B5EF4-FFF2-40B4-BE49-F238E27FC236}">
                <a16:creationId xmlns:a16="http://schemas.microsoft.com/office/drawing/2014/main" id="{ABD5A6B8-C264-5430-F3A6-767E7680ECD5}"/>
              </a:ext>
            </a:extLst>
          </p:cNvPr>
          <p:cNvSpPr/>
          <p:nvPr/>
        </p:nvSpPr>
        <p:spPr>
          <a:xfrm>
            <a:off x="4385073" y="2961085"/>
            <a:ext cx="67865" cy="6667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64" name="object 164">
            <a:extLst>
              <a:ext uri="{FF2B5EF4-FFF2-40B4-BE49-F238E27FC236}">
                <a16:creationId xmlns:a16="http://schemas.microsoft.com/office/drawing/2014/main" id="{7F4E65F9-E800-EB84-C7D5-408BAEC3120E}"/>
              </a:ext>
            </a:extLst>
          </p:cNvPr>
          <p:cNvSpPr/>
          <p:nvPr/>
        </p:nvSpPr>
        <p:spPr>
          <a:xfrm>
            <a:off x="4641056" y="3664744"/>
            <a:ext cx="67866" cy="6786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65" name="object 165">
            <a:extLst>
              <a:ext uri="{FF2B5EF4-FFF2-40B4-BE49-F238E27FC236}">
                <a16:creationId xmlns:a16="http://schemas.microsoft.com/office/drawing/2014/main" id="{7B7D80BD-7557-4CE5-D543-2C41E916872B}"/>
              </a:ext>
            </a:extLst>
          </p:cNvPr>
          <p:cNvSpPr/>
          <p:nvPr/>
        </p:nvSpPr>
        <p:spPr>
          <a:xfrm>
            <a:off x="4895850" y="3401617"/>
            <a:ext cx="66675" cy="6786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66" name="object 166">
            <a:extLst>
              <a:ext uri="{FF2B5EF4-FFF2-40B4-BE49-F238E27FC236}">
                <a16:creationId xmlns:a16="http://schemas.microsoft.com/office/drawing/2014/main" id="{E6F4BB2D-A8B8-74CB-40CC-BE4E43F1450D}"/>
              </a:ext>
            </a:extLst>
          </p:cNvPr>
          <p:cNvSpPr/>
          <p:nvPr/>
        </p:nvSpPr>
        <p:spPr>
          <a:xfrm>
            <a:off x="5536406" y="3225404"/>
            <a:ext cx="67866" cy="6786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67" name="object 167">
            <a:extLst>
              <a:ext uri="{FF2B5EF4-FFF2-40B4-BE49-F238E27FC236}">
                <a16:creationId xmlns:a16="http://schemas.microsoft.com/office/drawing/2014/main" id="{7CD96B40-DE3B-E40F-556A-EB4346B24624}"/>
              </a:ext>
            </a:extLst>
          </p:cNvPr>
          <p:cNvSpPr/>
          <p:nvPr/>
        </p:nvSpPr>
        <p:spPr>
          <a:xfrm>
            <a:off x="4513660" y="3137297"/>
            <a:ext cx="66675" cy="6667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68" name="object 168">
            <a:extLst>
              <a:ext uri="{FF2B5EF4-FFF2-40B4-BE49-F238E27FC236}">
                <a16:creationId xmlns:a16="http://schemas.microsoft.com/office/drawing/2014/main" id="{515A40AB-54A1-668E-77B8-F76AF69742E9}"/>
              </a:ext>
            </a:extLst>
          </p:cNvPr>
          <p:cNvSpPr/>
          <p:nvPr/>
        </p:nvSpPr>
        <p:spPr>
          <a:xfrm>
            <a:off x="4641056" y="3137297"/>
            <a:ext cx="67866" cy="6667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69" name="object 169">
            <a:extLst>
              <a:ext uri="{FF2B5EF4-FFF2-40B4-BE49-F238E27FC236}">
                <a16:creationId xmlns:a16="http://schemas.microsoft.com/office/drawing/2014/main" id="{4E963489-F39B-2744-DFBA-BC7DB86FEE9B}"/>
              </a:ext>
            </a:extLst>
          </p:cNvPr>
          <p:cNvSpPr/>
          <p:nvPr/>
        </p:nvSpPr>
        <p:spPr>
          <a:xfrm>
            <a:off x="5280422" y="2961085"/>
            <a:ext cx="66675" cy="6667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70" name="object 170">
            <a:extLst>
              <a:ext uri="{FF2B5EF4-FFF2-40B4-BE49-F238E27FC236}">
                <a16:creationId xmlns:a16="http://schemas.microsoft.com/office/drawing/2014/main" id="{70564FA6-609B-06D9-D025-D4DB98CE9AE7}"/>
              </a:ext>
            </a:extLst>
          </p:cNvPr>
          <p:cNvSpPr/>
          <p:nvPr/>
        </p:nvSpPr>
        <p:spPr>
          <a:xfrm>
            <a:off x="4895850" y="3577829"/>
            <a:ext cx="66675" cy="6786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71" name="object 171">
            <a:extLst>
              <a:ext uri="{FF2B5EF4-FFF2-40B4-BE49-F238E27FC236}">
                <a16:creationId xmlns:a16="http://schemas.microsoft.com/office/drawing/2014/main" id="{F591D264-8A88-6AE5-9DF2-17FEEBA0C337}"/>
              </a:ext>
            </a:extLst>
          </p:cNvPr>
          <p:cNvSpPr/>
          <p:nvPr/>
        </p:nvSpPr>
        <p:spPr>
          <a:xfrm>
            <a:off x="5409010" y="3048000"/>
            <a:ext cx="66675" cy="6667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72" name="object 172">
            <a:extLst>
              <a:ext uri="{FF2B5EF4-FFF2-40B4-BE49-F238E27FC236}">
                <a16:creationId xmlns:a16="http://schemas.microsoft.com/office/drawing/2014/main" id="{0689C086-CB03-E0CA-99F5-0EC54C455977}"/>
              </a:ext>
            </a:extLst>
          </p:cNvPr>
          <p:cNvSpPr/>
          <p:nvPr/>
        </p:nvSpPr>
        <p:spPr>
          <a:xfrm>
            <a:off x="4641056" y="3577829"/>
            <a:ext cx="67866" cy="6786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73" name="object 173">
            <a:extLst>
              <a:ext uri="{FF2B5EF4-FFF2-40B4-BE49-F238E27FC236}">
                <a16:creationId xmlns:a16="http://schemas.microsoft.com/office/drawing/2014/main" id="{21E61765-BB72-42E1-50AF-4ACF249241E5}"/>
              </a:ext>
            </a:extLst>
          </p:cNvPr>
          <p:cNvSpPr/>
          <p:nvPr/>
        </p:nvSpPr>
        <p:spPr>
          <a:xfrm>
            <a:off x="4385073" y="3664744"/>
            <a:ext cx="67865" cy="6786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74" name="object 174">
            <a:extLst>
              <a:ext uri="{FF2B5EF4-FFF2-40B4-BE49-F238E27FC236}">
                <a16:creationId xmlns:a16="http://schemas.microsoft.com/office/drawing/2014/main" id="{E144162B-6797-B89D-C8CF-4CA1B69E6CAD}"/>
              </a:ext>
            </a:extLst>
          </p:cNvPr>
          <p:cNvSpPr/>
          <p:nvPr/>
        </p:nvSpPr>
        <p:spPr>
          <a:xfrm>
            <a:off x="5280422" y="3664744"/>
            <a:ext cx="66675" cy="6786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75" name="object 175">
            <a:extLst>
              <a:ext uri="{FF2B5EF4-FFF2-40B4-BE49-F238E27FC236}">
                <a16:creationId xmlns:a16="http://schemas.microsoft.com/office/drawing/2014/main" id="{C386F971-D696-27BF-B141-E4DF7EE9EF16}"/>
              </a:ext>
            </a:extLst>
          </p:cNvPr>
          <p:cNvSpPr/>
          <p:nvPr/>
        </p:nvSpPr>
        <p:spPr>
          <a:xfrm>
            <a:off x="5151835" y="3225404"/>
            <a:ext cx="67865" cy="6786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76" name="object 176">
            <a:extLst>
              <a:ext uri="{FF2B5EF4-FFF2-40B4-BE49-F238E27FC236}">
                <a16:creationId xmlns:a16="http://schemas.microsoft.com/office/drawing/2014/main" id="{382E9F35-80CE-3B6B-2E8E-096037D391B7}"/>
              </a:ext>
            </a:extLst>
          </p:cNvPr>
          <p:cNvSpPr/>
          <p:nvPr/>
        </p:nvSpPr>
        <p:spPr>
          <a:xfrm>
            <a:off x="4513660" y="3312319"/>
            <a:ext cx="66675" cy="6786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77" name="object 177">
            <a:extLst>
              <a:ext uri="{FF2B5EF4-FFF2-40B4-BE49-F238E27FC236}">
                <a16:creationId xmlns:a16="http://schemas.microsoft.com/office/drawing/2014/main" id="{9E17FC27-EAE7-9027-D9EB-196B5F4E40A4}"/>
              </a:ext>
            </a:extLst>
          </p:cNvPr>
          <p:cNvSpPr/>
          <p:nvPr/>
        </p:nvSpPr>
        <p:spPr>
          <a:xfrm>
            <a:off x="4767263" y="3225404"/>
            <a:ext cx="67866" cy="6786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78" name="object 178">
            <a:extLst>
              <a:ext uri="{FF2B5EF4-FFF2-40B4-BE49-F238E27FC236}">
                <a16:creationId xmlns:a16="http://schemas.microsoft.com/office/drawing/2014/main" id="{40348C28-1FB0-31AF-0374-1E61FD02C1DD}"/>
              </a:ext>
            </a:extLst>
          </p:cNvPr>
          <p:cNvSpPr/>
          <p:nvPr/>
        </p:nvSpPr>
        <p:spPr>
          <a:xfrm>
            <a:off x="4513660" y="3754042"/>
            <a:ext cx="66675" cy="6786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79" name="object 179">
            <a:extLst>
              <a:ext uri="{FF2B5EF4-FFF2-40B4-BE49-F238E27FC236}">
                <a16:creationId xmlns:a16="http://schemas.microsoft.com/office/drawing/2014/main" id="{028CAE59-718B-98E2-EB43-9E1B57773E8E}"/>
              </a:ext>
            </a:extLst>
          </p:cNvPr>
          <p:cNvSpPr/>
          <p:nvPr/>
        </p:nvSpPr>
        <p:spPr>
          <a:xfrm>
            <a:off x="5151835" y="3312319"/>
            <a:ext cx="67865" cy="6786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80" name="object 180">
            <a:extLst>
              <a:ext uri="{FF2B5EF4-FFF2-40B4-BE49-F238E27FC236}">
                <a16:creationId xmlns:a16="http://schemas.microsoft.com/office/drawing/2014/main" id="{EC681A5B-A0F5-1FEC-323A-2DCD611980E6}"/>
              </a:ext>
            </a:extLst>
          </p:cNvPr>
          <p:cNvSpPr/>
          <p:nvPr/>
        </p:nvSpPr>
        <p:spPr>
          <a:xfrm>
            <a:off x="4641056" y="3488531"/>
            <a:ext cx="67866" cy="6786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81" name="object 181">
            <a:extLst>
              <a:ext uri="{FF2B5EF4-FFF2-40B4-BE49-F238E27FC236}">
                <a16:creationId xmlns:a16="http://schemas.microsoft.com/office/drawing/2014/main" id="{4D22D631-C1B8-6FE1-029A-3C8143EEE1E4}"/>
              </a:ext>
            </a:extLst>
          </p:cNvPr>
          <p:cNvSpPr/>
          <p:nvPr/>
        </p:nvSpPr>
        <p:spPr>
          <a:xfrm>
            <a:off x="4641056" y="3312319"/>
            <a:ext cx="67866" cy="6786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82" name="object 182">
            <a:extLst>
              <a:ext uri="{FF2B5EF4-FFF2-40B4-BE49-F238E27FC236}">
                <a16:creationId xmlns:a16="http://schemas.microsoft.com/office/drawing/2014/main" id="{41CDB476-A538-1A6D-D4A1-55F73B21BBDB}"/>
              </a:ext>
            </a:extLst>
          </p:cNvPr>
          <p:cNvSpPr/>
          <p:nvPr/>
        </p:nvSpPr>
        <p:spPr>
          <a:xfrm>
            <a:off x="5409010" y="3577829"/>
            <a:ext cx="66675" cy="6786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83" name="object 183">
            <a:extLst>
              <a:ext uri="{FF2B5EF4-FFF2-40B4-BE49-F238E27FC236}">
                <a16:creationId xmlns:a16="http://schemas.microsoft.com/office/drawing/2014/main" id="{87B91751-70AE-CC77-5AE2-E3CEA55F5DA6}"/>
              </a:ext>
            </a:extLst>
          </p:cNvPr>
          <p:cNvSpPr/>
          <p:nvPr/>
        </p:nvSpPr>
        <p:spPr>
          <a:xfrm>
            <a:off x="4641056" y="2961085"/>
            <a:ext cx="67866" cy="6667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84" name="object 184">
            <a:extLst>
              <a:ext uri="{FF2B5EF4-FFF2-40B4-BE49-F238E27FC236}">
                <a16:creationId xmlns:a16="http://schemas.microsoft.com/office/drawing/2014/main" id="{50457E5E-9F1E-3EC3-149C-4105929125AD}"/>
              </a:ext>
            </a:extLst>
          </p:cNvPr>
          <p:cNvSpPr/>
          <p:nvPr/>
        </p:nvSpPr>
        <p:spPr>
          <a:xfrm>
            <a:off x="4385073" y="3137297"/>
            <a:ext cx="67865" cy="6667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85" name="object 185">
            <a:extLst>
              <a:ext uri="{FF2B5EF4-FFF2-40B4-BE49-F238E27FC236}">
                <a16:creationId xmlns:a16="http://schemas.microsoft.com/office/drawing/2014/main" id="{A15E973F-FA70-0858-661C-4D3EC728CB9B}"/>
              </a:ext>
            </a:extLst>
          </p:cNvPr>
          <p:cNvSpPr/>
          <p:nvPr/>
        </p:nvSpPr>
        <p:spPr>
          <a:xfrm>
            <a:off x="4895850" y="3137297"/>
            <a:ext cx="66675" cy="6667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86" name="object 186">
            <a:extLst>
              <a:ext uri="{FF2B5EF4-FFF2-40B4-BE49-F238E27FC236}">
                <a16:creationId xmlns:a16="http://schemas.microsoft.com/office/drawing/2014/main" id="{9911D3DA-6AA7-D9CA-E690-65F23826E14C}"/>
              </a:ext>
            </a:extLst>
          </p:cNvPr>
          <p:cNvSpPr/>
          <p:nvPr/>
        </p:nvSpPr>
        <p:spPr>
          <a:xfrm>
            <a:off x="5151835" y="3488531"/>
            <a:ext cx="67865" cy="6786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87" name="object 187">
            <a:extLst>
              <a:ext uri="{FF2B5EF4-FFF2-40B4-BE49-F238E27FC236}">
                <a16:creationId xmlns:a16="http://schemas.microsoft.com/office/drawing/2014/main" id="{C2863C5F-3907-09C0-5118-1F1643C4F351}"/>
              </a:ext>
            </a:extLst>
          </p:cNvPr>
          <p:cNvSpPr/>
          <p:nvPr/>
        </p:nvSpPr>
        <p:spPr>
          <a:xfrm>
            <a:off x="5151835" y="3664744"/>
            <a:ext cx="67865" cy="6786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88" name="object 188">
            <a:extLst>
              <a:ext uri="{FF2B5EF4-FFF2-40B4-BE49-F238E27FC236}">
                <a16:creationId xmlns:a16="http://schemas.microsoft.com/office/drawing/2014/main" id="{E2556A53-D4D7-8C05-C9EC-AFA9556EE375}"/>
              </a:ext>
            </a:extLst>
          </p:cNvPr>
          <p:cNvSpPr txBox="1"/>
          <p:nvPr/>
        </p:nvSpPr>
        <p:spPr>
          <a:xfrm>
            <a:off x="2651522" y="3388519"/>
            <a:ext cx="46434" cy="86841"/>
          </a:xfrm>
          <a:prstGeom prst="rect">
            <a:avLst/>
          </a:prstGeom>
        </p:spPr>
        <p:txBody>
          <a:bodyPr lIns="0" tIns="6308" rIns="0" bIns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z="523" spc="-11" dirty="0">
                <a:latin typeface="Trebuchet MS"/>
                <a:cs typeface="Trebuchet MS"/>
              </a:rPr>
              <a:t>5</a:t>
            </a:r>
            <a:endParaRPr sz="523">
              <a:latin typeface="Trebuchet MS"/>
              <a:cs typeface="Trebuchet MS"/>
            </a:endParaRPr>
          </a:p>
        </p:txBody>
      </p:sp>
      <p:sp>
        <p:nvSpPr>
          <p:cNvPr id="189" name="object 189">
            <a:extLst>
              <a:ext uri="{FF2B5EF4-FFF2-40B4-BE49-F238E27FC236}">
                <a16:creationId xmlns:a16="http://schemas.microsoft.com/office/drawing/2014/main" id="{F5136509-DC81-4544-1503-578AEA3207BD}"/>
              </a:ext>
            </a:extLst>
          </p:cNvPr>
          <p:cNvSpPr txBox="1"/>
          <p:nvPr/>
        </p:nvSpPr>
        <p:spPr>
          <a:xfrm>
            <a:off x="2616994" y="2947988"/>
            <a:ext cx="80963" cy="86841"/>
          </a:xfrm>
          <a:prstGeom prst="rect">
            <a:avLst/>
          </a:prstGeom>
        </p:spPr>
        <p:txBody>
          <a:bodyPr lIns="0" tIns="6308" rIns="0" bIns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z="523" spc="-11" dirty="0">
                <a:latin typeface="Trebuchet MS"/>
                <a:cs typeface="Trebuchet MS"/>
              </a:rPr>
              <a:t>10</a:t>
            </a:r>
            <a:endParaRPr sz="523">
              <a:latin typeface="Trebuchet MS"/>
              <a:cs typeface="Trebuchet MS"/>
            </a:endParaRPr>
          </a:p>
        </p:txBody>
      </p:sp>
      <p:sp>
        <p:nvSpPr>
          <p:cNvPr id="190" name="object 190">
            <a:extLst>
              <a:ext uri="{FF2B5EF4-FFF2-40B4-BE49-F238E27FC236}">
                <a16:creationId xmlns:a16="http://schemas.microsoft.com/office/drawing/2014/main" id="{B5AACAA3-6281-AEB4-FA12-8426998B068E}"/>
              </a:ext>
            </a:extLst>
          </p:cNvPr>
          <p:cNvSpPr txBox="1"/>
          <p:nvPr/>
        </p:nvSpPr>
        <p:spPr>
          <a:xfrm>
            <a:off x="2616994" y="2507457"/>
            <a:ext cx="80963" cy="86841"/>
          </a:xfrm>
          <a:prstGeom prst="rect">
            <a:avLst/>
          </a:prstGeom>
        </p:spPr>
        <p:txBody>
          <a:bodyPr lIns="0" tIns="6308" rIns="0" bIns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z="523" spc="-11" dirty="0">
                <a:latin typeface="Trebuchet MS"/>
                <a:cs typeface="Trebuchet MS"/>
              </a:rPr>
              <a:t>15</a:t>
            </a:r>
            <a:endParaRPr sz="523">
              <a:latin typeface="Trebuchet MS"/>
              <a:cs typeface="Trebuchet MS"/>
            </a:endParaRPr>
          </a:p>
        </p:txBody>
      </p:sp>
      <p:sp>
        <p:nvSpPr>
          <p:cNvPr id="191" name="object 191">
            <a:extLst>
              <a:ext uri="{FF2B5EF4-FFF2-40B4-BE49-F238E27FC236}">
                <a16:creationId xmlns:a16="http://schemas.microsoft.com/office/drawing/2014/main" id="{905C5F36-589D-4D9A-B661-8B16355AFFD6}"/>
              </a:ext>
            </a:extLst>
          </p:cNvPr>
          <p:cNvSpPr txBox="1"/>
          <p:nvPr/>
        </p:nvSpPr>
        <p:spPr>
          <a:xfrm>
            <a:off x="2616994" y="2066926"/>
            <a:ext cx="80963" cy="86841"/>
          </a:xfrm>
          <a:prstGeom prst="rect">
            <a:avLst/>
          </a:prstGeom>
        </p:spPr>
        <p:txBody>
          <a:bodyPr lIns="0" tIns="6308" rIns="0" bIns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z="523" spc="-11" dirty="0">
                <a:latin typeface="Trebuchet MS"/>
                <a:cs typeface="Trebuchet MS"/>
              </a:rPr>
              <a:t>20</a:t>
            </a:r>
            <a:endParaRPr sz="523">
              <a:latin typeface="Trebuchet MS"/>
              <a:cs typeface="Trebuchet MS"/>
            </a:endParaRPr>
          </a:p>
        </p:txBody>
      </p:sp>
      <p:sp>
        <p:nvSpPr>
          <p:cNvPr id="192" name="object 192">
            <a:extLst>
              <a:ext uri="{FF2B5EF4-FFF2-40B4-BE49-F238E27FC236}">
                <a16:creationId xmlns:a16="http://schemas.microsoft.com/office/drawing/2014/main" id="{BE506332-8E73-5F62-60A3-5E6DDE01501A}"/>
              </a:ext>
            </a:extLst>
          </p:cNvPr>
          <p:cNvSpPr txBox="1"/>
          <p:nvPr/>
        </p:nvSpPr>
        <p:spPr>
          <a:xfrm>
            <a:off x="2616994" y="1626394"/>
            <a:ext cx="80963" cy="86841"/>
          </a:xfrm>
          <a:prstGeom prst="rect">
            <a:avLst/>
          </a:prstGeom>
        </p:spPr>
        <p:txBody>
          <a:bodyPr lIns="0" tIns="6308" rIns="0" bIns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z="523" spc="-11" dirty="0">
                <a:latin typeface="Trebuchet MS"/>
                <a:cs typeface="Trebuchet MS"/>
              </a:rPr>
              <a:t>25</a:t>
            </a:r>
            <a:endParaRPr sz="523">
              <a:latin typeface="Trebuchet MS"/>
              <a:cs typeface="Trebuchet MS"/>
            </a:endParaRPr>
          </a:p>
        </p:txBody>
      </p:sp>
      <p:sp>
        <p:nvSpPr>
          <p:cNvPr id="193" name="object 193">
            <a:extLst>
              <a:ext uri="{FF2B5EF4-FFF2-40B4-BE49-F238E27FC236}">
                <a16:creationId xmlns:a16="http://schemas.microsoft.com/office/drawing/2014/main" id="{30090DD0-6587-5BC6-D309-29FD85229650}"/>
              </a:ext>
            </a:extLst>
          </p:cNvPr>
          <p:cNvSpPr/>
          <p:nvPr/>
        </p:nvSpPr>
        <p:spPr>
          <a:xfrm>
            <a:off x="6041231" y="2271713"/>
            <a:ext cx="58341" cy="58341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94" name="object 194">
            <a:extLst>
              <a:ext uri="{FF2B5EF4-FFF2-40B4-BE49-F238E27FC236}">
                <a16:creationId xmlns:a16="http://schemas.microsoft.com/office/drawing/2014/main" id="{32212DDF-746A-083F-0750-07501D2AE091}"/>
              </a:ext>
            </a:extLst>
          </p:cNvPr>
          <p:cNvSpPr/>
          <p:nvPr/>
        </p:nvSpPr>
        <p:spPr>
          <a:xfrm>
            <a:off x="6041232" y="2271713"/>
            <a:ext cx="59531" cy="58341"/>
          </a:xfrm>
          <a:custGeom>
            <a:avLst/>
            <a:gdLst/>
            <a:ahLst/>
            <a:cxnLst/>
            <a:rect l="l" t="t" r="r" b="b"/>
            <a:pathLst>
              <a:path w="112395" h="112394">
                <a:moveTo>
                  <a:pt x="58190" y="0"/>
                </a:moveTo>
                <a:lnTo>
                  <a:pt x="112222" y="58188"/>
                </a:lnTo>
                <a:lnTo>
                  <a:pt x="58190" y="112221"/>
                </a:lnTo>
                <a:lnTo>
                  <a:pt x="0" y="58188"/>
                </a:lnTo>
                <a:lnTo>
                  <a:pt x="58190" y="0"/>
                </a:lnTo>
                <a:close/>
              </a:path>
            </a:pathLst>
          </a:custGeom>
          <a:ln w="9513">
            <a:solidFill>
              <a:srgbClr val="5B92C7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95" name="object 195">
            <a:extLst>
              <a:ext uri="{FF2B5EF4-FFF2-40B4-BE49-F238E27FC236}">
                <a16:creationId xmlns:a16="http://schemas.microsoft.com/office/drawing/2014/main" id="{5F1912DD-7939-A38D-6634-07122E743B80}"/>
              </a:ext>
            </a:extLst>
          </p:cNvPr>
          <p:cNvSpPr txBox="1"/>
          <p:nvPr/>
        </p:nvSpPr>
        <p:spPr>
          <a:xfrm>
            <a:off x="6134100" y="2213372"/>
            <a:ext cx="401241" cy="167311"/>
          </a:xfrm>
          <a:prstGeom prst="rect">
            <a:avLst/>
          </a:prstGeom>
        </p:spPr>
        <p:txBody>
          <a:bodyPr lIns="0" tIns="6308" rIns="0" bIns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z="1046" spc="-37" dirty="0">
                <a:latin typeface="Trebuchet MS"/>
                <a:cs typeface="Trebuchet MS"/>
              </a:rPr>
              <a:t>S</a:t>
            </a:r>
            <a:r>
              <a:rPr sz="1046" spc="-44" dirty="0">
                <a:latin typeface="Trebuchet MS"/>
                <a:cs typeface="Trebuchet MS"/>
              </a:rPr>
              <a:t>e</a:t>
            </a:r>
            <a:r>
              <a:rPr sz="1046" spc="-47" dirty="0">
                <a:latin typeface="Trebuchet MS"/>
                <a:cs typeface="Trebuchet MS"/>
              </a:rPr>
              <a:t>r</a:t>
            </a:r>
            <a:r>
              <a:rPr sz="1046" spc="-39" dirty="0">
                <a:latin typeface="Trebuchet MS"/>
                <a:cs typeface="Trebuchet MS"/>
              </a:rPr>
              <a:t>i</a:t>
            </a:r>
            <a:r>
              <a:rPr sz="1046" spc="-76" dirty="0">
                <a:latin typeface="Trebuchet MS"/>
                <a:cs typeface="Trebuchet MS"/>
              </a:rPr>
              <a:t>e</a:t>
            </a:r>
            <a:r>
              <a:rPr sz="1046" spc="-18" dirty="0">
                <a:latin typeface="Trebuchet MS"/>
                <a:cs typeface="Trebuchet MS"/>
              </a:rPr>
              <a:t>s1</a:t>
            </a:r>
            <a:endParaRPr sz="1046">
              <a:latin typeface="Trebuchet MS"/>
              <a:cs typeface="Trebuchet MS"/>
            </a:endParaRPr>
          </a:p>
        </p:txBody>
      </p:sp>
      <p:sp>
        <p:nvSpPr>
          <p:cNvPr id="196" name="object 196">
            <a:extLst>
              <a:ext uri="{FF2B5EF4-FFF2-40B4-BE49-F238E27FC236}">
                <a16:creationId xmlns:a16="http://schemas.microsoft.com/office/drawing/2014/main" id="{30BAFB88-7569-7C3F-27B2-484FF5F16B81}"/>
              </a:ext>
            </a:extLst>
          </p:cNvPr>
          <p:cNvSpPr/>
          <p:nvPr/>
        </p:nvSpPr>
        <p:spPr>
          <a:xfrm>
            <a:off x="6041231" y="2703910"/>
            <a:ext cx="58341" cy="5834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97" name="object 197">
            <a:extLst>
              <a:ext uri="{FF2B5EF4-FFF2-40B4-BE49-F238E27FC236}">
                <a16:creationId xmlns:a16="http://schemas.microsoft.com/office/drawing/2014/main" id="{F90880DE-030E-5C86-DF38-9EE2320E3844}"/>
              </a:ext>
            </a:extLst>
          </p:cNvPr>
          <p:cNvSpPr/>
          <p:nvPr/>
        </p:nvSpPr>
        <p:spPr>
          <a:xfrm>
            <a:off x="6041232" y="2703910"/>
            <a:ext cx="59531" cy="58340"/>
          </a:xfrm>
          <a:custGeom>
            <a:avLst/>
            <a:gdLst/>
            <a:ahLst/>
            <a:cxnLst/>
            <a:rect l="l" t="t" r="r" b="b"/>
            <a:pathLst>
              <a:path w="112395" h="112395">
                <a:moveTo>
                  <a:pt x="0" y="0"/>
                </a:moveTo>
                <a:lnTo>
                  <a:pt x="112222" y="0"/>
                </a:lnTo>
                <a:lnTo>
                  <a:pt x="112222" y="112222"/>
                </a:lnTo>
                <a:lnTo>
                  <a:pt x="0" y="112222"/>
                </a:lnTo>
                <a:lnTo>
                  <a:pt x="0" y="0"/>
                </a:lnTo>
                <a:close/>
              </a:path>
            </a:pathLst>
          </a:custGeom>
          <a:ln w="9513">
            <a:solidFill>
              <a:srgbClr val="CC615A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98" name="object 198">
            <a:extLst>
              <a:ext uri="{FF2B5EF4-FFF2-40B4-BE49-F238E27FC236}">
                <a16:creationId xmlns:a16="http://schemas.microsoft.com/office/drawing/2014/main" id="{7F50A271-8103-0EF9-3B6A-958806AA62B2}"/>
              </a:ext>
            </a:extLst>
          </p:cNvPr>
          <p:cNvSpPr txBox="1"/>
          <p:nvPr/>
        </p:nvSpPr>
        <p:spPr>
          <a:xfrm>
            <a:off x="6134100" y="2645569"/>
            <a:ext cx="401241" cy="167311"/>
          </a:xfrm>
          <a:prstGeom prst="rect">
            <a:avLst/>
          </a:prstGeom>
        </p:spPr>
        <p:txBody>
          <a:bodyPr lIns="0" tIns="6308" rIns="0" bIns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z="1046" spc="-37" dirty="0">
                <a:latin typeface="Trebuchet MS"/>
                <a:cs typeface="Trebuchet MS"/>
              </a:rPr>
              <a:t>S</a:t>
            </a:r>
            <a:r>
              <a:rPr sz="1046" spc="-44" dirty="0">
                <a:latin typeface="Trebuchet MS"/>
                <a:cs typeface="Trebuchet MS"/>
              </a:rPr>
              <a:t>e</a:t>
            </a:r>
            <a:r>
              <a:rPr sz="1046" spc="-47" dirty="0">
                <a:latin typeface="Trebuchet MS"/>
                <a:cs typeface="Trebuchet MS"/>
              </a:rPr>
              <a:t>r</a:t>
            </a:r>
            <a:r>
              <a:rPr sz="1046" spc="-39" dirty="0">
                <a:latin typeface="Trebuchet MS"/>
                <a:cs typeface="Trebuchet MS"/>
              </a:rPr>
              <a:t>i</a:t>
            </a:r>
            <a:r>
              <a:rPr sz="1046" spc="-76" dirty="0">
                <a:latin typeface="Trebuchet MS"/>
                <a:cs typeface="Trebuchet MS"/>
              </a:rPr>
              <a:t>e</a:t>
            </a:r>
            <a:r>
              <a:rPr sz="1046" spc="-18" dirty="0">
                <a:latin typeface="Trebuchet MS"/>
                <a:cs typeface="Trebuchet MS"/>
              </a:rPr>
              <a:t>s2</a:t>
            </a:r>
            <a:endParaRPr sz="1046" dirty="0">
              <a:latin typeface="Trebuchet MS"/>
              <a:cs typeface="Trebuchet MS"/>
            </a:endParaRPr>
          </a:p>
        </p:txBody>
      </p:sp>
      <p:sp>
        <p:nvSpPr>
          <p:cNvPr id="199" name="object 199">
            <a:extLst>
              <a:ext uri="{FF2B5EF4-FFF2-40B4-BE49-F238E27FC236}">
                <a16:creationId xmlns:a16="http://schemas.microsoft.com/office/drawing/2014/main" id="{00A8BD08-0F5D-92CF-719F-0580970A4AF2}"/>
              </a:ext>
            </a:extLst>
          </p:cNvPr>
          <p:cNvSpPr/>
          <p:nvPr/>
        </p:nvSpPr>
        <p:spPr>
          <a:xfrm>
            <a:off x="4198144" y="1487091"/>
            <a:ext cx="73819" cy="2701528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00" name="object 200">
            <a:extLst>
              <a:ext uri="{FF2B5EF4-FFF2-40B4-BE49-F238E27FC236}">
                <a16:creationId xmlns:a16="http://schemas.microsoft.com/office/drawing/2014/main" id="{257F4EA4-82EF-EAA8-521F-1CA25A3F99E9}"/>
              </a:ext>
            </a:extLst>
          </p:cNvPr>
          <p:cNvSpPr/>
          <p:nvPr/>
        </p:nvSpPr>
        <p:spPr>
          <a:xfrm>
            <a:off x="4235054" y="1501379"/>
            <a:ext cx="0" cy="2653903"/>
          </a:xfrm>
          <a:custGeom>
            <a:avLst/>
            <a:gdLst/>
            <a:ahLst/>
            <a:cxnLst/>
            <a:rect l="l" t="t" r="r" b="b"/>
            <a:pathLst>
              <a:path h="5074285">
                <a:moveTo>
                  <a:pt x="0" y="0"/>
                </a:moveTo>
                <a:lnTo>
                  <a:pt x="1" y="5074000"/>
                </a:lnTo>
              </a:path>
            </a:pathLst>
          </a:custGeom>
          <a:ln w="50730">
            <a:solidFill>
              <a:srgbClr val="4180FF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01" name="object 201">
            <a:extLst>
              <a:ext uri="{FF2B5EF4-FFF2-40B4-BE49-F238E27FC236}">
                <a16:creationId xmlns:a16="http://schemas.microsoft.com/office/drawing/2014/main" id="{5BDE39BB-BAA4-B55C-EF2E-CDC715E08F05}"/>
              </a:ext>
            </a:extLst>
          </p:cNvPr>
          <p:cNvSpPr/>
          <p:nvPr/>
        </p:nvSpPr>
        <p:spPr>
          <a:xfrm>
            <a:off x="2772966" y="2864644"/>
            <a:ext cx="2939653" cy="7501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02" name="object 202">
            <a:extLst>
              <a:ext uri="{FF2B5EF4-FFF2-40B4-BE49-F238E27FC236}">
                <a16:creationId xmlns:a16="http://schemas.microsoft.com/office/drawing/2014/main" id="{828FCC14-3119-FE70-57BC-6A160C62308B}"/>
              </a:ext>
            </a:extLst>
          </p:cNvPr>
          <p:cNvSpPr/>
          <p:nvPr/>
        </p:nvSpPr>
        <p:spPr>
          <a:xfrm>
            <a:off x="2795587" y="2892029"/>
            <a:ext cx="2892029" cy="0"/>
          </a:xfrm>
          <a:custGeom>
            <a:avLst/>
            <a:gdLst/>
            <a:ahLst/>
            <a:cxnLst/>
            <a:rect l="l" t="t" r="r" b="b"/>
            <a:pathLst>
              <a:path w="5532755">
                <a:moveTo>
                  <a:pt x="5532514" y="0"/>
                </a:moveTo>
                <a:lnTo>
                  <a:pt x="0" y="1"/>
                </a:lnTo>
              </a:path>
            </a:pathLst>
          </a:custGeom>
          <a:ln w="50742">
            <a:solidFill>
              <a:srgbClr val="4180FF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03" name="object 203">
            <a:extLst>
              <a:ext uri="{FF2B5EF4-FFF2-40B4-BE49-F238E27FC236}">
                <a16:creationId xmlns:a16="http://schemas.microsoft.com/office/drawing/2014/main" id="{67C68073-3ABA-911B-BFC0-742FD502998F}"/>
              </a:ext>
            </a:extLst>
          </p:cNvPr>
          <p:cNvSpPr txBox="1"/>
          <p:nvPr/>
        </p:nvSpPr>
        <p:spPr>
          <a:xfrm>
            <a:off x="2661047" y="3837385"/>
            <a:ext cx="46434" cy="83824"/>
          </a:xfrm>
          <a:prstGeom prst="rect">
            <a:avLst/>
          </a:prstGeom>
        </p:spPr>
        <p:txBody>
          <a:bodyPr lIns="0" tIns="3320" rIns="0" bIns="0">
            <a:spAutoFit/>
          </a:bodyPr>
          <a:lstStyle/>
          <a:p>
            <a:pPr marL="6640">
              <a:spcBef>
                <a:spcPts val="26"/>
              </a:spcBef>
              <a:defRPr/>
            </a:pPr>
            <a:r>
              <a:rPr sz="523" spc="-11" dirty="0">
                <a:latin typeface="Trebuchet MS"/>
                <a:cs typeface="Trebuchet MS"/>
              </a:rPr>
              <a:t>0</a:t>
            </a:r>
            <a:endParaRPr sz="523">
              <a:latin typeface="Trebuchet MS"/>
              <a:cs typeface="Trebuchet MS"/>
            </a:endParaRPr>
          </a:p>
        </p:txBody>
      </p:sp>
      <p:sp>
        <p:nvSpPr>
          <p:cNvPr id="204" name="object 204">
            <a:extLst>
              <a:ext uri="{FF2B5EF4-FFF2-40B4-BE49-F238E27FC236}">
                <a16:creationId xmlns:a16="http://schemas.microsoft.com/office/drawing/2014/main" id="{8D3742E9-3C09-9C46-90E6-EAC57A544FD6}"/>
              </a:ext>
            </a:extLst>
          </p:cNvPr>
          <p:cNvSpPr txBox="1"/>
          <p:nvPr/>
        </p:nvSpPr>
        <p:spPr>
          <a:xfrm>
            <a:off x="2739629" y="3919538"/>
            <a:ext cx="46434" cy="83824"/>
          </a:xfrm>
          <a:prstGeom prst="rect">
            <a:avLst/>
          </a:prstGeom>
        </p:spPr>
        <p:txBody>
          <a:bodyPr lIns="0" tIns="3320" rIns="0" bIns="0">
            <a:spAutoFit/>
          </a:bodyPr>
          <a:lstStyle/>
          <a:p>
            <a:pPr marL="6640">
              <a:spcBef>
                <a:spcPts val="26"/>
              </a:spcBef>
              <a:defRPr/>
            </a:pPr>
            <a:r>
              <a:rPr sz="523" spc="-11" dirty="0">
                <a:latin typeface="Trebuchet MS"/>
                <a:cs typeface="Trebuchet MS"/>
              </a:rPr>
              <a:t>0</a:t>
            </a:r>
            <a:endParaRPr sz="523">
              <a:latin typeface="Trebuchet MS"/>
              <a:cs typeface="Trebuchet MS"/>
            </a:endParaRPr>
          </a:p>
        </p:txBody>
      </p:sp>
      <p:sp>
        <p:nvSpPr>
          <p:cNvPr id="205" name="object 205">
            <a:extLst>
              <a:ext uri="{FF2B5EF4-FFF2-40B4-BE49-F238E27FC236}">
                <a16:creationId xmlns:a16="http://schemas.microsoft.com/office/drawing/2014/main" id="{198FA0FB-1C4C-EA07-332D-5D3B4D2B7852}"/>
              </a:ext>
            </a:extLst>
          </p:cNvPr>
          <p:cNvSpPr txBox="1"/>
          <p:nvPr/>
        </p:nvSpPr>
        <p:spPr>
          <a:xfrm>
            <a:off x="3377804" y="3919538"/>
            <a:ext cx="47625" cy="83824"/>
          </a:xfrm>
          <a:prstGeom prst="rect">
            <a:avLst/>
          </a:prstGeom>
        </p:spPr>
        <p:txBody>
          <a:bodyPr lIns="0" tIns="3320" rIns="0" bIns="0">
            <a:spAutoFit/>
          </a:bodyPr>
          <a:lstStyle/>
          <a:p>
            <a:pPr marL="6640">
              <a:spcBef>
                <a:spcPts val="26"/>
              </a:spcBef>
              <a:defRPr/>
            </a:pPr>
            <a:r>
              <a:rPr sz="523" spc="-11" dirty="0">
                <a:latin typeface="Trebuchet MS"/>
                <a:cs typeface="Trebuchet MS"/>
              </a:rPr>
              <a:t>5</a:t>
            </a:r>
            <a:endParaRPr sz="523">
              <a:latin typeface="Trebuchet MS"/>
              <a:cs typeface="Trebuchet MS"/>
            </a:endParaRPr>
          </a:p>
        </p:txBody>
      </p:sp>
      <p:sp>
        <p:nvSpPr>
          <p:cNvPr id="206" name="object 206">
            <a:extLst>
              <a:ext uri="{FF2B5EF4-FFF2-40B4-BE49-F238E27FC236}">
                <a16:creationId xmlns:a16="http://schemas.microsoft.com/office/drawing/2014/main" id="{21DE8576-3E6A-141E-99B0-6523CC22D1C0}"/>
              </a:ext>
            </a:extLst>
          </p:cNvPr>
          <p:cNvSpPr txBox="1"/>
          <p:nvPr/>
        </p:nvSpPr>
        <p:spPr>
          <a:xfrm>
            <a:off x="4000500" y="3919538"/>
            <a:ext cx="80963" cy="83824"/>
          </a:xfrm>
          <a:prstGeom prst="rect">
            <a:avLst/>
          </a:prstGeom>
        </p:spPr>
        <p:txBody>
          <a:bodyPr lIns="0" tIns="3320" rIns="0" bIns="0">
            <a:spAutoFit/>
          </a:bodyPr>
          <a:lstStyle/>
          <a:p>
            <a:pPr marL="6640">
              <a:spcBef>
                <a:spcPts val="26"/>
              </a:spcBef>
              <a:defRPr/>
            </a:pPr>
            <a:r>
              <a:rPr sz="523" spc="-11" dirty="0">
                <a:latin typeface="Trebuchet MS"/>
                <a:cs typeface="Trebuchet MS"/>
              </a:rPr>
              <a:t>10</a:t>
            </a:r>
            <a:endParaRPr sz="523">
              <a:latin typeface="Trebuchet MS"/>
              <a:cs typeface="Trebuchet MS"/>
            </a:endParaRPr>
          </a:p>
        </p:txBody>
      </p:sp>
      <p:sp>
        <p:nvSpPr>
          <p:cNvPr id="207" name="object 207">
            <a:extLst>
              <a:ext uri="{FF2B5EF4-FFF2-40B4-BE49-F238E27FC236}">
                <a16:creationId xmlns:a16="http://schemas.microsoft.com/office/drawing/2014/main" id="{94F24807-A2D8-D1D5-5CDF-6598BE64FA74}"/>
              </a:ext>
            </a:extLst>
          </p:cNvPr>
          <p:cNvSpPr txBox="1"/>
          <p:nvPr/>
        </p:nvSpPr>
        <p:spPr>
          <a:xfrm>
            <a:off x="4639866" y="3919538"/>
            <a:ext cx="79772" cy="83824"/>
          </a:xfrm>
          <a:prstGeom prst="rect">
            <a:avLst/>
          </a:prstGeom>
        </p:spPr>
        <p:txBody>
          <a:bodyPr lIns="0" tIns="3320" rIns="0" bIns="0">
            <a:spAutoFit/>
          </a:bodyPr>
          <a:lstStyle/>
          <a:p>
            <a:pPr marL="6640">
              <a:spcBef>
                <a:spcPts val="26"/>
              </a:spcBef>
              <a:defRPr/>
            </a:pPr>
            <a:r>
              <a:rPr sz="523" spc="-11" dirty="0">
                <a:latin typeface="Trebuchet MS"/>
                <a:cs typeface="Trebuchet MS"/>
              </a:rPr>
              <a:t>15</a:t>
            </a:r>
            <a:endParaRPr sz="523">
              <a:latin typeface="Trebuchet MS"/>
              <a:cs typeface="Trebuchet MS"/>
            </a:endParaRPr>
          </a:p>
        </p:txBody>
      </p:sp>
      <p:sp>
        <p:nvSpPr>
          <p:cNvPr id="208" name="object 208">
            <a:extLst>
              <a:ext uri="{FF2B5EF4-FFF2-40B4-BE49-F238E27FC236}">
                <a16:creationId xmlns:a16="http://schemas.microsoft.com/office/drawing/2014/main" id="{654BF3DB-F9FC-1B01-30E1-EBA90709A81B}"/>
              </a:ext>
            </a:extLst>
          </p:cNvPr>
          <p:cNvSpPr txBox="1"/>
          <p:nvPr/>
        </p:nvSpPr>
        <p:spPr>
          <a:xfrm>
            <a:off x="5278041" y="3919538"/>
            <a:ext cx="80963" cy="83824"/>
          </a:xfrm>
          <a:prstGeom prst="rect">
            <a:avLst/>
          </a:prstGeom>
        </p:spPr>
        <p:txBody>
          <a:bodyPr lIns="0" tIns="3320" rIns="0" bIns="0">
            <a:spAutoFit/>
          </a:bodyPr>
          <a:lstStyle/>
          <a:p>
            <a:pPr marL="6640">
              <a:spcBef>
                <a:spcPts val="26"/>
              </a:spcBef>
              <a:defRPr/>
            </a:pPr>
            <a:r>
              <a:rPr sz="523" spc="-11" dirty="0">
                <a:latin typeface="Trebuchet MS"/>
                <a:cs typeface="Trebuchet MS"/>
              </a:rPr>
              <a:t>20</a:t>
            </a:r>
            <a:endParaRPr sz="523">
              <a:latin typeface="Trebuchet MS"/>
              <a:cs typeface="Trebuchet MS"/>
            </a:endParaRPr>
          </a:p>
        </p:txBody>
      </p:sp>
      <p:sp>
        <p:nvSpPr>
          <p:cNvPr id="209" name="object 209">
            <a:extLst>
              <a:ext uri="{FF2B5EF4-FFF2-40B4-BE49-F238E27FC236}">
                <a16:creationId xmlns:a16="http://schemas.microsoft.com/office/drawing/2014/main" id="{C6EE9328-9475-FCC4-9637-2F8C77235EAD}"/>
              </a:ext>
            </a:extLst>
          </p:cNvPr>
          <p:cNvSpPr txBox="1"/>
          <p:nvPr/>
        </p:nvSpPr>
        <p:spPr>
          <a:xfrm>
            <a:off x="5917406" y="3919538"/>
            <a:ext cx="80963" cy="83824"/>
          </a:xfrm>
          <a:prstGeom prst="rect">
            <a:avLst/>
          </a:prstGeom>
        </p:spPr>
        <p:txBody>
          <a:bodyPr lIns="0" tIns="3320" rIns="0" bIns="0">
            <a:spAutoFit/>
          </a:bodyPr>
          <a:lstStyle/>
          <a:p>
            <a:pPr marL="6640">
              <a:spcBef>
                <a:spcPts val="26"/>
              </a:spcBef>
              <a:defRPr/>
            </a:pPr>
            <a:r>
              <a:rPr sz="523" spc="-11" dirty="0">
                <a:latin typeface="Trebuchet MS"/>
                <a:cs typeface="Trebuchet MS"/>
              </a:rPr>
              <a:t>25</a:t>
            </a:r>
            <a:endParaRPr sz="523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7" name="Agrupar 212">
            <a:extLst>
              <a:ext uri="{FF2B5EF4-FFF2-40B4-BE49-F238E27FC236}">
                <a16:creationId xmlns:a16="http://schemas.microsoft.com/office/drawing/2014/main" id="{775A8584-C0F3-CB7C-2A63-C744555FD7E5}"/>
              </a:ext>
            </a:extLst>
          </p:cNvPr>
          <p:cNvGrpSpPr>
            <a:grpSpLocks/>
          </p:cNvGrpSpPr>
          <p:nvPr/>
        </p:nvGrpSpPr>
        <p:grpSpPr bwMode="auto">
          <a:xfrm>
            <a:off x="2613423" y="1529954"/>
            <a:ext cx="3917156" cy="2706290"/>
            <a:chOff x="1965968" y="854701"/>
            <a:chExt cx="5224436" cy="360713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6986C7E9-07E5-9D66-1118-77C88ADC43CB}"/>
                </a:ext>
              </a:extLst>
            </p:cNvPr>
            <p:cNvSpPr/>
            <p:nvPr/>
          </p:nvSpPr>
          <p:spPr>
            <a:xfrm>
              <a:off x="2146997" y="3452533"/>
              <a:ext cx="4268475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B814723-4D0B-B35D-D4D6-1969DD292BA5}"/>
                </a:ext>
              </a:extLst>
            </p:cNvPr>
            <p:cNvSpPr/>
            <p:nvPr/>
          </p:nvSpPr>
          <p:spPr>
            <a:xfrm>
              <a:off x="2146997" y="2863776"/>
              <a:ext cx="4268475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3FE7FC3-1EE6-A94C-8E2F-796FF34123D4}"/>
                </a:ext>
              </a:extLst>
            </p:cNvPr>
            <p:cNvSpPr/>
            <p:nvPr/>
          </p:nvSpPr>
          <p:spPr>
            <a:xfrm>
              <a:off x="2146997" y="2276605"/>
              <a:ext cx="4268475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4BA7652D-ED23-CAB9-8AA7-3BBD35D11FBA}"/>
                </a:ext>
              </a:extLst>
            </p:cNvPr>
            <p:cNvSpPr/>
            <p:nvPr/>
          </p:nvSpPr>
          <p:spPr>
            <a:xfrm>
              <a:off x="2146997" y="1687848"/>
              <a:ext cx="4268475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67AC99F-83B2-A5D8-961C-C68AFA26A2C5}"/>
                </a:ext>
              </a:extLst>
            </p:cNvPr>
            <p:cNvSpPr/>
            <p:nvPr/>
          </p:nvSpPr>
          <p:spPr>
            <a:xfrm>
              <a:off x="2146997" y="1102265"/>
              <a:ext cx="4268475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CE89A4BE-7574-438A-2427-6F7B1A3A11C1}"/>
                </a:ext>
              </a:extLst>
            </p:cNvPr>
            <p:cNvSpPr/>
            <p:nvPr/>
          </p:nvSpPr>
          <p:spPr>
            <a:xfrm>
              <a:off x="2146997" y="1102265"/>
              <a:ext cx="0" cy="2937438"/>
            </a:xfrm>
            <a:custGeom>
              <a:avLst/>
              <a:gdLst/>
              <a:ahLst/>
              <a:cxnLst/>
              <a:rect l="l" t="t" r="r" b="b"/>
              <a:pathLst>
                <a:path h="4213860">
                  <a:moveTo>
                    <a:pt x="0" y="4213490"/>
                  </a:moveTo>
                  <a:lnTo>
                    <a:pt x="0" y="0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9E7E1917-3135-703E-88BC-1B6A20C105FA}"/>
                </a:ext>
              </a:extLst>
            </p:cNvPr>
            <p:cNvSpPr/>
            <p:nvPr/>
          </p:nvSpPr>
          <p:spPr>
            <a:xfrm>
              <a:off x="2118414" y="4038117"/>
              <a:ext cx="28584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68A62226-7435-0A7D-9DAA-66ACB6363092}"/>
                </a:ext>
              </a:extLst>
            </p:cNvPr>
            <p:cNvSpPr/>
            <p:nvPr/>
          </p:nvSpPr>
          <p:spPr>
            <a:xfrm>
              <a:off x="2118414" y="3452533"/>
              <a:ext cx="28584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244BB33A-5784-A5AB-7DEB-745E35CAA41B}"/>
                </a:ext>
              </a:extLst>
            </p:cNvPr>
            <p:cNvSpPr/>
            <p:nvPr/>
          </p:nvSpPr>
          <p:spPr>
            <a:xfrm>
              <a:off x="2118414" y="2863776"/>
              <a:ext cx="28584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A8CCC171-E03F-5AD5-EF66-5BB10EECE423}"/>
                </a:ext>
              </a:extLst>
            </p:cNvPr>
            <p:cNvSpPr/>
            <p:nvPr/>
          </p:nvSpPr>
          <p:spPr>
            <a:xfrm>
              <a:off x="2118414" y="2276605"/>
              <a:ext cx="28584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C0A639ED-399C-82EA-47D4-EF74D61F0717}"/>
                </a:ext>
              </a:extLst>
            </p:cNvPr>
            <p:cNvSpPr/>
            <p:nvPr/>
          </p:nvSpPr>
          <p:spPr>
            <a:xfrm>
              <a:off x="2118414" y="1687848"/>
              <a:ext cx="28584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A60DF18A-6DDC-15DA-AD20-96B5A515129A}"/>
                </a:ext>
              </a:extLst>
            </p:cNvPr>
            <p:cNvSpPr/>
            <p:nvPr/>
          </p:nvSpPr>
          <p:spPr>
            <a:xfrm>
              <a:off x="2118414" y="1102265"/>
              <a:ext cx="28584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E17AF3C3-4000-3BEA-8763-EE73C6E53D61}"/>
                </a:ext>
              </a:extLst>
            </p:cNvPr>
            <p:cNvSpPr/>
            <p:nvPr/>
          </p:nvSpPr>
          <p:spPr>
            <a:xfrm>
              <a:off x="2146997" y="4039703"/>
              <a:ext cx="4268475" cy="0"/>
            </a:xfrm>
            <a:custGeom>
              <a:avLst/>
              <a:gdLst/>
              <a:ahLst/>
              <a:cxnLst/>
              <a:rect l="l" t="t" r="r" b="b"/>
              <a:pathLst>
                <a:path w="6123305">
                  <a:moveTo>
                    <a:pt x="0" y="0"/>
                  </a:moveTo>
                  <a:lnTo>
                    <a:pt x="612305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E2CE53F3-F51C-B22B-AAE2-0EE959DC1FCE}"/>
                </a:ext>
              </a:extLst>
            </p:cNvPr>
            <p:cNvSpPr/>
            <p:nvPr/>
          </p:nvSpPr>
          <p:spPr>
            <a:xfrm>
              <a:off x="2146997" y="4038117"/>
              <a:ext cx="0" cy="28565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8551B1AE-E4E2-184D-6AA9-9051E94CE8A5}"/>
                </a:ext>
              </a:extLst>
            </p:cNvPr>
            <p:cNvSpPr/>
            <p:nvPr/>
          </p:nvSpPr>
          <p:spPr>
            <a:xfrm>
              <a:off x="2999739" y="4038117"/>
              <a:ext cx="0" cy="28565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863F71E3-5D76-D54B-2317-BEF4C7BD1597}"/>
                </a:ext>
              </a:extLst>
            </p:cNvPr>
            <p:cNvSpPr/>
            <p:nvPr/>
          </p:nvSpPr>
          <p:spPr>
            <a:xfrm>
              <a:off x="3854069" y="4038117"/>
              <a:ext cx="0" cy="28565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731B757F-6B7B-C38A-C528-211252AA150E}"/>
                </a:ext>
              </a:extLst>
            </p:cNvPr>
            <p:cNvSpPr/>
            <p:nvPr/>
          </p:nvSpPr>
          <p:spPr>
            <a:xfrm>
              <a:off x="4708399" y="4038117"/>
              <a:ext cx="0" cy="28565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CAC90B89-FD00-2F57-A1C6-9E6743DED615}"/>
                </a:ext>
              </a:extLst>
            </p:cNvPr>
            <p:cNvSpPr/>
            <p:nvPr/>
          </p:nvSpPr>
          <p:spPr>
            <a:xfrm>
              <a:off x="5561142" y="4038117"/>
              <a:ext cx="0" cy="28565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F1582C0B-AB97-845D-EBC2-1F88C012AAE5}"/>
                </a:ext>
              </a:extLst>
            </p:cNvPr>
            <p:cNvSpPr/>
            <p:nvPr/>
          </p:nvSpPr>
          <p:spPr>
            <a:xfrm>
              <a:off x="6413884" y="4038117"/>
              <a:ext cx="0" cy="28565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72E70D38-F65B-78C6-73ED-2DCEA77A81CA}"/>
                </a:ext>
              </a:extLst>
            </p:cNvPr>
            <p:cNvSpPr/>
            <p:nvPr/>
          </p:nvSpPr>
          <p:spPr>
            <a:xfrm>
              <a:off x="2413777" y="1630718"/>
              <a:ext cx="144505" cy="145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4AA57D15-0DDC-4131-ECD5-15D171E3A18B}"/>
                </a:ext>
              </a:extLst>
            </p:cNvPr>
            <p:cNvSpPr/>
            <p:nvPr/>
          </p:nvSpPr>
          <p:spPr>
            <a:xfrm>
              <a:off x="2245452" y="1514871"/>
              <a:ext cx="144505" cy="145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E02C4AD5-9CD0-64FC-54CF-3DFCBC6FE2D9}"/>
                </a:ext>
              </a:extLst>
            </p:cNvPr>
            <p:cNvSpPr/>
            <p:nvPr/>
          </p:nvSpPr>
          <p:spPr>
            <a:xfrm>
              <a:off x="3609521" y="2219475"/>
              <a:ext cx="144506" cy="1444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2CF62067-07F2-812A-5165-FECE7E121613}"/>
                </a:ext>
              </a:extLst>
            </p:cNvPr>
            <p:cNvSpPr/>
            <p:nvPr/>
          </p:nvSpPr>
          <p:spPr>
            <a:xfrm>
              <a:off x="3268107" y="2103628"/>
              <a:ext cx="144505" cy="14441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E3F849FA-8775-1021-8FD0-5DBAF4106C27}"/>
                </a:ext>
              </a:extLst>
            </p:cNvPr>
            <p:cNvSpPr/>
            <p:nvPr/>
          </p:nvSpPr>
          <p:spPr>
            <a:xfrm>
              <a:off x="3609521" y="1395849"/>
              <a:ext cx="144506" cy="145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30A3E251-907D-1A3D-9FD5-9AD21537243B}"/>
                </a:ext>
              </a:extLst>
            </p:cNvPr>
            <p:cNvSpPr/>
            <p:nvPr/>
          </p:nvSpPr>
          <p:spPr>
            <a:xfrm>
              <a:off x="3609521" y="2103628"/>
              <a:ext cx="144506" cy="14441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6F178C8D-B547-0F58-D9D5-C8D2FFEE4141}"/>
                </a:ext>
              </a:extLst>
            </p:cNvPr>
            <p:cNvSpPr/>
            <p:nvPr/>
          </p:nvSpPr>
          <p:spPr>
            <a:xfrm>
              <a:off x="2769483" y="1759261"/>
              <a:ext cx="125449" cy="12378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0B718C9B-A193-0D6B-9095-B7B8DACDCBF6}"/>
                </a:ext>
              </a:extLst>
            </p:cNvPr>
            <p:cNvSpPr/>
            <p:nvPr/>
          </p:nvSpPr>
          <p:spPr>
            <a:xfrm>
              <a:off x="2755191" y="1984607"/>
              <a:ext cx="144506" cy="1444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9F57297A-8583-A1E1-3A8D-73DD6B88C732}"/>
                </a:ext>
              </a:extLst>
            </p:cNvPr>
            <p:cNvSpPr/>
            <p:nvPr/>
          </p:nvSpPr>
          <p:spPr>
            <a:xfrm>
              <a:off x="3609521" y="2454344"/>
              <a:ext cx="144506" cy="1444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484151F8-C8EF-A868-B50A-36BFCBF3E3E7}"/>
                </a:ext>
              </a:extLst>
            </p:cNvPr>
            <p:cNvSpPr/>
            <p:nvPr/>
          </p:nvSpPr>
          <p:spPr>
            <a:xfrm>
              <a:off x="3439608" y="2454344"/>
              <a:ext cx="144505" cy="1444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22082666-D0F2-0AED-88B1-B56F26D2AF62}"/>
                </a:ext>
              </a:extLst>
            </p:cNvPr>
            <p:cNvSpPr/>
            <p:nvPr/>
          </p:nvSpPr>
          <p:spPr>
            <a:xfrm>
              <a:off x="3268107" y="2454344"/>
              <a:ext cx="144505" cy="1444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4975F819-B44D-747A-F3AB-79CE4E8AB159}"/>
                </a:ext>
              </a:extLst>
            </p:cNvPr>
            <p:cNvSpPr/>
            <p:nvPr/>
          </p:nvSpPr>
          <p:spPr>
            <a:xfrm>
              <a:off x="2413777" y="1395849"/>
              <a:ext cx="144505" cy="26502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42D5CE30-9279-2404-7F7C-643A9DB810FB}"/>
                </a:ext>
              </a:extLst>
            </p:cNvPr>
            <p:cNvSpPr/>
            <p:nvPr/>
          </p:nvSpPr>
          <p:spPr>
            <a:xfrm>
              <a:off x="3439608" y="1395849"/>
              <a:ext cx="144505" cy="145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A3EB3615-C935-6204-F711-ADBD2B1582D2}"/>
                </a:ext>
              </a:extLst>
            </p:cNvPr>
            <p:cNvSpPr/>
            <p:nvPr/>
          </p:nvSpPr>
          <p:spPr>
            <a:xfrm>
              <a:off x="3096606" y="2103628"/>
              <a:ext cx="146094" cy="14441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F1E99352-A333-4333-DA1F-32D6C997EF40}"/>
                </a:ext>
              </a:extLst>
            </p:cNvPr>
            <p:cNvSpPr/>
            <p:nvPr/>
          </p:nvSpPr>
          <p:spPr>
            <a:xfrm>
              <a:off x="3268107" y="1984607"/>
              <a:ext cx="144505" cy="1444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CBDFCDC9-FFF2-D3F5-F142-E77E23B7E66B}"/>
                </a:ext>
              </a:extLst>
            </p:cNvPr>
            <p:cNvSpPr/>
            <p:nvPr/>
          </p:nvSpPr>
          <p:spPr>
            <a:xfrm>
              <a:off x="2926692" y="1630718"/>
              <a:ext cx="144506" cy="38245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FC3C263C-079F-B4B5-6298-7ABE8D9474B0}"/>
                </a:ext>
              </a:extLst>
            </p:cNvPr>
            <p:cNvSpPr/>
            <p:nvPr/>
          </p:nvSpPr>
          <p:spPr>
            <a:xfrm>
              <a:off x="3453900" y="1994129"/>
              <a:ext cx="123862" cy="24280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8CBAADD8-5376-2208-956D-395A08599E48}"/>
                </a:ext>
              </a:extLst>
            </p:cNvPr>
            <p:cNvSpPr/>
            <p:nvPr/>
          </p:nvSpPr>
          <p:spPr>
            <a:xfrm>
              <a:off x="2428068" y="1994129"/>
              <a:ext cx="123862" cy="12378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75A12520-863D-CBEC-DFB0-1DF19D3558A2}"/>
                </a:ext>
              </a:extLst>
            </p:cNvPr>
            <p:cNvSpPr/>
            <p:nvPr/>
          </p:nvSpPr>
          <p:spPr>
            <a:xfrm>
              <a:off x="2245452" y="1630718"/>
              <a:ext cx="144505" cy="145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B87720CB-EDBA-B662-5C84-77BE3AAC3242}"/>
                </a:ext>
              </a:extLst>
            </p:cNvPr>
            <p:cNvSpPr/>
            <p:nvPr/>
          </p:nvSpPr>
          <p:spPr>
            <a:xfrm>
              <a:off x="3096606" y="1514871"/>
              <a:ext cx="146094" cy="145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A20DF48B-858B-FF79-13C9-BB37A811EDD0}"/>
                </a:ext>
              </a:extLst>
            </p:cNvPr>
            <p:cNvSpPr/>
            <p:nvPr/>
          </p:nvSpPr>
          <p:spPr>
            <a:xfrm>
              <a:off x="3795315" y="1405371"/>
              <a:ext cx="123862" cy="12378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B961D21D-475E-B362-4B6A-C3E7F4272646}"/>
                </a:ext>
              </a:extLst>
            </p:cNvPr>
            <p:cNvSpPr/>
            <p:nvPr/>
          </p:nvSpPr>
          <p:spPr>
            <a:xfrm>
              <a:off x="2755191" y="2219475"/>
              <a:ext cx="144506" cy="1444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04B1F322-DF87-3EEF-801C-E79439E7C8EE}"/>
                </a:ext>
              </a:extLst>
            </p:cNvPr>
            <p:cNvSpPr/>
            <p:nvPr/>
          </p:nvSpPr>
          <p:spPr>
            <a:xfrm>
              <a:off x="3439608" y="1984607"/>
              <a:ext cx="144505" cy="14441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9445833B-7331-474C-4EE8-0AC2C72DCAF6}"/>
                </a:ext>
              </a:extLst>
            </p:cNvPr>
            <p:cNvSpPr/>
            <p:nvPr/>
          </p:nvSpPr>
          <p:spPr>
            <a:xfrm>
              <a:off x="2245452" y="2103628"/>
              <a:ext cx="144505" cy="14441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A3071D14-AF0F-4AD9-71FE-3AAA0D21B44F}"/>
                </a:ext>
              </a:extLst>
            </p:cNvPr>
            <p:cNvSpPr/>
            <p:nvPr/>
          </p:nvSpPr>
          <p:spPr>
            <a:xfrm>
              <a:off x="2413777" y="1868760"/>
              <a:ext cx="144505" cy="14441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986A5F96-1DC5-1C0C-0B20-325346EF58E3}"/>
                </a:ext>
              </a:extLst>
            </p:cNvPr>
            <p:cNvSpPr/>
            <p:nvPr/>
          </p:nvSpPr>
          <p:spPr>
            <a:xfrm>
              <a:off x="3439608" y="1630718"/>
              <a:ext cx="144505" cy="26343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F6CE4D9D-9CDD-2F2A-D957-F48019388845}"/>
                </a:ext>
              </a:extLst>
            </p:cNvPr>
            <p:cNvSpPr/>
            <p:nvPr/>
          </p:nvSpPr>
          <p:spPr>
            <a:xfrm>
              <a:off x="3096606" y="1868760"/>
              <a:ext cx="146094" cy="14441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2DA8DCDC-8510-F6FB-18BC-3D76BFC0850C}"/>
                </a:ext>
              </a:extLst>
            </p:cNvPr>
            <p:cNvSpPr/>
            <p:nvPr/>
          </p:nvSpPr>
          <p:spPr>
            <a:xfrm>
              <a:off x="3110897" y="2346431"/>
              <a:ext cx="125450" cy="12536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9722605F-7636-BE83-948D-997B5F8A2BF5}"/>
                </a:ext>
              </a:extLst>
            </p:cNvPr>
            <p:cNvSpPr/>
            <p:nvPr/>
          </p:nvSpPr>
          <p:spPr>
            <a:xfrm>
              <a:off x="3268107" y="1514871"/>
              <a:ext cx="144505" cy="145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D218C694-F18A-29D6-B522-78005A53607B}"/>
                </a:ext>
              </a:extLst>
            </p:cNvPr>
            <p:cNvSpPr/>
            <p:nvPr/>
          </p:nvSpPr>
          <p:spPr>
            <a:xfrm>
              <a:off x="2583690" y="2219475"/>
              <a:ext cx="146094" cy="1444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15F62B4D-8819-33EF-A441-351FDEE8C064}"/>
                </a:ext>
              </a:extLst>
            </p:cNvPr>
            <p:cNvSpPr/>
            <p:nvPr/>
          </p:nvSpPr>
          <p:spPr>
            <a:xfrm>
              <a:off x="2583690" y="1630718"/>
              <a:ext cx="146094" cy="382455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B0177DB7-F1DC-472E-4FD8-69C536047F96}"/>
                </a:ext>
              </a:extLst>
            </p:cNvPr>
            <p:cNvSpPr/>
            <p:nvPr/>
          </p:nvSpPr>
          <p:spPr>
            <a:xfrm>
              <a:off x="3268107" y="2219475"/>
              <a:ext cx="144505" cy="26343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1C22190A-86CE-C645-58D0-367B91E3F65E}"/>
                </a:ext>
              </a:extLst>
            </p:cNvPr>
            <p:cNvSpPr/>
            <p:nvPr/>
          </p:nvSpPr>
          <p:spPr>
            <a:xfrm>
              <a:off x="2926692" y="1395849"/>
              <a:ext cx="144506" cy="145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B5755A39-B469-FA56-6BC5-700A8BFBF5A3}"/>
                </a:ext>
              </a:extLst>
            </p:cNvPr>
            <p:cNvSpPr/>
            <p:nvPr/>
          </p:nvSpPr>
          <p:spPr>
            <a:xfrm>
              <a:off x="3795315" y="2462278"/>
              <a:ext cx="123862" cy="12536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1BD6334D-9499-FA94-C05C-259B28B198C1}"/>
                </a:ext>
              </a:extLst>
            </p:cNvPr>
            <p:cNvSpPr/>
            <p:nvPr/>
          </p:nvSpPr>
          <p:spPr>
            <a:xfrm>
              <a:off x="2926692" y="2219475"/>
              <a:ext cx="144506" cy="26343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F1F93748-27D6-97A7-299F-FEABE6CF0BCA}"/>
                </a:ext>
              </a:extLst>
            </p:cNvPr>
            <p:cNvSpPr/>
            <p:nvPr/>
          </p:nvSpPr>
          <p:spPr>
            <a:xfrm>
              <a:off x="2428068" y="2462278"/>
              <a:ext cx="123862" cy="12536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8416DC44-228D-A7F4-A662-F13802A89C90}"/>
                </a:ext>
              </a:extLst>
            </p:cNvPr>
            <p:cNvSpPr/>
            <p:nvPr/>
          </p:nvSpPr>
          <p:spPr>
            <a:xfrm>
              <a:off x="2583690" y="1395849"/>
              <a:ext cx="146094" cy="26502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6DA8C1FC-BA4E-1F3B-458B-A1F16BB135F3}"/>
                </a:ext>
              </a:extLst>
            </p:cNvPr>
            <p:cNvSpPr/>
            <p:nvPr/>
          </p:nvSpPr>
          <p:spPr>
            <a:xfrm>
              <a:off x="2245452" y="2454344"/>
              <a:ext cx="144505" cy="1444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2577EE19-E53C-DB3B-784A-559CCE36AD0C}"/>
                </a:ext>
              </a:extLst>
            </p:cNvPr>
            <p:cNvSpPr/>
            <p:nvPr/>
          </p:nvSpPr>
          <p:spPr>
            <a:xfrm>
              <a:off x="2583690" y="1984607"/>
              <a:ext cx="146094" cy="14441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D9EDBA46-3B9D-CAF8-358D-DF0EB9E9917D}"/>
                </a:ext>
              </a:extLst>
            </p:cNvPr>
            <p:cNvSpPr/>
            <p:nvPr/>
          </p:nvSpPr>
          <p:spPr>
            <a:xfrm>
              <a:off x="4803678" y="2808232"/>
              <a:ext cx="144506" cy="14441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C38BCEB9-5944-9E37-3778-FA0E07B7329E}"/>
                </a:ext>
              </a:extLst>
            </p:cNvPr>
            <p:cNvSpPr/>
            <p:nvPr/>
          </p:nvSpPr>
          <p:spPr>
            <a:xfrm>
              <a:off x="5488095" y="3160534"/>
              <a:ext cx="144505" cy="14599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BF88006E-8CC2-903E-1281-7CE29066640A}"/>
                </a:ext>
              </a:extLst>
            </p:cNvPr>
            <p:cNvSpPr/>
            <p:nvPr/>
          </p:nvSpPr>
          <p:spPr>
            <a:xfrm>
              <a:off x="4463851" y="2808232"/>
              <a:ext cx="146094" cy="14441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05303662-F211-0D76-C3D8-633CD006AC96}"/>
                </a:ext>
              </a:extLst>
            </p:cNvPr>
            <p:cNvSpPr/>
            <p:nvPr/>
          </p:nvSpPr>
          <p:spPr>
            <a:xfrm>
              <a:off x="4635353" y="3276382"/>
              <a:ext cx="144506" cy="14599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700C4059-8BB1-0023-876F-18C0087D976D}"/>
                </a:ext>
              </a:extLst>
            </p:cNvPr>
            <p:cNvSpPr/>
            <p:nvPr/>
          </p:nvSpPr>
          <p:spPr>
            <a:xfrm>
              <a:off x="4975179" y="3865139"/>
              <a:ext cx="144506" cy="14441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72B32A58-24AC-4ABE-52C5-FC7FA66EF552}"/>
                </a:ext>
              </a:extLst>
            </p:cNvPr>
            <p:cNvSpPr/>
            <p:nvPr/>
          </p:nvSpPr>
          <p:spPr>
            <a:xfrm>
              <a:off x="5145093" y="3276382"/>
              <a:ext cx="144505" cy="26343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3CB8851F-14B7-4034-72F2-0D97FE66B7F2}"/>
                </a:ext>
              </a:extLst>
            </p:cNvPr>
            <p:cNvSpPr/>
            <p:nvPr/>
          </p:nvSpPr>
          <p:spPr>
            <a:xfrm>
              <a:off x="4301878" y="2925666"/>
              <a:ext cx="133390" cy="37134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B69C302C-A2BD-FBDE-C0B5-67F7612E1B1E}"/>
                </a:ext>
              </a:extLst>
            </p:cNvPr>
            <p:cNvSpPr/>
            <p:nvPr/>
          </p:nvSpPr>
          <p:spPr>
            <a:xfrm>
              <a:off x="4803678" y="3511250"/>
              <a:ext cx="144506" cy="14441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9" name="object 69">
              <a:extLst>
                <a:ext uri="{FF2B5EF4-FFF2-40B4-BE49-F238E27FC236}">
                  <a16:creationId xmlns:a16="http://schemas.microsoft.com/office/drawing/2014/main" id="{5AE3BFCA-8137-8033-FD8E-83B12073634B}"/>
                </a:ext>
              </a:extLst>
            </p:cNvPr>
            <p:cNvSpPr/>
            <p:nvPr/>
          </p:nvSpPr>
          <p:spPr>
            <a:xfrm>
              <a:off x="5667536" y="3749292"/>
              <a:ext cx="133390" cy="25232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0" name="object 70">
              <a:extLst>
                <a:ext uri="{FF2B5EF4-FFF2-40B4-BE49-F238E27FC236}">
                  <a16:creationId xmlns:a16="http://schemas.microsoft.com/office/drawing/2014/main" id="{7F87E91A-26C7-A0FA-F02A-E3B02EC57A33}"/>
                </a:ext>
              </a:extLst>
            </p:cNvPr>
            <p:cNvSpPr/>
            <p:nvPr/>
          </p:nvSpPr>
          <p:spPr>
            <a:xfrm>
              <a:off x="4293939" y="2808232"/>
              <a:ext cx="144505" cy="14441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7F46AD07-F715-4E15-0B45-0351006AF7C6}"/>
                </a:ext>
              </a:extLst>
            </p:cNvPr>
            <p:cNvSpPr/>
            <p:nvPr/>
          </p:nvSpPr>
          <p:spPr>
            <a:xfrm>
              <a:off x="4635353" y="3746118"/>
              <a:ext cx="144506" cy="14441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2" name="object 72">
              <a:extLst>
                <a:ext uri="{FF2B5EF4-FFF2-40B4-BE49-F238E27FC236}">
                  <a16:creationId xmlns:a16="http://schemas.microsoft.com/office/drawing/2014/main" id="{FF4395CC-0FA1-B835-3757-1D500EA41D4D}"/>
                </a:ext>
              </a:extLst>
            </p:cNvPr>
            <p:cNvSpPr/>
            <p:nvPr/>
          </p:nvSpPr>
          <p:spPr>
            <a:xfrm>
              <a:off x="4975179" y="3276382"/>
              <a:ext cx="144506" cy="26343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3" name="object 73">
              <a:extLst>
                <a:ext uri="{FF2B5EF4-FFF2-40B4-BE49-F238E27FC236}">
                  <a16:creationId xmlns:a16="http://schemas.microsoft.com/office/drawing/2014/main" id="{03636ACC-6816-4C47-BA76-C05F72625B6E}"/>
                </a:ext>
              </a:extLst>
            </p:cNvPr>
            <p:cNvSpPr/>
            <p:nvPr/>
          </p:nvSpPr>
          <p:spPr>
            <a:xfrm>
              <a:off x="5837450" y="2925666"/>
              <a:ext cx="133390" cy="37134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4" name="object 74">
              <a:extLst>
                <a:ext uri="{FF2B5EF4-FFF2-40B4-BE49-F238E27FC236}">
                  <a16:creationId xmlns:a16="http://schemas.microsoft.com/office/drawing/2014/main" id="{AB20CFA6-5B43-C67B-DCD0-F3B1BCE133E0}"/>
                </a:ext>
              </a:extLst>
            </p:cNvPr>
            <p:cNvSpPr/>
            <p:nvPr/>
          </p:nvSpPr>
          <p:spPr>
            <a:xfrm>
              <a:off x="4301878" y="3749292"/>
              <a:ext cx="133390" cy="25232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5" name="object 75">
              <a:extLst>
                <a:ext uri="{FF2B5EF4-FFF2-40B4-BE49-F238E27FC236}">
                  <a16:creationId xmlns:a16="http://schemas.microsoft.com/office/drawing/2014/main" id="{64A406F9-118D-E09D-4024-A2CA1551A584}"/>
                </a:ext>
              </a:extLst>
            </p:cNvPr>
            <p:cNvSpPr/>
            <p:nvPr/>
          </p:nvSpPr>
          <p:spPr>
            <a:xfrm>
              <a:off x="4463851" y="3041514"/>
              <a:ext cx="146094" cy="14599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6" name="object 76">
              <a:extLst>
                <a:ext uri="{FF2B5EF4-FFF2-40B4-BE49-F238E27FC236}">
                  <a16:creationId xmlns:a16="http://schemas.microsoft.com/office/drawing/2014/main" id="{F88B00A4-BCBE-8303-7360-1735BE77DC0B}"/>
                </a:ext>
              </a:extLst>
            </p:cNvPr>
            <p:cNvSpPr/>
            <p:nvPr/>
          </p:nvSpPr>
          <p:spPr>
            <a:xfrm>
              <a:off x="4635353" y="3041514"/>
              <a:ext cx="144506" cy="26502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7" name="object 77">
              <a:extLst>
                <a:ext uri="{FF2B5EF4-FFF2-40B4-BE49-F238E27FC236}">
                  <a16:creationId xmlns:a16="http://schemas.microsoft.com/office/drawing/2014/main" id="{DF0D29D7-E01C-EFFB-5481-6D8770AE1792}"/>
                </a:ext>
              </a:extLst>
            </p:cNvPr>
            <p:cNvSpPr/>
            <p:nvPr/>
          </p:nvSpPr>
          <p:spPr>
            <a:xfrm>
              <a:off x="5488095" y="2808232"/>
              <a:ext cx="144505" cy="14441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8" name="object 78">
              <a:extLst>
                <a:ext uri="{FF2B5EF4-FFF2-40B4-BE49-F238E27FC236}">
                  <a16:creationId xmlns:a16="http://schemas.microsoft.com/office/drawing/2014/main" id="{1CD0E4D9-CCE2-5498-ABE0-C06786584C03}"/>
                </a:ext>
              </a:extLst>
            </p:cNvPr>
            <p:cNvSpPr/>
            <p:nvPr/>
          </p:nvSpPr>
          <p:spPr>
            <a:xfrm>
              <a:off x="4975179" y="3630271"/>
              <a:ext cx="144506" cy="14441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9" name="object 79">
              <a:extLst>
                <a:ext uri="{FF2B5EF4-FFF2-40B4-BE49-F238E27FC236}">
                  <a16:creationId xmlns:a16="http://schemas.microsoft.com/office/drawing/2014/main" id="{BA0056E0-56AA-3FF4-1947-AC507F1A6D13}"/>
                </a:ext>
              </a:extLst>
            </p:cNvPr>
            <p:cNvSpPr/>
            <p:nvPr/>
          </p:nvSpPr>
          <p:spPr>
            <a:xfrm>
              <a:off x="5667536" y="2925666"/>
              <a:ext cx="133390" cy="252325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0" name="object 80">
              <a:extLst>
                <a:ext uri="{FF2B5EF4-FFF2-40B4-BE49-F238E27FC236}">
                  <a16:creationId xmlns:a16="http://schemas.microsoft.com/office/drawing/2014/main" id="{C14A45FF-B0DC-0CB0-3E1F-AE603AA08A7D}"/>
                </a:ext>
              </a:extLst>
            </p:cNvPr>
            <p:cNvSpPr/>
            <p:nvPr/>
          </p:nvSpPr>
          <p:spPr>
            <a:xfrm>
              <a:off x="4293939" y="3746118"/>
              <a:ext cx="144505" cy="144412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1" name="object 81">
              <a:extLst>
                <a:ext uri="{FF2B5EF4-FFF2-40B4-BE49-F238E27FC236}">
                  <a16:creationId xmlns:a16="http://schemas.microsoft.com/office/drawing/2014/main" id="{C1A688BF-54D7-F7AD-506C-A74CDDE71E73}"/>
                </a:ext>
              </a:extLst>
            </p:cNvPr>
            <p:cNvSpPr/>
            <p:nvPr/>
          </p:nvSpPr>
          <p:spPr>
            <a:xfrm>
              <a:off x="5496035" y="3749292"/>
              <a:ext cx="133390" cy="13330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2" name="object 82">
              <a:extLst>
                <a:ext uri="{FF2B5EF4-FFF2-40B4-BE49-F238E27FC236}">
                  <a16:creationId xmlns:a16="http://schemas.microsoft.com/office/drawing/2014/main" id="{AF5EF556-FA6B-A112-88E9-9E4AC8C91363}"/>
                </a:ext>
              </a:extLst>
            </p:cNvPr>
            <p:cNvSpPr/>
            <p:nvPr/>
          </p:nvSpPr>
          <p:spPr>
            <a:xfrm>
              <a:off x="5316594" y="3160534"/>
              <a:ext cx="144505" cy="14599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3" name="object 83">
              <a:extLst>
                <a:ext uri="{FF2B5EF4-FFF2-40B4-BE49-F238E27FC236}">
                  <a16:creationId xmlns:a16="http://schemas.microsoft.com/office/drawing/2014/main" id="{893DD6CF-C1A3-56AE-2A3C-A0312BEC4E44}"/>
                </a:ext>
              </a:extLst>
            </p:cNvPr>
            <p:cNvSpPr/>
            <p:nvPr/>
          </p:nvSpPr>
          <p:spPr>
            <a:xfrm>
              <a:off x="4463851" y="3276382"/>
              <a:ext cx="146094" cy="14599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4" name="object 84">
              <a:extLst>
                <a:ext uri="{FF2B5EF4-FFF2-40B4-BE49-F238E27FC236}">
                  <a16:creationId xmlns:a16="http://schemas.microsoft.com/office/drawing/2014/main" id="{253DD4E2-6834-1C54-3B02-B5A85A88E602}"/>
                </a:ext>
              </a:extLst>
            </p:cNvPr>
            <p:cNvSpPr/>
            <p:nvPr/>
          </p:nvSpPr>
          <p:spPr>
            <a:xfrm>
              <a:off x="4811618" y="3044688"/>
              <a:ext cx="133390" cy="25232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5" name="object 85">
              <a:extLst>
                <a:ext uri="{FF2B5EF4-FFF2-40B4-BE49-F238E27FC236}">
                  <a16:creationId xmlns:a16="http://schemas.microsoft.com/office/drawing/2014/main" id="{C0EF8BE2-6F11-B32C-F32A-53F59AEDB913}"/>
                </a:ext>
              </a:extLst>
            </p:cNvPr>
            <p:cNvSpPr/>
            <p:nvPr/>
          </p:nvSpPr>
          <p:spPr>
            <a:xfrm>
              <a:off x="4463851" y="3865139"/>
              <a:ext cx="146094" cy="14441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6" name="object 86">
              <a:extLst>
                <a:ext uri="{FF2B5EF4-FFF2-40B4-BE49-F238E27FC236}">
                  <a16:creationId xmlns:a16="http://schemas.microsoft.com/office/drawing/2014/main" id="{7347B37C-5191-2AF3-E2BC-B6E34F5F42C4}"/>
                </a:ext>
              </a:extLst>
            </p:cNvPr>
            <p:cNvSpPr/>
            <p:nvPr/>
          </p:nvSpPr>
          <p:spPr>
            <a:xfrm>
              <a:off x="5316594" y="3276382"/>
              <a:ext cx="144505" cy="14599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7" name="object 87">
              <a:extLst>
                <a:ext uri="{FF2B5EF4-FFF2-40B4-BE49-F238E27FC236}">
                  <a16:creationId xmlns:a16="http://schemas.microsoft.com/office/drawing/2014/main" id="{D8A168B9-7674-9D3A-870F-21A6A1FCDDCF}"/>
                </a:ext>
              </a:extLst>
            </p:cNvPr>
            <p:cNvSpPr/>
            <p:nvPr/>
          </p:nvSpPr>
          <p:spPr>
            <a:xfrm>
              <a:off x="4635353" y="3511250"/>
              <a:ext cx="144506" cy="26343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750E82A1-A5C5-310D-344C-DA5AF9F5BACC}"/>
                </a:ext>
              </a:extLst>
            </p:cNvPr>
            <p:cNvSpPr/>
            <p:nvPr/>
          </p:nvSpPr>
          <p:spPr>
            <a:xfrm>
              <a:off x="4635353" y="3276382"/>
              <a:ext cx="144506" cy="14599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2546D056-8B99-F49A-E82F-45D23438BCCC}"/>
                </a:ext>
              </a:extLst>
            </p:cNvPr>
            <p:cNvSpPr/>
            <p:nvPr/>
          </p:nvSpPr>
          <p:spPr>
            <a:xfrm>
              <a:off x="5658008" y="3511250"/>
              <a:ext cx="144506" cy="26343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2281A595-8365-C859-946F-B98623FBE6FE}"/>
                </a:ext>
              </a:extLst>
            </p:cNvPr>
            <p:cNvSpPr/>
            <p:nvPr/>
          </p:nvSpPr>
          <p:spPr>
            <a:xfrm>
              <a:off x="4635353" y="2808232"/>
              <a:ext cx="144506" cy="144413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1" name="object 91">
              <a:extLst>
                <a:ext uri="{FF2B5EF4-FFF2-40B4-BE49-F238E27FC236}">
                  <a16:creationId xmlns:a16="http://schemas.microsoft.com/office/drawing/2014/main" id="{AE88C82F-9B16-2351-88F0-B836D55F0784}"/>
                </a:ext>
              </a:extLst>
            </p:cNvPr>
            <p:cNvSpPr/>
            <p:nvPr/>
          </p:nvSpPr>
          <p:spPr>
            <a:xfrm>
              <a:off x="4293939" y="3041514"/>
              <a:ext cx="144505" cy="14599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2" name="object 92">
              <a:extLst>
                <a:ext uri="{FF2B5EF4-FFF2-40B4-BE49-F238E27FC236}">
                  <a16:creationId xmlns:a16="http://schemas.microsoft.com/office/drawing/2014/main" id="{7A4F9BBA-6DAC-13FC-6961-51CB25C189BB}"/>
                </a:ext>
              </a:extLst>
            </p:cNvPr>
            <p:cNvSpPr/>
            <p:nvPr/>
          </p:nvSpPr>
          <p:spPr>
            <a:xfrm>
              <a:off x="4983119" y="3044688"/>
              <a:ext cx="133390" cy="133304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3" name="object 93">
              <a:extLst>
                <a:ext uri="{FF2B5EF4-FFF2-40B4-BE49-F238E27FC236}">
                  <a16:creationId xmlns:a16="http://schemas.microsoft.com/office/drawing/2014/main" id="{B6F3E26F-A7D1-CF8D-ACB3-E4F1597E7DCA}"/>
                </a:ext>
              </a:extLst>
            </p:cNvPr>
            <p:cNvSpPr/>
            <p:nvPr/>
          </p:nvSpPr>
          <p:spPr>
            <a:xfrm>
              <a:off x="5324533" y="3514424"/>
              <a:ext cx="133390" cy="133304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4" name="object 94">
              <a:extLst>
                <a:ext uri="{FF2B5EF4-FFF2-40B4-BE49-F238E27FC236}">
                  <a16:creationId xmlns:a16="http://schemas.microsoft.com/office/drawing/2014/main" id="{D326D69C-F6E0-642A-BFF1-13D793C92856}"/>
                </a:ext>
              </a:extLst>
            </p:cNvPr>
            <p:cNvSpPr/>
            <p:nvPr/>
          </p:nvSpPr>
          <p:spPr>
            <a:xfrm>
              <a:off x="5324533" y="3749292"/>
              <a:ext cx="133390" cy="252324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5" name="object 95">
              <a:extLst>
                <a:ext uri="{FF2B5EF4-FFF2-40B4-BE49-F238E27FC236}">
                  <a16:creationId xmlns:a16="http://schemas.microsoft.com/office/drawing/2014/main" id="{5173BF23-92B4-ABCB-2F37-B7B2CE7FEAE6}"/>
                </a:ext>
              </a:extLst>
            </p:cNvPr>
            <p:cNvSpPr/>
            <p:nvPr/>
          </p:nvSpPr>
          <p:spPr>
            <a:xfrm>
              <a:off x="2442360" y="1643413"/>
              <a:ext cx="90514" cy="88869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6" name="object 96">
              <a:extLst>
                <a:ext uri="{FF2B5EF4-FFF2-40B4-BE49-F238E27FC236}">
                  <a16:creationId xmlns:a16="http://schemas.microsoft.com/office/drawing/2014/main" id="{5B9D83CC-2B2E-5745-6121-4FA3F74AB178}"/>
                </a:ext>
              </a:extLst>
            </p:cNvPr>
            <p:cNvSpPr/>
            <p:nvPr/>
          </p:nvSpPr>
          <p:spPr>
            <a:xfrm>
              <a:off x="2274035" y="1527567"/>
              <a:ext cx="90514" cy="88869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7" name="object 97">
              <a:extLst>
                <a:ext uri="{FF2B5EF4-FFF2-40B4-BE49-F238E27FC236}">
                  <a16:creationId xmlns:a16="http://schemas.microsoft.com/office/drawing/2014/main" id="{76BBE75E-DB75-C492-93AF-8AC5E3123154}"/>
                </a:ext>
              </a:extLst>
            </p:cNvPr>
            <p:cNvSpPr/>
            <p:nvPr/>
          </p:nvSpPr>
          <p:spPr>
            <a:xfrm>
              <a:off x="3639693" y="2230584"/>
              <a:ext cx="88927" cy="9045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8" name="object 98">
              <a:extLst>
                <a:ext uri="{FF2B5EF4-FFF2-40B4-BE49-F238E27FC236}">
                  <a16:creationId xmlns:a16="http://schemas.microsoft.com/office/drawing/2014/main" id="{6F9B9C8D-C393-CEA6-D97F-0C8323CB641A}"/>
                </a:ext>
              </a:extLst>
            </p:cNvPr>
            <p:cNvSpPr/>
            <p:nvPr/>
          </p:nvSpPr>
          <p:spPr>
            <a:xfrm>
              <a:off x="3296691" y="2114737"/>
              <a:ext cx="90514" cy="9045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9" name="object 99">
              <a:extLst>
                <a:ext uri="{FF2B5EF4-FFF2-40B4-BE49-F238E27FC236}">
                  <a16:creationId xmlns:a16="http://schemas.microsoft.com/office/drawing/2014/main" id="{8572299C-78A9-F936-4E9E-5C53574686EE}"/>
                </a:ext>
              </a:extLst>
            </p:cNvPr>
            <p:cNvSpPr/>
            <p:nvPr/>
          </p:nvSpPr>
          <p:spPr>
            <a:xfrm>
              <a:off x="3639693" y="1408545"/>
              <a:ext cx="88927" cy="88869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0" name="object 100">
              <a:extLst>
                <a:ext uri="{FF2B5EF4-FFF2-40B4-BE49-F238E27FC236}">
                  <a16:creationId xmlns:a16="http://schemas.microsoft.com/office/drawing/2014/main" id="{23B8EE8D-2D85-B8C4-1074-3CA5F8085F69}"/>
                </a:ext>
              </a:extLst>
            </p:cNvPr>
            <p:cNvSpPr/>
            <p:nvPr/>
          </p:nvSpPr>
          <p:spPr>
            <a:xfrm>
              <a:off x="3639693" y="2114737"/>
              <a:ext cx="88927" cy="9045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1" name="object 101">
              <a:extLst>
                <a:ext uri="{FF2B5EF4-FFF2-40B4-BE49-F238E27FC236}">
                  <a16:creationId xmlns:a16="http://schemas.microsoft.com/office/drawing/2014/main" id="{0F457FE3-5299-2E7C-5DB4-AF2BB94C842F}"/>
                </a:ext>
              </a:extLst>
            </p:cNvPr>
            <p:cNvSpPr/>
            <p:nvPr/>
          </p:nvSpPr>
          <p:spPr>
            <a:xfrm>
              <a:off x="2783774" y="1760847"/>
              <a:ext cx="90515" cy="9045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2" name="object 102">
              <a:extLst>
                <a:ext uri="{FF2B5EF4-FFF2-40B4-BE49-F238E27FC236}">
                  <a16:creationId xmlns:a16="http://schemas.microsoft.com/office/drawing/2014/main" id="{16E74D95-09D0-F92B-A7F0-EF77851C1E0D}"/>
                </a:ext>
              </a:extLst>
            </p:cNvPr>
            <p:cNvSpPr/>
            <p:nvPr/>
          </p:nvSpPr>
          <p:spPr>
            <a:xfrm>
              <a:off x="2955276" y="1879869"/>
              <a:ext cx="88927" cy="9045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3" name="object 103">
              <a:extLst>
                <a:ext uri="{FF2B5EF4-FFF2-40B4-BE49-F238E27FC236}">
                  <a16:creationId xmlns:a16="http://schemas.microsoft.com/office/drawing/2014/main" id="{20B5B4A5-E918-9F19-B6A9-3528A8BD41A9}"/>
                </a:ext>
              </a:extLst>
            </p:cNvPr>
            <p:cNvSpPr/>
            <p:nvPr/>
          </p:nvSpPr>
          <p:spPr>
            <a:xfrm>
              <a:off x="2955276" y="1643413"/>
              <a:ext cx="88927" cy="88869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4" name="object 104">
              <a:extLst>
                <a:ext uri="{FF2B5EF4-FFF2-40B4-BE49-F238E27FC236}">
                  <a16:creationId xmlns:a16="http://schemas.microsoft.com/office/drawing/2014/main" id="{5955C8DB-3F2A-998E-C111-1EE51CCF22A2}"/>
                </a:ext>
              </a:extLst>
            </p:cNvPr>
            <p:cNvSpPr/>
            <p:nvPr/>
          </p:nvSpPr>
          <p:spPr>
            <a:xfrm>
              <a:off x="2783774" y="1995715"/>
              <a:ext cx="90515" cy="9045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5" name="object 105">
              <a:extLst>
                <a:ext uri="{FF2B5EF4-FFF2-40B4-BE49-F238E27FC236}">
                  <a16:creationId xmlns:a16="http://schemas.microsoft.com/office/drawing/2014/main" id="{E4AF8BA4-5417-5A9B-5B53-F2B32EBBBB45}"/>
                </a:ext>
              </a:extLst>
            </p:cNvPr>
            <p:cNvSpPr/>
            <p:nvPr/>
          </p:nvSpPr>
          <p:spPr>
            <a:xfrm>
              <a:off x="3639693" y="2465452"/>
              <a:ext cx="88927" cy="9045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6" name="object 106">
              <a:extLst>
                <a:ext uri="{FF2B5EF4-FFF2-40B4-BE49-F238E27FC236}">
                  <a16:creationId xmlns:a16="http://schemas.microsoft.com/office/drawing/2014/main" id="{B1FB4A8F-AE7F-6E98-C41B-2FC6FF573ED8}"/>
                </a:ext>
              </a:extLst>
            </p:cNvPr>
            <p:cNvSpPr/>
            <p:nvPr/>
          </p:nvSpPr>
          <p:spPr>
            <a:xfrm>
              <a:off x="3468192" y="1760847"/>
              <a:ext cx="88927" cy="9045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7" name="object 107">
              <a:extLst>
                <a:ext uri="{FF2B5EF4-FFF2-40B4-BE49-F238E27FC236}">
                  <a16:creationId xmlns:a16="http://schemas.microsoft.com/office/drawing/2014/main" id="{6D76DC5A-16EB-535D-31D4-4A0550835439}"/>
                </a:ext>
              </a:extLst>
            </p:cNvPr>
            <p:cNvSpPr/>
            <p:nvPr/>
          </p:nvSpPr>
          <p:spPr>
            <a:xfrm>
              <a:off x="2442360" y="1408545"/>
              <a:ext cx="90514" cy="88869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8" name="object 108">
              <a:extLst>
                <a:ext uri="{FF2B5EF4-FFF2-40B4-BE49-F238E27FC236}">
                  <a16:creationId xmlns:a16="http://schemas.microsoft.com/office/drawing/2014/main" id="{BEF5D5C6-3BE5-8C13-50BF-C24CE7A368C9}"/>
                </a:ext>
              </a:extLst>
            </p:cNvPr>
            <p:cNvSpPr/>
            <p:nvPr/>
          </p:nvSpPr>
          <p:spPr>
            <a:xfrm>
              <a:off x="3468192" y="2114737"/>
              <a:ext cx="88927" cy="9045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9" name="object 109">
              <a:extLst>
                <a:ext uri="{FF2B5EF4-FFF2-40B4-BE49-F238E27FC236}">
                  <a16:creationId xmlns:a16="http://schemas.microsoft.com/office/drawing/2014/main" id="{C154AEF7-44A5-948D-7006-F62EB81A42FB}"/>
                </a:ext>
              </a:extLst>
            </p:cNvPr>
            <p:cNvSpPr/>
            <p:nvPr/>
          </p:nvSpPr>
          <p:spPr>
            <a:xfrm>
              <a:off x="3296691" y="2230584"/>
              <a:ext cx="90514" cy="9045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0" name="object 110">
              <a:extLst>
                <a:ext uri="{FF2B5EF4-FFF2-40B4-BE49-F238E27FC236}">
                  <a16:creationId xmlns:a16="http://schemas.microsoft.com/office/drawing/2014/main" id="{C3A49AFB-F3A9-BD5C-E6AA-E4B1195519DB}"/>
                </a:ext>
              </a:extLst>
            </p:cNvPr>
            <p:cNvSpPr/>
            <p:nvPr/>
          </p:nvSpPr>
          <p:spPr>
            <a:xfrm>
              <a:off x="3468192" y="2465452"/>
              <a:ext cx="88927" cy="9045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1" name="object 111">
              <a:extLst>
                <a:ext uri="{FF2B5EF4-FFF2-40B4-BE49-F238E27FC236}">
                  <a16:creationId xmlns:a16="http://schemas.microsoft.com/office/drawing/2014/main" id="{45EBC2E7-1356-F82E-644A-2E0725407D9F}"/>
                </a:ext>
              </a:extLst>
            </p:cNvPr>
            <p:cNvSpPr/>
            <p:nvPr/>
          </p:nvSpPr>
          <p:spPr>
            <a:xfrm>
              <a:off x="3296691" y="2465452"/>
              <a:ext cx="90514" cy="9045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2" name="object 112">
              <a:extLst>
                <a:ext uri="{FF2B5EF4-FFF2-40B4-BE49-F238E27FC236}">
                  <a16:creationId xmlns:a16="http://schemas.microsoft.com/office/drawing/2014/main" id="{CF872A26-53A3-63BB-171D-B858A3F95785}"/>
                </a:ext>
              </a:extLst>
            </p:cNvPr>
            <p:cNvSpPr/>
            <p:nvPr/>
          </p:nvSpPr>
          <p:spPr>
            <a:xfrm>
              <a:off x="2442360" y="1527567"/>
              <a:ext cx="90514" cy="88869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3" name="object 113">
              <a:extLst>
                <a:ext uri="{FF2B5EF4-FFF2-40B4-BE49-F238E27FC236}">
                  <a16:creationId xmlns:a16="http://schemas.microsoft.com/office/drawing/2014/main" id="{15BAC837-C468-7A41-5653-D44B498303B0}"/>
                </a:ext>
              </a:extLst>
            </p:cNvPr>
            <p:cNvSpPr/>
            <p:nvPr/>
          </p:nvSpPr>
          <p:spPr>
            <a:xfrm>
              <a:off x="3468192" y="1408545"/>
              <a:ext cx="88927" cy="88869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4" name="object 114">
              <a:extLst>
                <a:ext uri="{FF2B5EF4-FFF2-40B4-BE49-F238E27FC236}">
                  <a16:creationId xmlns:a16="http://schemas.microsoft.com/office/drawing/2014/main" id="{EB8661F3-15D8-96BC-8E47-E79BB23E3898}"/>
                </a:ext>
              </a:extLst>
            </p:cNvPr>
            <p:cNvSpPr/>
            <p:nvPr/>
          </p:nvSpPr>
          <p:spPr>
            <a:xfrm>
              <a:off x="3126777" y="2114737"/>
              <a:ext cx="88927" cy="9045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5" name="object 115">
              <a:extLst>
                <a:ext uri="{FF2B5EF4-FFF2-40B4-BE49-F238E27FC236}">
                  <a16:creationId xmlns:a16="http://schemas.microsoft.com/office/drawing/2014/main" id="{F35DE3A0-11C2-30C5-5EE6-89F0EBE7E556}"/>
                </a:ext>
              </a:extLst>
            </p:cNvPr>
            <p:cNvSpPr/>
            <p:nvPr/>
          </p:nvSpPr>
          <p:spPr>
            <a:xfrm>
              <a:off x="3296691" y="1995715"/>
              <a:ext cx="90514" cy="9045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6" name="object 116">
              <a:extLst>
                <a:ext uri="{FF2B5EF4-FFF2-40B4-BE49-F238E27FC236}">
                  <a16:creationId xmlns:a16="http://schemas.microsoft.com/office/drawing/2014/main" id="{3B730EE8-2426-E194-FA6E-6356B80B3845}"/>
                </a:ext>
              </a:extLst>
            </p:cNvPr>
            <p:cNvSpPr/>
            <p:nvPr/>
          </p:nvSpPr>
          <p:spPr>
            <a:xfrm>
              <a:off x="2955276" y="1760847"/>
              <a:ext cx="88927" cy="9045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7" name="object 117">
              <a:extLst>
                <a:ext uri="{FF2B5EF4-FFF2-40B4-BE49-F238E27FC236}">
                  <a16:creationId xmlns:a16="http://schemas.microsoft.com/office/drawing/2014/main" id="{D55BCC65-1116-7E95-7126-5F0A86B7C4A9}"/>
                </a:ext>
              </a:extLst>
            </p:cNvPr>
            <p:cNvSpPr/>
            <p:nvPr/>
          </p:nvSpPr>
          <p:spPr>
            <a:xfrm>
              <a:off x="2442360" y="1995715"/>
              <a:ext cx="90514" cy="90456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8" name="object 118">
              <a:extLst>
                <a:ext uri="{FF2B5EF4-FFF2-40B4-BE49-F238E27FC236}">
                  <a16:creationId xmlns:a16="http://schemas.microsoft.com/office/drawing/2014/main" id="{F7F792E9-86E6-647E-08A4-E508B23AB787}"/>
                </a:ext>
              </a:extLst>
            </p:cNvPr>
            <p:cNvSpPr/>
            <p:nvPr/>
          </p:nvSpPr>
          <p:spPr>
            <a:xfrm>
              <a:off x="2274035" y="1643413"/>
              <a:ext cx="90514" cy="88869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9" name="object 119">
              <a:extLst>
                <a:ext uri="{FF2B5EF4-FFF2-40B4-BE49-F238E27FC236}">
                  <a16:creationId xmlns:a16="http://schemas.microsoft.com/office/drawing/2014/main" id="{978BB277-C901-1037-20A8-AF1A3F96B73A}"/>
                </a:ext>
              </a:extLst>
            </p:cNvPr>
            <p:cNvSpPr/>
            <p:nvPr/>
          </p:nvSpPr>
          <p:spPr>
            <a:xfrm>
              <a:off x="3126777" y="1527567"/>
              <a:ext cx="88927" cy="88869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0" name="object 120">
              <a:extLst>
                <a:ext uri="{FF2B5EF4-FFF2-40B4-BE49-F238E27FC236}">
                  <a16:creationId xmlns:a16="http://schemas.microsoft.com/office/drawing/2014/main" id="{385DDAB2-EEAD-1E24-C5D3-791A2F1930C5}"/>
                </a:ext>
              </a:extLst>
            </p:cNvPr>
            <p:cNvSpPr/>
            <p:nvPr/>
          </p:nvSpPr>
          <p:spPr>
            <a:xfrm>
              <a:off x="2613862" y="1879869"/>
              <a:ext cx="88927" cy="9045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1" name="object 121">
              <a:extLst>
                <a:ext uri="{FF2B5EF4-FFF2-40B4-BE49-F238E27FC236}">
                  <a16:creationId xmlns:a16="http://schemas.microsoft.com/office/drawing/2014/main" id="{50BAE5B0-E167-C56A-2102-46B967113420}"/>
                </a:ext>
              </a:extLst>
            </p:cNvPr>
            <p:cNvSpPr/>
            <p:nvPr/>
          </p:nvSpPr>
          <p:spPr>
            <a:xfrm>
              <a:off x="2955276" y="2349605"/>
              <a:ext cx="88927" cy="9045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2" name="object 122">
              <a:extLst>
                <a:ext uri="{FF2B5EF4-FFF2-40B4-BE49-F238E27FC236}">
                  <a16:creationId xmlns:a16="http://schemas.microsoft.com/office/drawing/2014/main" id="{D94FC09C-25B4-081E-1B1D-7E616C5A5ACD}"/>
                </a:ext>
              </a:extLst>
            </p:cNvPr>
            <p:cNvSpPr/>
            <p:nvPr/>
          </p:nvSpPr>
          <p:spPr>
            <a:xfrm>
              <a:off x="3809606" y="1408545"/>
              <a:ext cx="90515" cy="88869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3" name="object 123">
              <a:extLst>
                <a:ext uri="{FF2B5EF4-FFF2-40B4-BE49-F238E27FC236}">
                  <a16:creationId xmlns:a16="http://schemas.microsoft.com/office/drawing/2014/main" id="{FC99A304-B5C7-FD66-C05E-B2A0BB4F4E35}"/>
                </a:ext>
              </a:extLst>
            </p:cNvPr>
            <p:cNvSpPr/>
            <p:nvPr/>
          </p:nvSpPr>
          <p:spPr>
            <a:xfrm>
              <a:off x="2783774" y="2230584"/>
              <a:ext cx="90515" cy="9045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4" name="object 124">
              <a:extLst>
                <a:ext uri="{FF2B5EF4-FFF2-40B4-BE49-F238E27FC236}">
                  <a16:creationId xmlns:a16="http://schemas.microsoft.com/office/drawing/2014/main" id="{64247D1A-38FA-3156-A3CE-EA367D71FC5C}"/>
                </a:ext>
              </a:extLst>
            </p:cNvPr>
            <p:cNvSpPr/>
            <p:nvPr/>
          </p:nvSpPr>
          <p:spPr>
            <a:xfrm>
              <a:off x="3468192" y="1995715"/>
              <a:ext cx="88927" cy="90456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5" name="object 125">
              <a:extLst>
                <a:ext uri="{FF2B5EF4-FFF2-40B4-BE49-F238E27FC236}">
                  <a16:creationId xmlns:a16="http://schemas.microsoft.com/office/drawing/2014/main" id="{A0D2F6B2-B258-A232-56BD-1DD2617B339C}"/>
                </a:ext>
              </a:extLst>
            </p:cNvPr>
            <p:cNvSpPr/>
            <p:nvPr/>
          </p:nvSpPr>
          <p:spPr>
            <a:xfrm>
              <a:off x="2274035" y="2114737"/>
              <a:ext cx="90514" cy="9045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6" name="object 126">
              <a:extLst>
                <a:ext uri="{FF2B5EF4-FFF2-40B4-BE49-F238E27FC236}">
                  <a16:creationId xmlns:a16="http://schemas.microsoft.com/office/drawing/2014/main" id="{6A8004AA-0B05-F9BC-1A9C-A3B8A56E2B71}"/>
                </a:ext>
              </a:extLst>
            </p:cNvPr>
            <p:cNvSpPr/>
            <p:nvPr/>
          </p:nvSpPr>
          <p:spPr>
            <a:xfrm>
              <a:off x="2442360" y="1879869"/>
              <a:ext cx="90514" cy="9045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7" name="object 127">
              <a:extLst>
                <a:ext uri="{FF2B5EF4-FFF2-40B4-BE49-F238E27FC236}">
                  <a16:creationId xmlns:a16="http://schemas.microsoft.com/office/drawing/2014/main" id="{55154E13-E50B-BF62-9774-D7C7DDE8C8FB}"/>
                </a:ext>
              </a:extLst>
            </p:cNvPr>
            <p:cNvSpPr/>
            <p:nvPr/>
          </p:nvSpPr>
          <p:spPr>
            <a:xfrm>
              <a:off x="3468192" y="1643413"/>
              <a:ext cx="88927" cy="88869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8" name="object 128">
              <a:extLst>
                <a:ext uri="{FF2B5EF4-FFF2-40B4-BE49-F238E27FC236}">
                  <a16:creationId xmlns:a16="http://schemas.microsoft.com/office/drawing/2014/main" id="{5A6408ED-A213-E310-E1FF-A0E50C75D074}"/>
                </a:ext>
              </a:extLst>
            </p:cNvPr>
            <p:cNvSpPr/>
            <p:nvPr/>
          </p:nvSpPr>
          <p:spPr>
            <a:xfrm>
              <a:off x="3126777" y="1879869"/>
              <a:ext cx="88927" cy="9045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9" name="object 129">
              <a:extLst>
                <a:ext uri="{FF2B5EF4-FFF2-40B4-BE49-F238E27FC236}">
                  <a16:creationId xmlns:a16="http://schemas.microsoft.com/office/drawing/2014/main" id="{1356ED61-9287-99DF-A0C1-C28343910063}"/>
                </a:ext>
              </a:extLst>
            </p:cNvPr>
            <p:cNvSpPr/>
            <p:nvPr/>
          </p:nvSpPr>
          <p:spPr>
            <a:xfrm>
              <a:off x="3126777" y="2349605"/>
              <a:ext cx="88927" cy="90455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0" name="object 130">
              <a:extLst>
                <a:ext uri="{FF2B5EF4-FFF2-40B4-BE49-F238E27FC236}">
                  <a16:creationId xmlns:a16="http://schemas.microsoft.com/office/drawing/2014/main" id="{A07BFEAA-7CC1-1DA8-28D5-AA7B2DE6CEBE}"/>
                </a:ext>
              </a:extLst>
            </p:cNvPr>
            <p:cNvSpPr/>
            <p:nvPr/>
          </p:nvSpPr>
          <p:spPr>
            <a:xfrm>
              <a:off x="2613862" y="1643413"/>
              <a:ext cx="88927" cy="88869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1" name="object 131">
              <a:extLst>
                <a:ext uri="{FF2B5EF4-FFF2-40B4-BE49-F238E27FC236}">
                  <a16:creationId xmlns:a16="http://schemas.microsoft.com/office/drawing/2014/main" id="{8AE81FBB-2E02-4B13-48BB-055C3CEEE0B1}"/>
                </a:ext>
              </a:extLst>
            </p:cNvPr>
            <p:cNvSpPr/>
            <p:nvPr/>
          </p:nvSpPr>
          <p:spPr>
            <a:xfrm>
              <a:off x="3296691" y="1527567"/>
              <a:ext cx="90514" cy="88869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2" name="object 132">
              <a:extLst>
                <a:ext uri="{FF2B5EF4-FFF2-40B4-BE49-F238E27FC236}">
                  <a16:creationId xmlns:a16="http://schemas.microsoft.com/office/drawing/2014/main" id="{6A2D2B90-39C0-1B0A-48CF-B35F820D0162}"/>
                </a:ext>
              </a:extLst>
            </p:cNvPr>
            <p:cNvSpPr/>
            <p:nvPr/>
          </p:nvSpPr>
          <p:spPr>
            <a:xfrm>
              <a:off x="2613862" y="2230584"/>
              <a:ext cx="88927" cy="9045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3" name="object 133">
              <a:extLst>
                <a:ext uri="{FF2B5EF4-FFF2-40B4-BE49-F238E27FC236}">
                  <a16:creationId xmlns:a16="http://schemas.microsoft.com/office/drawing/2014/main" id="{1AD5A742-844E-2837-169A-3EE7B2414831}"/>
                </a:ext>
              </a:extLst>
            </p:cNvPr>
            <p:cNvSpPr/>
            <p:nvPr/>
          </p:nvSpPr>
          <p:spPr>
            <a:xfrm>
              <a:off x="2613862" y="1760847"/>
              <a:ext cx="88927" cy="9045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4" name="object 134">
              <a:extLst>
                <a:ext uri="{FF2B5EF4-FFF2-40B4-BE49-F238E27FC236}">
                  <a16:creationId xmlns:a16="http://schemas.microsoft.com/office/drawing/2014/main" id="{B3673527-1996-476E-8DD2-620EDDDDBFAE}"/>
                </a:ext>
              </a:extLst>
            </p:cNvPr>
            <p:cNvSpPr/>
            <p:nvPr/>
          </p:nvSpPr>
          <p:spPr>
            <a:xfrm>
              <a:off x="2613862" y="1408545"/>
              <a:ext cx="88927" cy="88869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5" name="object 135">
              <a:extLst>
                <a:ext uri="{FF2B5EF4-FFF2-40B4-BE49-F238E27FC236}">
                  <a16:creationId xmlns:a16="http://schemas.microsoft.com/office/drawing/2014/main" id="{13CDB092-5789-229A-5F23-9D6B32857867}"/>
                </a:ext>
              </a:extLst>
            </p:cNvPr>
            <p:cNvSpPr/>
            <p:nvPr/>
          </p:nvSpPr>
          <p:spPr>
            <a:xfrm>
              <a:off x="3296691" y="2349605"/>
              <a:ext cx="90514" cy="9045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6" name="object 136">
              <a:extLst>
                <a:ext uri="{FF2B5EF4-FFF2-40B4-BE49-F238E27FC236}">
                  <a16:creationId xmlns:a16="http://schemas.microsoft.com/office/drawing/2014/main" id="{A7C16BED-E2D7-A674-F6FF-E537DDC3B60F}"/>
                </a:ext>
              </a:extLst>
            </p:cNvPr>
            <p:cNvSpPr/>
            <p:nvPr/>
          </p:nvSpPr>
          <p:spPr>
            <a:xfrm>
              <a:off x="2955276" y="1408545"/>
              <a:ext cx="88927" cy="88869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7" name="object 137">
              <a:extLst>
                <a:ext uri="{FF2B5EF4-FFF2-40B4-BE49-F238E27FC236}">
                  <a16:creationId xmlns:a16="http://schemas.microsoft.com/office/drawing/2014/main" id="{1DEFC4BC-DEC8-DBA8-7777-25E68EE2952D}"/>
                </a:ext>
              </a:extLst>
            </p:cNvPr>
            <p:cNvSpPr/>
            <p:nvPr/>
          </p:nvSpPr>
          <p:spPr>
            <a:xfrm>
              <a:off x="3809606" y="2465452"/>
              <a:ext cx="90515" cy="9045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8" name="object 138">
              <a:extLst>
                <a:ext uri="{FF2B5EF4-FFF2-40B4-BE49-F238E27FC236}">
                  <a16:creationId xmlns:a16="http://schemas.microsoft.com/office/drawing/2014/main" id="{F289CE8A-2692-1E53-FB10-EBE5F794A578}"/>
                </a:ext>
              </a:extLst>
            </p:cNvPr>
            <p:cNvSpPr/>
            <p:nvPr/>
          </p:nvSpPr>
          <p:spPr>
            <a:xfrm>
              <a:off x="2955276" y="2230584"/>
              <a:ext cx="88927" cy="9045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9" name="object 139">
              <a:extLst>
                <a:ext uri="{FF2B5EF4-FFF2-40B4-BE49-F238E27FC236}">
                  <a16:creationId xmlns:a16="http://schemas.microsoft.com/office/drawing/2014/main" id="{9ABC8194-5F34-2861-ADA5-C648160FF56B}"/>
                </a:ext>
              </a:extLst>
            </p:cNvPr>
            <p:cNvSpPr/>
            <p:nvPr/>
          </p:nvSpPr>
          <p:spPr>
            <a:xfrm>
              <a:off x="2442360" y="2465452"/>
              <a:ext cx="90514" cy="9045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0" name="object 140">
              <a:extLst>
                <a:ext uri="{FF2B5EF4-FFF2-40B4-BE49-F238E27FC236}">
                  <a16:creationId xmlns:a16="http://schemas.microsoft.com/office/drawing/2014/main" id="{D8D98754-D518-B03C-4EBB-E37BC08D9D8B}"/>
                </a:ext>
              </a:extLst>
            </p:cNvPr>
            <p:cNvSpPr/>
            <p:nvPr/>
          </p:nvSpPr>
          <p:spPr>
            <a:xfrm>
              <a:off x="2613862" y="1527567"/>
              <a:ext cx="88927" cy="88869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1" name="object 141">
              <a:extLst>
                <a:ext uri="{FF2B5EF4-FFF2-40B4-BE49-F238E27FC236}">
                  <a16:creationId xmlns:a16="http://schemas.microsoft.com/office/drawing/2014/main" id="{D259E98C-A606-C4D2-F2CA-0B8380277CD0}"/>
                </a:ext>
              </a:extLst>
            </p:cNvPr>
            <p:cNvSpPr/>
            <p:nvPr/>
          </p:nvSpPr>
          <p:spPr>
            <a:xfrm>
              <a:off x="2274035" y="2465452"/>
              <a:ext cx="90514" cy="9045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2" name="object 142">
              <a:extLst>
                <a:ext uri="{FF2B5EF4-FFF2-40B4-BE49-F238E27FC236}">
                  <a16:creationId xmlns:a16="http://schemas.microsoft.com/office/drawing/2014/main" id="{2F4E4720-F130-34F1-9910-75AB77920AD9}"/>
                </a:ext>
              </a:extLst>
            </p:cNvPr>
            <p:cNvSpPr/>
            <p:nvPr/>
          </p:nvSpPr>
          <p:spPr>
            <a:xfrm>
              <a:off x="2613862" y="1995715"/>
              <a:ext cx="88927" cy="9045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3" name="object 143">
              <a:extLst>
                <a:ext uri="{FF2B5EF4-FFF2-40B4-BE49-F238E27FC236}">
                  <a16:creationId xmlns:a16="http://schemas.microsoft.com/office/drawing/2014/main" id="{C7756335-3EA3-96E0-513E-8BAB4059DCC1}"/>
                </a:ext>
              </a:extLst>
            </p:cNvPr>
            <p:cNvSpPr/>
            <p:nvPr/>
          </p:nvSpPr>
          <p:spPr>
            <a:xfrm>
              <a:off x="4322522" y="2935188"/>
              <a:ext cx="90514" cy="8886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4" name="object 144">
              <a:extLst>
                <a:ext uri="{FF2B5EF4-FFF2-40B4-BE49-F238E27FC236}">
                  <a16:creationId xmlns:a16="http://schemas.microsoft.com/office/drawing/2014/main" id="{8F670024-9B77-2DB7-2D74-6F50D85776FB}"/>
                </a:ext>
              </a:extLst>
            </p:cNvPr>
            <p:cNvSpPr/>
            <p:nvPr/>
          </p:nvSpPr>
          <p:spPr>
            <a:xfrm>
              <a:off x="5858093" y="2935188"/>
              <a:ext cx="90515" cy="8886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5" name="object 145">
              <a:extLst>
                <a:ext uri="{FF2B5EF4-FFF2-40B4-BE49-F238E27FC236}">
                  <a16:creationId xmlns:a16="http://schemas.microsoft.com/office/drawing/2014/main" id="{9CE1E29E-0D65-33D7-829C-1BCED3FF3A38}"/>
                </a:ext>
              </a:extLst>
            </p:cNvPr>
            <p:cNvSpPr/>
            <p:nvPr/>
          </p:nvSpPr>
          <p:spPr>
            <a:xfrm>
              <a:off x="5003763" y="3289078"/>
              <a:ext cx="88927" cy="8886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6" name="object 146">
              <a:extLst>
                <a:ext uri="{FF2B5EF4-FFF2-40B4-BE49-F238E27FC236}">
                  <a16:creationId xmlns:a16="http://schemas.microsoft.com/office/drawing/2014/main" id="{91559446-46D1-C240-B85D-47CB031FF3F4}"/>
                </a:ext>
              </a:extLst>
            </p:cNvPr>
            <p:cNvSpPr/>
            <p:nvPr/>
          </p:nvSpPr>
          <p:spPr>
            <a:xfrm>
              <a:off x="5858093" y="3054210"/>
              <a:ext cx="90515" cy="8886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7" name="object 147">
              <a:extLst>
                <a:ext uri="{FF2B5EF4-FFF2-40B4-BE49-F238E27FC236}">
                  <a16:creationId xmlns:a16="http://schemas.microsoft.com/office/drawing/2014/main" id="{70C8095A-28BB-1A65-B9F0-F9D034A6E705}"/>
                </a:ext>
              </a:extLst>
            </p:cNvPr>
            <p:cNvSpPr/>
            <p:nvPr/>
          </p:nvSpPr>
          <p:spPr>
            <a:xfrm>
              <a:off x="4832261" y="2819341"/>
              <a:ext cx="90515" cy="8886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8" name="object 148">
              <a:extLst>
                <a:ext uri="{FF2B5EF4-FFF2-40B4-BE49-F238E27FC236}">
                  <a16:creationId xmlns:a16="http://schemas.microsoft.com/office/drawing/2014/main" id="{B6439F3D-3241-295E-9301-4000C3143BE5}"/>
                </a:ext>
              </a:extLst>
            </p:cNvPr>
            <p:cNvSpPr/>
            <p:nvPr/>
          </p:nvSpPr>
          <p:spPr>
            <a:xfrm>
              <a:off x="5345178" y="3876248"/>
              <a:ext cx="90514" cy="90455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9" name="object 149">
              <a:extLst>
                <a:ext uri="{FF2B5EF4-FFF2-40B4-BE49-F238E27FC236}">
                  <a16:creationId xmlns:a16="http://schemas.microsoft.com/office/drawing/2014/main" id="{67B2E10B-28D6-3DCE-1FF2-E0D79E0DA225}"/>
                </a:ext>
              </a:extLst>
            </p:cNvPr>
            <p:cNvSpPr/>
            <p:nvPr/>
          </p:nvSpPr>
          <p:spPr>
            <a:xfrm>
              <a:off x="4322522" y="3876248"/>
              <a:ext cx="90514" cy="9045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0" name="object 150">
              <a:extLst>
                <a:ext uri="{FF2B5EF4-FFF2-40B4-BE49-F238E27FC236}">
                  <a16:creationId xmlns:a16="http://schemas.microsoft.com/office/drawing/2014/main" id="{16DD2917-9BCD-D606-68F3-1FF13491C874}"/>
                </a:ext>
              </a:extLst>
            </p:cNvPr>
            <p:cNvSpPr/>
            <p:nvPr/>
          </p:nvSpPr>
          <p:spPr>
            <a:xfrm>
              <a:off x="5516679" y="3173230"/>
              <a:ext cx="88927" cy="8886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1" name="object 151">
              <a:extLst>
                <a:ext uri="{FF2B5EF4-FFF2-40B4-BE49-F238E27FC236}">
                  <a16:creationId xmlns:a16="http://schemas.microsoft.com/office/drawing/2014/main" id="{8EF05E2D-8C45-2A21-5752-7B67F746D720}"/>
                </a:ext>
              </a:extLst>
            </p:cNvPr>
            <p:cNvSpPr/>
            <p:nvPr/>
          </p:nvSpPr>
          <p:spPr>
            <a:xfrm>
              <a:off x="4832261" y="3054210"/>
              <a:ext cx="90515" cy="8886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2" name="object 152">
              <a:extLst>
                <a:ext uri="{FF2B5EF4-FFF2-40B4-BE49-F238E27FC236}">
                  <a16:creationId xmlns:a16="http://schemas.microsoft.com/office/drawing/2014/main" id="{4986E2D3-4C92-51EE-7B6D-FFEBEE29EB78}"/>
                </a:ext>
              </a:extLst>
            </p:cNvPr>
            <p:cNvSpPr/>
            <p:nvPr/>
          </p:nvSpPr>
          <p:spPr>
            <a:xfrm>
              <a:off x="4494023" y="2819341"/>
              <a:ext cx="88927" cy="8886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3" name="object 153">
              <a:extLst>
                <a:ext uri="{FF2B5EF4-FFF2-40B4-BE49-F238E27FC236}">
                  <a16:creationId xmlns:a16="http://schemas.microsoft.com/office/drawing/2014/main" id="{D8F90091-F378-138C-8541-6E724D688A28}"/>
                </a:ext>
              </a:extLst>
            </p:cNvPr>
            <p:cNvSpPr/>
            <p:nvPr/>
          </p:nvSpPr>
          <p:spPr>
            <a:xfrm>
              <a:off x="5175264" y="3289078"/>
              <a:ext cx="88927" cy="8886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4" name="object 154">
              <a:extLst>
                <a:ext uri="{FF2B5EF4-FFF2-40B4-BE49-F238E27FC236}">
                  <a16:creationId xmlns:a16="http://schemas.microsoft.com/office/drawing/2014/main" id="{BD105B69-47A7-1512-6C89-DE781384E743}"/>
                </a:ext>
              </a:extLst>
            </p:cNvPr>
            <p:cNvSpPr/>
            <p:nvPr/>
          </p:nvSpPr>
          <p:spPr>
            <a:xfrm>
              <a:off x="5003763" y="3876248"/>
              <a:ext cx="88927" cy="9045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5" name="object 155">
              <a:extLst>
                <a:ext uri="{FF2B5EF4-FFF2-40B4-BE49-F238E27FC236}">
                  <a16:creationId xmlns:a16="http://schemas.microsoft.com/office/drawing/2014/main" id="{B2667C58-FCB5-A425-AAB8-56F290A18FF0}"/>
                </a:ext>
              </a:extLst>
            </p:cNvPr>
            <p:cNvSpPr/>
            <p:nvPr/>
          </p:nvSpPr>
          <p:spPr>
            <a:xfrm>
              <a:off x="5175264" y="3406512"/>
              <a:ext cx="88927" cy="9045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6" name="object 156">
              <a:extLst>
                <a:ext uri="{FF2B5EF4-FFF2-40B4-BE49-F238E27FC236}">
                  <a16:creationId xmlns:a16="http://schemas.microsoft.com/office/drawing/2014/main" id="{D0DF684B-F09B-7758-D2DC-912A4515C11E}"/>
                </a:ext>
              </a:extLst>
            </p:cNvPr>
            <p:cNvSpPr/>
            <p:nvPr/>
          </p:nvSpPr>
          <p:spPr>
            <a:xfrm>
              <a:off x="5686592" y="3054210"/>
              <a:ext cx="90515" cy="8886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7" name="object 157">
              <a:extLst>
                <a:ext uri="{FF2B5EF4-FFF2-40B4-BE49-F238E27FC236}">
                  <a16:creationId xmlns:a16="http://schemas.microsoft.com/office/drawing/2014/main" id="{032E9EC8-532F-9DE8-EB4C-2F06D4B5C779}"/>
                </a:ext>
              </a:extLst>
            </p:cNvPr>
            <p:cNvSpPr/>
            <p:nvPr/>
          </p:nvSpPr>
          <p:spPr>
            <a:xfrm>
              <a:off x="4322522" y="3173230"/>
              <a:ext cx="90514" cy="8886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8" name="object 158">
              <a:extLst>
                <a:ext uri="{FF2B5EF4-FFF2-40B4-BE49-F238E27FC236}">
                  <a16:creationId xmlns:a16="http://schemas.microsoft.com/office/drawing/2014/main" id="{50125AD1-FC69-AB2C-CB28-C2FF9B8F9673}"/>
                </a:ext>
              </a:extLst>
            </p:cNvPr>
            <p:cNvSpPr/>
            <p:nvPr/>
          </p:nvSpPr>
          <p:spPr>
            <a:xfrm>
              <a:off x="5686592" y="3876248"/>
              <a:ext cx="90515" cy="9045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9" name="object 159">
              <a:extLst>
                <a:ext uri="{FF2B5EF4-FFF2-40B4-BE49-F238E27FC236}">
                  <a16:creationId xmlns:a16="http://schemas.microsoft.com/office/drawing/2014/main" id="{3B5E5B26-1778-6037-A0F4-0868A8431528}"/>
                </a:ext>
              </a:extLst>
            </p:cNvPr>
            <p:cNvSpPr/>
            <p:nvPr/>
          </p:nvSpPr>
          <p:spPr>
            <a:xfrm>
              <a:off x="4663936" y="3173230"/>
              <a:ext cx="90515" cy="8886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0" name="object 160">
              <a:extLst>
                <a:ext uri="{FF2B5EF4-FFF2-40B4-BE49-F238E27FC236}">
                  <a16:creationId xmlns:a16="http://schemas.microsoft.com/office/drawing/2014/main" id="{3666EB93-86A2-4D60-24BC-52CDB1A1D74B}"/>
                </a:ext>
              </a:extLst>
            </p:cNvPr>
            <p:cNvSpPr/>
            <p:nvPr/>
          </p:nvSpPr>
          <p:spPr>
            <a:xfrm>
              <a:off x="4832261" y="3522358"/>
              <a:ext cx="90515" cy="9045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1" name="object 161">
              <a:extLst>
                <a:ext uri="{FF2B5EF4-FFF2-40B4-BE49-F238E27FC236}">
                  <a16:creationId xmlns:a16="http://schemas.microsoft.com/office/drawing/2014/main" id="{2991B7E8-2A4D-7ABA-6EBB-13F5486C7F6C}"/>
                </a:ext>
              </a:extLst>
            </p:cNvPr>
            <p:cNvSpPr/>
            <p:nvPr/>
          </p:nvSpPr>
          <p:spPr>
            <a:xfrm>
              <a:off x="5686592" y="3522358"/>
              <a:ext cx="90515" cy="9045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2" name="object 162">
              <a:extLst>
                <a:ext uri="{FF2B5EF4-FFF2-40B4-BE49-F238E27FC236}">
                  <a16:creationId xmlns:a16="http://schemas.microsoft.com/office/drawing/2014/main" id="{58A1EAFD-D76E-E448-8347-B01999FCF379}"/>
                </a:ext>
              </a:extLst>
            </p:cNvPr>
            <p:cNvSpPr/>
            <p:nvPr/>
          </p:nvSpPr>
          <p:spPr>
            <a:xfrm>
              <a:off x="5686592" y="3757227"/>
              <a:ext cx="90515" cy="9045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3" name="object 163">
              <a:extLst>
                <a:ext uri="{FF2B5EF4-FFF2-40B4-BE49-F238E27FC236}">
                  <a16:creationId xmlns:a16="http://schemas.microsoft.com/office/drawing/2014/main" id="{745DA7BD-A112-67B1-9B59-5AEE7C296AB1}"/>
                </a:ext>
              </a:extLst>
            </p:cNvPr>
            <p:cNvSpPr/>
            <p:nvPr/>
          </p:nvSpPr>
          <p:spPr>
            <a:xfrm>
              <a:off x="4322522" y="2819341"/>
              <a:ext cx="90514" cy="8886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4" name="object 164">
              <a:extLst>
                <a:ext uri="{FF2B5EF4-FFF2-40B4-BE49-F238E27FC236}">
                  <a16:creationId xmlns:a16="http://schemas.microsoft.com/office/drawing/2014/main" id="{4F2D1C0D-5914-6F25-2FB6-0647D525A24B}"/>
                </a:ext>
              </a:extLst>
            </p:cNvPr>
            <p:cNvSpPr/>
            <p:nvPr/>
          </p:nvSpPr>
          <p:spPr>
            <a:xfrm>
              <a:off x="4663936" y="3757227"/>
              <a:ext cx="90515" cy="9045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5" name="object 165">
              <a:extLst>
                <a:ext uri="{FF2B5EF4-FFF2-40B4-BE49-F238E27FC236}">
                  <a16:creationId xmlns:a16="http://schemas.microsoft.com/office/drawing/2014/main" id="{4F52FBD4-D676-7BDD-CDD0-75330207F4FE}"/>
                </a:ext>
              </a:extLst>
            </p:cNvPr>
            <p:cNvSpPr/>
            <p:nvPr/>
          </p:nvSpPr>
          <p:spPr>
            <a:xfrm>
              <a:off x="5003763" y="3406512"/>
              <a:ext cx="88927" cy="9045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6" name="object 166">
              <a:extLst>
                <a:ext uri="{FF2B5EF4-FFF2-40B4-BE49-F238E27FC236}">
                  <a16:creationId xmlns:a16="http://schemas.microsoft.com/office/drawing/2014/main" id="{A2D391CF-0E2E-8C0E-2DD6-71DC6C6AC4A5}"/>
                </a:ext>
              </a:extLst>
            </p:cNvPr>
            <p:cNvSpPr/>
            <p:nvPr/>
          </p:nvSpPr>
          <p:spPr>
            <a:xfrm>
              <a:off x="5858093" y="3173230"/>
              <a:ext cx="90515" cy="8886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7" name="object 167">
              <a:extLst>
                <a:ext uri="{FF2B5EF4-FFF2-40B4-BE49-F238E27FC236}">
                  <a16:creationId xmlns:a16="http://schemas.microsoft.com/office/drawing/2014/main" id="{49039F8E-E5C5-76CF-BCBE-5552E81ECDEA}"/>
                </a:ext>
              </a:extLst>
            </p:cNvPr>
            <p:cNvSpPr/>
            <p:nvPr/>
          </p:nvSpPr>
          <p:spPr>
            <a:xfrm>
              <a:off x="4494023" y="3054210"/>
              <a:ext cx="88927" cy="8886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8" name="object 168">
              <a:extLst>
                <a:ext uri="{FF2B5EF4-FFF2-40B4-BE49-F238E27FC236}">
                  <a16:creationId xmlns:a16="http://schemas.microsoft.com/office/drawing/2014/main" id="{2277F42C-19A1-34B7-B558-7FAA9261D733}"/>
                </a:ext>
              </a:extLst>
            </p:cNvPr>
            <p:cNvSpPr/>
            <p:nvPr/>
          </p:nvSpPr>
          <p:spPr>
            <a:xfrm>
              <a:off x="4663936" y="3054210"/>
              <a:ext cx="90515" cy="8886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9" name="object 169">
              <a:extLst>
                <a:ext uri="{FF2B5EF4-FFF2-40B4-BE49-F238E27FC236}">
                  <a16:creationId xmlns:a16="http://schemas.microsoft.com/office/drawing/2014/main" id="{D228DF8E-9378-5691-D853-BCF4A9663C1D}"/>
                </a:ext>
              </a:extLst>
            </p:cNvPr>
            <p:cNvSpPr/>
            <p:nvPr/>
          </p:nvSpPr>
          <p:spPr>
            <a:xfrm>
              <a:off x="5516679" y="2819341"/>
              <a:ext cx="88927" cy="8886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0" name="object 170">
              <a:extLst>
                <a:ext uri="{FF2B5EF4-FFF2-40B4-BE49-F238E27FC236}">
                  <a16:creationId xmlns:a16="http://schemas.microsoft.com/office/drawing/2014/main" id="{4D54E3A0-B52E-4902-8E37-99FBF07B62F7}"/>
                </a:ext>
              </a:extLst>
            </p:cNvPr>
            <p:cNvSpPr/>
            <p:nvPr/>
          </p:nvSpPr>
          <p:spPr>
            <a:xfrm>
              <a:off x="5003763" y="3641380"/>
              <a:ext cx="88927" cy="9045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1" name="object 171">
              <a:extLst>
                <a:ext uri="{FF2B5EF4-FFF2-40B4-BE49-F238E27FC236}">
                  <a16:creationId xmlns:a16="http://schemas.microsoft.com/office/drawing/2014/main" id="{6AFEDE2B-F806-BFEA-1D1E-51F7D5FEE276}"/>
                </a:ext>
              </a:extLst>
            </p:cNvPr>
            <p:cNvSpPr/>
            <p:nvPr/>
          </p:nvSpPr>
          <p:spPr>
            <a:xfrm>
              <a:off x="5686592" y="2935188"/>
              <a:ext cx="90515" cy="8886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2" name="object 172">
              <a:extLst>
                <a:ext uri="{FF2B5EF4-FFF2-40B4-BE49-F238E27FC236}">
                  <a16:creationId xmlns:a16="http://schemas.microsoft.com/office/drawing/2014/main" id="{A900BEEE-30EB-92EE-3908-E5A2C9B99F84}"/>
                </a:ext>
              </a:extLst>
            </p:cNvPr>
            <p:cNvSpPr/>
            <p:nvPr/>
          </p:nvSpPr>
          <p:spPr>
            <a:xfrm>
              <a:off x="4663936" y="3641380"/>
              <a:ext cx="90515" cy="9045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3" name="object 173">
              <a:extLst>
                <a:ext uri="{FF2B5EF4-FFF2-40B4-BE49-F238E27FC236}">
                  <a16:creationId xmlns:a16="http://schemas.microsoft.com/office/drawing/2014/main" id="{806F6F74-F615-249E-AE88-FFE7538A84F6}"/>
                </a:ext>
              </a:extLst>
            </p:cNvPr>
            <p:cNvSpPr/>
            <p:nvPr/>
          </p:nvSpPr>
          <p:spPr>
            <a:xfrm>
              <a:off x="4322522" y="3757227"/>
              <a:ext cx="90514" cy="90456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4" name="object 174">
              <a:extLst>
                <a:ext uri="{FF2B5EF4-FFF2-40B4-BE49-F238E27FC236}">
                  <a16:creationId xmlns:a16="http://schemas.microsoft.com/office/drawing/2014/main" id="{D25AF654-6CDB-8294-E7E4-10C0EA888E20}"/>
                </a:ext>
              </a:extLst>
            </p:cNvPr>
            <p:cNvSpPr/>
            <p:nvPr/>
          </p:nvSpPr>
          <p:spPr>
            <a:xfrm>
              <a:off x="5516679" y="3757227"/>
              <a:ext cx="88927" cy="90456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5" name="object 175">
              <a:extLst>
                <a:ext uri="{FF2B5EF4-FFF2-40B4-BE49-F238E27FC236}">
                  <a16:creationId xmlns:a16="http://schemas.microsoft.com/office/drawing/2014/main" id="{B669980A-DC50-3626-B7D5-83DC5FD2E3DE}"/>
                </a:ext>
              </a:extLst>
            </p:cNvPr>
            <p:cNvSpPr/>
            <p:nvPr/>
          </p:nvSpPr>
          <p:spPr>
            <a:xfrm>
              <a:off x="5345178" y="3173230"/>
              <a:ext cx="90514" cy="8886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6" name="object 176">
              <a:extLst>
                <a:ext uri="{FF2B5EF4-FFF2-40B4-BE49-F238E27FC236}">
                  <a16:creationId xmlns:a16="http://schemas.microsoft.com/office/drawing/2014/main" id="{BAE2466C-D7D8-17FF-120C-DC71E24FA88D}"/>
                </a:ext>
              </a:extLst>
            </p:cNvPr>
            <p:cNvSpPr/>
            <p:nvPr/>
          </p:nvSpPr>
          <p:spPr>
            <a:xfrm>
              <a:off x="4494023" y="3289078"/>
              <a:ext cx="88927" cy="8886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7" name="object 177">
              <a:extLst>
                <a:ext uri="{FF2B5EF4-FFF2-40B4-BE49-F238E27FC236}">
                  <a16:creationId xmlns:a16="http://schemas.microsoft.com/office/drawing/2014/main" id="{7744DD5F-9462-7AA5-ABDD-61DF484941CC}"/>
                </a:ext>
              </a:extLst>
            </p:cNvPr>
            <p:cNvSpPr/>
            <p:nvPr/>
          </p:nvSpPr>
          <p:spPr>
            <a:xfrm>
              <a:off x="4832261" y="3173230"/>
              <a:ext cx="90515" cy="8886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8" name="object 178">
              <a:extLst>
                <a:ext uri="{FF2B5EF4-FFF2-40B4-BE49-F238E27FC236}">
                  <a16:creationId xmlns:a16="http://schemas.microsoft.com/office/drawing/2014/main" id="{6EEA821B-F243-2EA2-25A6-03464B942067}"/>
                </a:ext>
              </a:extLst>
            </p:cNvPr>
            <p:cNvSpPr/>
            <p:nvPr/>
          </p:nvSpPr>
          <p:spPr>
            <a:xfrm>
              <a:off x="4494023" y="3876248"/>
              <a:ext cx="88927" cy="9045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9" name="object 179">
              <a:extLst>
                <a:ext uri="{FF2B5EF4-FFF2-40B4-BE49-F238E27FC236}">
                  <a16:creationId xmlns:a16="http://schemas.microsoft.com/office/drawing/2014/main" id="{B29B8F3F-C4D4-2A4E-D8D8-4E2F699EBD1B}"/>
                </a:ext>
              </a:extLst>
            </p:cNvPr>
            <p:cNvSpPr/>
            <p:nvPr/>
          </p:nvSpPr>
          <p:spPr>
            <a:xfrm>
              <a:off x="5345178" y="3289078"/>
              <a:ext cx="90514" cy="88869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0" name="object 180">
              <a:extLst>
                <a:ext uri="{FF2B5EF4-FFF2-40B4-BE49-F238E27FC236}">
                  <a16:creationId xmlns:a16="http://schemas.microsoft.com/office/drawing/2014/main" id="{5DFCBFAC-5038-EF92-EF8E-D6EF177D9EDA}"/>
                </a:ext>
              </a:extLst>
            </p:cNvPr>
            <p:cNvSpPr/>
            <p:nvPr/>
          </p:nvSpPr>
          <p:spPr>
            <a:xfrm>
              <a:off x="4663936" y="3522358"/>
              <a:ext cx="90515" cy="9045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1" name="object 181">
              <a:extLst>
                <a:ext uri="{FF2B5EF4-FFF2-40B4-BE49-F238E27FC236}">
                  <a16:creationId xmlns:a16="http://schemas.microsoft.com/office/drawing/2014/main" id="{1CE238E5-B3FC-6426-8C68-671AA282A634}"/>
                </a:ext>
              </a:extLst>
            </p:cNvPr>
            <p:cNvSpPr/>
            <p:nvPr/>
          </p:nvSpPr>
          <p:spPr>
            <a:xfrm>
              <a:off x="4663936" y="3289078"/>
              <a:ext cx="90515" cy="88869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2" name="object 182">
              <a:extLst>
                <a:ext uri="{FF2B5EF4-FFF2-40B4-BE49-F238E27FC236}">
                  <a16:creationId xmlns:a16="http://schemas.microsoft.com/office/drawing/2014/main" id="{A1FB3DF7-6C92-2DA5-C84B-4D53FAAA362E}"/>
                </a:ext>
              </a:extLst>
            </p:cNvPr>
            <p:cNvSpPr/>
            <p:nvPr/>
          </p:nvSpPr>
          <p:spPr>
            <a:xfrm>
              <a:off x="5686592" y="3641380"/>
              <a:ext cx="90515" cy="9045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3" name="object 183">
              <a:extLst>
                <a:ext uri="{FF2B5EF4-FFF2-40B4-BE49-F238E27FC236}">
                  <a16:creationId xmlns:a16="http://schemas.microsoft.com/office/drawing/2014/main" id="{D921F499-E231-312B-D98C-DC295E58F60C}"/>
                </a:ext>
              </a:extLst>
            </p:cNvPr>
            <p:cNvSpPr/>
            <p:nvPr/>
          </p:nvSpPr>
          <p:spPr>
            <a:xfrm>
              <a:off x="4663936" y="2819341"/>
              <a:ext cx="90515" cy="88869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4" name="object 184">
              <a:extLst>
                <a:ext uri="{FF2B5EF4-FFF2-40B4-BE49-F238E27FC236}">
                  <a16:creationId xmlns:a16="http://schemas.microsoft.com/office/drawing/2014/main" id="{8C1361CB-16A7-D85F-AB57-9026B75E44F8}"/>
                </a:ext>
              </a:extLst>
            </p:cNvPr>
            <p:cNvSpPr/>
            <p:nvPr/>
          </p:nvSpPr>
          <p:spPr>
            <a:xfrm>
              <a:off x="4322522" y="3054210"/>
              <a:ext cx="90514" cy="88869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5" name="object 185">
              <a:extLst>
                <a:ext uri="{FF2B5EF4-FFF2-40B4-BE49-F238E27FC236}">
                  <a16:creationId xmlns:a16="http://schemas.microsoft.com/office/drawing/2014/main" id="{EE725B34-6BE5-50BE-A25F-6587BA5299AA}"/>
                </a:ext>
              </a:extLst>
            </p:cNvPr>
            <p:cNvSpPr/>
            <p:nvPr/>
          </p:nvSpPr>
          <p:spPr>
            <a:xfrm>
              <a:off x="5003763" y="3054210"/>
              <a:ext cx="88927" cy="88869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6" name="object 186">
              <a:extLst>
                <a:ext uri="{FF2B5EF4-FFF2-40B4-BE49-F238E27FC236}">
                  <a16:creationId xmlns:a16="http://schemas.microsoft.com/office/drawing/2014/main" id="{A9DB6006-7841-59C0-38BB-0327E41323F5}"/>
                </a:ext>
              </a:extLst>
            </p:cNvPr>
            <p:cNvSpPr/>
            <p:nvPr/>
          </p:nvSpPr>
          <p:spPr>
            <a:xfrm>
              <a:off x="5345178" y="3522358"/>
              <a:ext cx="90514" cy="90456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7" name="object 187">
              <a:extLst>
                <a:ext uri="{FF2B5EF4-FFF2-40B4-BE49-F238E27FC236}">
                  <a16:creationId xmlns:a16="http://schemas.microsoft.com/office/drawing/2014/main" id="{247D99A0-C5EA-9F70-3A9F-3A68358B7921}"/>
                </a:ext>
              </a:extLst>
            </p:cNvPr>
            <p:cNvSpPr/>
            <p:nvPr/>
          </p:nvSpPr>
          <p:spPr>
            <a:xfrm>
              <a:off x="5345178" y="3757227"/>
              <a:ext cx="90514" cy="9045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8" name="object 188">
              <a:extLst>
                <a:ext uri="{FF2B5EF4-FFF2-40B4-BE49-F238E27FC236}">
                  <a16:creationId xmlns:a16="http://schemas.microsoft.com/office/drawing/2014/main" id="{65BEDB77-AAAF-96F9-8108-5297AE6D1AED}"/>
                </a:ext>
              </a:extLst>
            </p:cNvPr>
            <p:cNvSpPr txBox="1"/>
            <p:nvPr/>
          </p:nvSpPr>
          <p:spPr>
            <a:xfrm>
              <a:off x="2010431" y="3389055"/>
              <a:ext cx="63519" cy="115748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89" name="object 189">
              <a:extLst>
                <a:ext uri="{FF2B5EF4-FFF2-40B4-BE49-F238E27FC236}">
                  <a16:creationId xmlns:a16="http://schemas.microsoft.com/office/drawing/2014/main" id="{CE956E6D-410F-2098-388D-CEBD2BF784BA}"/>
                </a:ext>
              </a:extLst>
            </p:cNvPr>
            <p:cNvSpPr txBox="1"/>
            <p:nvPr/>
          </p:nvSpPr>
          <p:spPr>
            <a:xfrm>
              <a:off x="1965968" y="2801884"/>
              <a:ext cx="107982" cy="115748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0" name="object 190">
              <a:extLst>
                <a:ext uri="{FF2B5EF4-FFF2-40B4-BE49-F238E27FC236}">
                  <a16:creationId xmlns:a16="http://schemas.microsoft.com/office/drawing/2014/main" id="{C32ADDD5-CB10-04CB-E20E-62B9E6430F2F}"/>
                </a:ext>
              </a:extLst>
            </p:cNvPr>
            <p:cNvSpPr txBox="1"/>
            <p:nvPr/>
          </p:nvSpPr>
          <p:spPr>
            <a:xfrm>
              <a:off x="1965968" y="2214714"/>
              <a:ext cx="107982" cy="115748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1" name="object 191">
              <a:extLst>
                <a:ext uri="{FF2B5EF4-FFF2-40B4-BE49-F238E27FC236}">
                  <a16:creationId xmlns:a16="http://schemas.microsoft.com/office/drawing/2014/main" id="{A8D76B22-8E44-73F8-855C-2D14F796919D}"/>
                </a:ext>
              </a:extLst>
            </p:cNvPr>
            <p:cNvSpPr txBox="1"/>
            <p:nvPr/>
          </p:nvSpPr>
          <p:spPr>
            <a:xfrm>
              <a:off x="1965968" y="1627544"/>
              <a:ext cx="107982" cy="115748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2" name="object 192">
              <a:extLst>
                <a:ext uri="{FF2B5EF4-FFF2-40B4-BE49-F238E27FC236}">
                  <a16:creationId xmlns:a16="http://schemas.microsoft.com/office/drawing/2014/main" id="{FE620666-ECD9-CD3E-F640-7DA8268A4D29}"/>
                </a:ext>
              </a:extLst>
            </p:cNvPr>
            <p:cNvSpPr txBox="1"/>
            <p:nvPr/>
          </p:nvSpPr>
          <p:spPr>
            <a:xfrm>
              <a:off x="1965968" y="1040374"/>
              <a:ext cx="107982" cy="115748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3" name="object 193">
              <a:extLst>
                <a:ext uri="{FF2B5EF4-FFF2-40B4-BE49-F238E27FC236}">
                  <a16:creationId xmlns:a16="http://schemas.microsoft.com/office/drawing/2014/main" id="{CF3A0497-367B-3E6C-2E2B-606AB38DF871}"/>
                </a:ext>
              </a:extLst>
            </p:cNvPr>
            <p:cNvSpPr/>
            <p:nvPr/>
          </p:nvSpPr>
          <p:spPr>
            <a:xfrm>
              <a:off x="6531394" y="1900499"/>
              <a:ext cx="77811" cy="77761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4" name="object 194">
              <a:extLst>
                <a:ext uri="{FF2B5EF4-FFF2-40B4-BE49-F238E27FC236}">
                  <a16:creationId xmlns:a16="http://schemas.microsoft.com/office/drawing/2014/main" id="{FE15E75A-8D74-8EAB-5E05-7B5066540444}"/>
                </a:ext>
              </a:extLst>
            </p:cNvPr>
            <p:cNvSpPr/>
            <p:nvPr/>
          </p:nvSpPr>
          <p:spPr>
            <a:xfrm>
              <a:off x="6531394" y="1900499"/>
              <a:ext cx="77811" cy="77761"/>
            </a:xfrm>
            <a:custGeom>
              <a:avLst/>
              <a:gdLst/>
              <a:ahLst/>
              <a:cxnLst/>
              <a:rect l="l" t="t" r="r" b="b"/>
              <a:pathLst>
                <a:path w="112395" h="112394">
                  <a:moveTo>
                    <a:pt x="58190" y="0"/>
                  </a:moveTo>
                  <a:lnTo>
                    <a:pt x="112222" y="58188"/>
                  </a:lnTo>
                  <a:lnTo>
                    <a:pt x="58190" y="112221"/>
                  </a:lnTo>
                  <a:lnTo>
                    <a:pt x="0" y="58188"/>
                  </a:lnTo>
                  <a:lnTo>
                    <a:pt x="58190" y="0"/>
                  </a:lnTo>
                  <a:close/>
                </a:path>
              </a:pathLst>
            </a:custGeom>
            <a:ln w="9513">
              <a:solidFill>
                <a:srgbClr val="5B92C7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5" name="object 195">
              <a:extLst>
                <a:ext uri="{FF2B5EF4-FFF2-40B4-BE49-F238E27FC236}">
                  <a16:creationId xmlns:a16="http://schemas.microsoft.com/office/drawing/2014/main" id="{A7B8AEF0-33F7-27CF-4B02-60B2384CBFEC}"/>
                </a:ext>
              </a:extLst>
            </p:cNvPr>
            <p:cNvSpPr txBox="1"/>
            <p:nvPr/>
          </p:nvSpPr>
          <p:spPr>
            <a:xfrm>
              <a:off x="6653669" y="1822738"/>
              <a:ext cx="536735" cy="223004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1046" spc="-37" dirty="0">
                  <a:latin typeface="Trebuchet MS"/>
                  <a:cs typeface="Trebuchet MS"/>
                </a:rPr>
                <a:t>S</a:t>
              </a:r>
              <a:r>
                <a:rPr sz="1046" spc="-44" dirty="0">
                  <a:latin typeface="Trebuchet MS"/>
                  <a:cs typeface="Trebuchet MS"/>
                </a:rPr>
                <a:t>e</a:t>
              </a:r>
              <a:r>
                <a:rPr sz="1046" spc="-47" dirty="0">
                  <a:latin typeface="Trebuchet MS"/>
                  <a:cs typeface="Trebuchet MS"/>
                </a:rPr>
                <a:t>r</a:t>
              </a:r>
              <a:r>
                <a:rPr sz="1046" spc="-39" dirty="0">
                  <a:latin typeface="Trebuchet MS"/>
                  <a:cs typeface="Trebuchet MS"/>
                </a:rPr>
                <a:t>i</a:t>
              </a:r>
              <a:r>
                <a:rPr sz="1046" spc="-76" dirty="0">
                  <a:latin typeface="Trebuchet MS"/>
                  <a:cs typeface="Trebuchet MS"/>
                </a:rPr>
                <a:t>e</a:t>
              </a:r>
              <a:r>
                <a:rPr sz="1046" spc="-18" dirty="0">
                  <a:latin typeface="Trebuchet MS"/>
                  <a:cs typeface="Trebuchet MS"/>
                </a:rPr>
                <a:t>s1</a:t>
              </a:r>
              <a:endParaRPr sz="1046">
                <a:latin typeface="Trebuchet MS"/>
                <a:cs typeface="Trebuchet MS"/>
              </a:endParaRPr>
            </a:p>
          </p:txBody>
        </p:sp>
        <p:sp>
          <p:nvSpPr>
            <p:cNvPr id="196" name="object 196">
              <a:extLst>
                <a:ext uri="{FF2B5EF4-FFF2-40B4-BE49-F238E27FC236}">
                  <a16:creationId xmlns:a16="http://schemas.microsoft.com/office/drawing/2014/main" id="{FC43C9BC-7629-A8EF-7C3D-966FFC2EF97B}"/>
                </a:ext>
              </a:extLst>
            </p:cNvPr>
            <p:cNvSpPr/>
            <p:nvPr/>
          </p:nvSpPr>
          <p:spPr>
            <a:xfrm>
              <a:off x="6531394" y="2476561"/>
              <a:ext cx="77811" cy="77760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7" name="object 197">
              <a:extLst>
                <a:ext uri="{FF2B5EF4-FFF2-40B4-BE49-F238E27FC236}">
                  <a16:creationId xmlns:a16="http://schemas.microsoft.com/office/drawing/2014/main" id="{47610BEB-42C1-6890-EBA5-D8322BB10D83}"/>
                </a:ext>
              </a:extLst>
            </p:cNvPr>
            <p:cNvSpPr/>
            <p:nvPr/>
          </p:nvSpPr>
          <p:spPr>
            <a:xfrm>
              <a:off x="6531394" y="2476561"/>
              <a:ext cx="77811" cy="77760"/>
            </a:xfrm>
            <a:custGeom>
              <a:avLst/>
              <a:gdLst/>
              <a:ahLst/>
              <a:cxnLst/>
              <a:rect l="l" t="t" r="r" b="b"/>
              <a:pathLst>
                <a:path w="112395" h="112395">
                  <a:moveTo>
                    <a:pt x="0" y="0"/>
                  </a:moveTo>
                  <a:lnTo>
                    <a:pt x="112222" y="0"/>
                  </a:lnTo>
                  <a:lnTo>
                    <a:pt x="112222" y="112222"/>
                  </a:lnTo>
                  <a:lnTo>
                    <a:pt x="0" y="112222"/>
                  </a:lnTo>
                  <a:lnTo>
                    <a:pt x="0" y="0"/>
                  </a:lnTo>
                  <a:close/>
                </a:path>
              </a:pathLst>
            </a:custGeom>
            <a:ln w="9513">
              <a:solidFill>
                <a:srgbClr val="CC615A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8" name="object 198">
              <a:extLst>
                <a:ext uri="{FF2B5EF4-FFF2-40B4-BE49-F238E27FC236}">
                  <a16:creationId xmlns:a16="http://schemas.microsoft.com/office/drawing/2014/main" id="{3BEBE5B9-C5BA-86EA-88D8-884F8426CA8A}"/>
                </a:ext>
              </a:extLst>
            </p:cNvPr>
            <p:cNvSpPr txBox="1"/>
            <p:nvPr/>
          </p:nvSpPr>
          <p:spPr>
            <a:xfrm>
              <a:off x="6653669" y="2398800"/>
              <a:ext cx="536735" cy="223004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1046" spc="-37" dirty="0">
                  <a:latin typeface="Trebuchet MS"/>
                  <a:cs typeface="Trebuchet MS"/>
                </a:rPr>
                <a:t>S</a:t>
              </a:r>
              <a:r>
                <a:rPr sz="1046" spc="-44" dirty="0">
                  <a:latin typeface="Trebuchet MS"/>
                  <a:cs typeface="Trebuchet MS"/>
                </a:rPr>
                <a:t>e</a:t>
              </a:r>
              <a:r>
                <a:rPr sz="1046" spc="-47" dirty="0">
                  <a:latin typeface="Trebuchet MS"/>
                  <a:cs typeface="Trebuchet MS"/>
                </a:rPr>
                <a:t>r</a:t>
              </a:r>
              <a:r>
                <a:rPr sz="1046" spc="-39" dirty="0">
                  <a:latin typeface="Trebuchet MS"/>
                  <a:cs typeface="Trebuchet MS"/>
                </a:rPr>
                <a:t>i</a:t>
              </a:r>
              <a:r>
                <a:rPr sz="1046" spc="-76" dirty="0">
                  <a:latin typeface="Trebuchet MS"/>
                  <a:cs typeface="Trebuchet MS"/>
                </a:rPr>
                <a:t>e</a:t>
              </a:r>
              <a:r>
                <a:rPr sz="1046" spc="-18" dirty="0">
                  <a:latin typeface="Trebuchet MS"/>
                  <a:cs typeface="Trebuchet MS"/>
                </a:rPr>
                <a:t>s2</a:t>
              </a:r>
              <a:endParaRPr sz="1046">
                <a:latin typeface="Trebuchet MS"/>
                <a:cs typeface="Trebuchet MS"/>
              </a:endParaRPr>
            </a:p>
          </p:txBody>
        </p:sp>
        <p:sp>
          <p:nvSpPr>
            <p:cNvPr id="199" name="object 199">
              <a:extLst>
                <a:ext uri="{FF2B5EF4-FFF2-40B4-BE49-F238E27FC236}">
                  <a16:creationId xmlns:a16="http://schemas.microsoft.com/office/drawing/2014/main" id="{111A049F-8058-F814-46F1-3546110F2BFB}"/>
                </a:ext>
              </a:extLst>
            </p:cNvPr>
            <p:cNvSpPr/>
            <p:nvPr/>
          </p:nvSpPr>
          <p:spPr>
            <a:xfrm>
              <a:off x="4073210" y="854701"/>
              <a:ext cx="98454" cy="3600782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0" name="object 200">
              <a:extLst>
                <a:ext uri="{FF2B5EF4-FFF2-40B4-BE49-F238E27FC236}">
                  <a16:creationId xmlns:a16="http://schemas.microsoft.com/office/drawing/2014/main" id="{A71200C2-CFFC-F45F-002F-331D2DB4D3A1}"/>
                </a:ext>
              </a:extLst>
            </p:cNvPr>
            <p:cNvSpPr/>
            <p:nvPr/>
          </p:nvSpPr>
          <p:spPr>
            <a:xfrm>
              <a:off x="4124025" y="873744"/>
              <a:ext cx="0" cy="3537304"/>
            </a:xfrm>
            <a:custGeom>
              <a:avLst/>
              <a:gdLst/>
              <a:ahLst/>
              <a:cxnLst/>
              <a:rect l="l" t="t" r="r" b="b"/>
              <a:pathLst>
                <a:path h="5074285">
                  <a:moveTo>
                    <a:pt x="0" y="0"/>
                  </a:moveTo>
                  <a:lnTo>
                    <a:pt x="1" y="5074000"/>
                  </a:lnTo>
                </a:path>
              </a:pathLst>
            </a:custGeom>
            <a:ln w="50730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1" name="object 201">
              <a:extLst>
                <a:ext uri="{FF2B5EF4-FFF2-40B4-BE49-F238E27FC236}">
                  <a16:creationId xmlns:a16="http://schemas.microsoft.com/office/drawing/2014/main" id="{EDAEAA33-B08E-9854-C722-9773A49EECBE}"/>
                </a:ext>
              </a:extLst>
            </p:cNvPr>
            <p:cNvSpPr/>
            <p:nvPr/>
          </p:nvSpPr>
          <p:spPr>
            <a:xfrm>
              <a:off x="3671453" y="967374"/>
              <a:ext cx="906733" cy="3494457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2" name="object 202">
              <a:extLst>
                <a:ext uri="{FF2B5EF4-FFF2-40B4-BE49-F238E27FC236}">
                  <a16:creationId xmlns:a16="http://schemas.microsoft.com/office/drawing/2014/main" id="{BEB6225E-3502-2FAB-4889-A59AA29736E6}"/>
                </a:ext>
              </a:extLst>
            </p:cNvPr>
            <p:cNvSpPr/>
            <p:nvPr/>
          </p:nvSpPr>
          <p:spPr>
            <a:xfrm>
              <a:off x="3719092" y="988005"/>
              <a:ext cx="809867" cy="3423044"/>
            </a:xfrm>
            <a:custGeom>
              <a:avLst/>
              <a:gdLst/>
              <a:ahLst/>
              <a:cxnLst/>
              <a:rect l="l" t="t" r="r" b="b"/>
              <a:pathLst>
                <a:path w="1162050" h="4909185">
                  <a:moveTo>
                    <a:pt x="1161490" y="0"/>
                  </a:moveTo>
                  <a:lnTo>
                    <a:pt x="0" y="4909096"/>
                  </a:lnTo>
                </a:path>
              </a:pathLst>
            </a:custGeom>
            <a:ln w="50731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3" name="object 203">
              <a:extLst>
                <a:ext uri="{FF2B5EF4-FFF2-40B4-BE49-F238E27FC236}">
                  <a16:creationId xmlns:a16="http://schemas.microsoft.com/office/drawing/2014/main" id="{0B4CCCA8-501F-E7C5-CDD4-A7D65A27AEA8}"/>
                </a:ext>
              </a:extLst>
            </p:cNvPr>
            <p:cNvSpPr/>
            <p:nvPr/>
          </p:nvSpPr>
          <p:spPr>
            <a:xfrm>
              <a:off x="2172405" y="2690798"/>
              <a:ext cx="3920708" cy="99978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4" name="object 204">
              <a:extLst>
                <a:ext uri="{FF2B5EF4-FFF2-40B4-BE49-F238E27FC236}">
                  <a16:creationId xmlns:a16="http://schemas.microsoft.com/office/drawing/2014/main" id="{D65AF9AD-0FB9-45F0-3D65-8177497C1221}"/>
                </a:ext>
              </a:extLst>
            </p:cNvPr>
            <p:cNvSpPr/>
            <p:nvPr/>
          </p:nvSpPr>
          <p:spPr>
            <a:xfrm>
              <a:off x="2204164" y="2727298"/>
              <a:ext cx="3855602" cy="0"/>
            </a:xfrm>
            <a:custGeom>
              <a:avLst/>
              <a:gdLst/>
              <a:ahLst/>
              <a:cxnLst/>
              <a:rect l="l" t="t" r="r" b="b"/>
              <a:pathLst>
                <a:path w="5532755">
                  <a:moveTo>
                    <a:pt x="5532514" y="0"/>
                  </a:moveTo>
                  <a:lnTo>
                    <a:pt x="0" y="1"/>
                  </a:lnTo>
                </a:path>
              </a:pathLst>
            </a:custGeom>
            <a:ln w="50742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5" name="object 205">
              <a:extLst>
                <a:ext uri="{FF2B5EF4-FFF2-40B4-BE49-F238E27FC236}">
                  <a16:creationId xmlns:a16="http://schemas.microsoft.com/office/drawing/2014/main" id="{9AE4D0C1-C156-7FD1-0E7D-B2B6B1B69574}"/>
                </a:ext>
              </a:extLst>
            </p:cNvPr>
            <p:cNvSpPr txBox="1"/>
            <p:nvPr/>
          </p:nvSpPr>
          <p:spPr>
            <a:xfrm>
              <a:off x="2023134" y="3988921"/>
              <a:ext cx="63519" cy="11172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06" name="object 206">
              <a:extLst>
                <a:ext uri="{FF2B5EF4-FFF2-40B4-BE49-F238E27FC236}">
                  <a16:creationId xmlns:a16="http://schemas.microsoft.com/office/drawing/2014/main" id="{D0650763-EB95-2125-F52D-2FB114673AEB}"/>
                </a:ext>
              </a:extLst>
            </p:cNvPr>
            <p:cNvSpPr txBox="1"/>
            <p:nvPr/>
          </p:nvSpPr>
          <p:spPr>
            <a:xfrm>
              <a:off x="2127940" y="4096833"/>
              <a:ext cx="63519" cy="11172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07" name="object 207">
              <a:extLst>
                <a:ext uri="{FF2B5EF4-FFF2-40B4-BE49-F238E27FC236}">
                  <a16:creationId xmlns:a16="http://schemas.microsoft.com/office/drawing/2014/main" id="{BE3956F8-7108-67B5-9AE4-4D799158A82A}"/>
                </a:ext>
              </a:extLst>
            </p:cNvPr>
            <p:cNvSpPr txBox="1"/>
            <p:nvPr/>
          </p:nvSpPr>
          <p:spPr>
            <a:xfrm>
              <a:off x="2980683" y="4096833"/>
              <a:ext cx="61932" cy="11172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08" name="object 208">
              <a:extLst>
                <a:ext uri="{FF2B5EF4-FFF2-40B4-BE49-F238E27FC236}">
                  <a16:creationId xmlns:a16="http://schemas.microsoft.com/office/drawing/2014/main" id="{DF4B9B3E-1230-4D1E-166E-986CE2570D55}"/>
                </a:ext>
              </a:extLst>
            </p:cNvPr>
            <p:cNvSpPr txBox="1"/>
            <p:nvPr/>
          </p:nvSpPr>
          <p:spPr>
            <a:xfrm>
              <a:off x="3809606" y="4096833"/>
              <a:ext cx="107982" cy="11172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09" name="object 209">
              <a:extLst>
                <a:ext uri="{FF2B5EF4-FFF2-40B4-BE49-F238E27FC236}">
                  <a16:creationId xmlns:a16="http://schemas.microsoft.com/office/drawing/2014/main" id="{B9210308-3AC4-A05D-FDE6-88E0295D356E}"/>
                </a:ext>
              </a:extLst>
            </p:cNvPr>
            <p:cNvSpPr txBox="1"/>
            <p:nvPr/>
          </p:nvSpPr>
          <p:spPr>
            <a:xfrm>
              <a:off x="4662348" y="4096833"/>
              <a:ext cx="106394" cy="11172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0" name="object 210">
              <a:extLst>
                <a:ext uri="{FF2B5EF4-FFF2-40B4-BE49-F238E27FC236}">
                  <a16:creationId xmlns:a16="http://schemas.microsoft.com/office/drawing/2014/main" id="{D13488E5-42B5-166E-5BA7-B8A48028D475}"/>
                </a:ext>
              </a:extLst>
            </p:cNvPr>
            <p:cNvSpPr txBox="1"/>
            <p:nvPr/>
          </p:nvSpPr>
          <p:spPr>
            <a:xfrm>
              <a:off x="5513503" y="4096833"/>
              <a:ext cx="107982" cy="11172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1" name="object 211">
              <a:extLst>
                <a:ext uri="{FF2B5EF4-FFF2-40B4-BE49-F238E27FC236}">
                  <a16:creationId xmlns:a16="http://schemas.microsoft.com/office/drawing/2014/main" id="{99307771-042A-07DD-EEFF-15BA58D2C0C3}"/>
                </a:ext>
              </a:extLst>
            </p:cNvPr>
            <p:cNvSpPr txBox="1"/>
            <p:nvPr/>
          </p:nvSpPr>
          <p:spPr>
            <a:xfrm>
              <a:off x="6366244" y="4096833"/>
              <a:ext cx="107982" cy="11172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25</a:t>
              </a:r>
              <a:endParaRPr sz="523">
                <a:latin typeface="Trebuchet MS"/>
                <a:cs typeface="Trebuchet MS"/>
              </a:endParaRPr>
            </a:p>
          </p:txBody>
        </p:sp>
      </p:grpSp>
      <p:sp>
        <p:nvSpPr>
          <p:cNvPr id="2" name="object 2">
            <a:extLst>
              <a:ext uri="{FF2B5EF4-FFF2-40B4-BE49-F238E27FC236}">
                <a16:creationId xmlns:a16="http://schemas.microsoft.com/office/drawing/2014/main" id="{510ECF97-3151-1CBD-B367-3318C62157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5223" y="346306"/>
            <a:ext cx="6725841" cy="365442"/>
          </a:xfrm>
        </p:spPr>
        <p:txBody>
          <a:bodyPr spcFirstLastPara="1" wrap="square" lIns="0" tIns="6308" rIns="0" bIns="0" rtlCol="0" anchor="t" anchorCtr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pc="-2" dirty="0" err="1">
                <a:solidFill>
                  <a:schemeClr val="tx1"/>
                </a:solidFill>
              </a:rPr>
              <a:t>Aprendiza</a:t>
            </a:r>
            <a:r>
              <a:rPr lang="en-US" spc="-2" dirty="0" err="1">
                <a:solidFill>
                  <a:schemeClr val="tx1"/>
                </a:solidFill>
              </a:rPr>
              <a:t>gem</a:t>
            </a:r>
            <a:r>
              <a:rPr spc="-21" dirty="0">
                <a:solidFill>
                  <a:schemeClr val="tx1"/>
                </a:solidFill>
              </a:rPr>
              <a:t> </a:t>
            </a:r>
            <a:r>
              <a:rPr spc="-2" dirty="0" err="1">
                <a:solidFill>
                  <a:schemeClr val="tx1"/>
                </a:solidFill>
              </a:rPr>
              <a:t>Supervisionad</a:t>
            </a:r>
            <a:r>
              <a:rPr lang="en-US" spc="-2" dirty="0" err="1">
                <a:solidFill>
                  <a:schemeClr val="tx1"/>
                </a:solidFill>
              </a:rPr>
              <a:t>a</a:t>
            </a:r>
            <a:endParaRPr spc="-2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1" name="Agrupar 214">
            <a:extLst>
              <a:ext uri="{FF2B5EF4-FFF2-40B4-BE49-F238E27FC236}">
                <a16:creationId xmlns:a16="http://schemas.microsoft.com/office/drawing/2014/main" id="{7FD545E5-81B0-D6B6-A20B-ECA1677DC60F}"/>
              </a:ext>
            </a:extLst>
          </p:cNvPr>
          <p:cNvGrpSpPr>
            <a:grpSpLocks/>
          </p:cNvGrpSpPr>
          <p:nvPr/>
        </p:nvGrpSpPr>
        <p:grpSpPr bwMode="auto">
          <a:xfrm>
            <a:off x="2613423" y="1546622"/>
            <a:ext cx="3917156" cy="2705100"/>
            <a:chOff x="1965968" y="854701"/>
            <a:chExt cx="5224436" cy="360713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39AE0D2F-9BEC-023B-B7C0-0F366A03EBE3}"/>
                </a:ext>
              </a:extLst>
            </p:cNvPr>
            <p:cNvSpPr/>
            <p:nvPr/>
          </p:nvSpPr>
          <p:spPr>
            <a:xfrm>
              <a:off x="2146997" y="3452089"/>
              <a:ext cx="4268475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77C98A5-0641-F2F1-6F9B-173D36A559DB}"/>
                </a:ext>
              </a:extLst>
            </p:cNvPr>
            <p:cNvSpPr/>
            <p:nvPr/>
          </p:nvSpPr>
          <p:spPr>
            <a:xfrm>
              <a:off x="2146997" y="2864660"/>
              <a:ext cx="4268475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0DECD5E-F698-FCC9-E545-6D2D76CE6665}"/>
                </a:ext>
              </a:extLst>
            </p:cNvPr>
            <p:cNvSpPr/>
            <p:nvPr/>
          </p:nvSpPr>
          <p:spPr>
            <a:xfrm>
              <a:off x="2146997" y="2275643"/>
              <a:ext cx="4268475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0C9F607-BBA5-B58D-04B1-F899AB9FB95F}"/>
                </a:ext>
              </a:extLst>
            </p:cNvPr>
            <p:cNvSpPr/>
            <p:nvPr/>
          </p:nvSpPr>
          <p:spPr>
            <a:xfrm>
              <a:off x="2146997" y="1688214"/>
              <a:ext cx="4268475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020C2426-B0C4-517A-8B04-BF6137B517C0}"/>
                </a:ext>
              </a:extLst>
            </p:cNvPr>
            <p:cNvSpPr/>
            <p:nvPr/>
          </p:nvSpPr>
          <p:spPr>
            <a:xfrm>
              <a:off x="2146997" y="1102374"/>
              <a:ext cx="4268475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423F5D74-83DD-284A-9CBD-94796A35B86D}"/>
                </a:ext>
              </a:extLst>
            </p:cNvPr>
            <p:cNvSpPr/>
            <p:nvPr/>
          </p:nvSpPr>
          <p:spPr>
            <a:xfrm>
              <a:off x="2146997" y="1102374"/>
              <a:ext cx="0" cy="2937144"/>
            </a:xfrm>
            <a:custGeom>
              <a:avLst/>
              <a:gdLst/>
              <a:ahLst/>
              <a:cxnLst/>
              <a:rect l="l" t="t" r="r" b="b"/>
              <a:pathLst>
                <a:path h="4213860">
                  <a:moveTo>
                    <a:pt x="0" y="4213490"/>
                  </a:moveTo>
                  <a:lnTo>
                    <a:pt x="0" y="0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56CC7E5F-5356-D4C3-B6D8-A6422750E4FA}"/>
                </a:ext>
              </a:extLst>
            </p:cNvPr>
            <p:cNvSpPr/>
            <p:nvPr/>
          </p:nvSpPr>
          <p:spPr>
            <a:xfrm>
              <a:off x="2118414" y="4037929"/>
              <a:ext cx="28584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51143577-6DDB-67FC-784C-44CBA5257C99}"/>
                </a:ext>
              </a:extLst>
            </p:cNvPr>
            <p:cNvSpPr/>
            <p:nvPr/>
          </p:nvSpPr>
          <p:spPr>
            <a:xfrm>
              <a:off x="2118414" y="3452089"/>
              <a:ext cx="28584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1643E607-23AD-948D-BE20-D30B21D19EA1}"/>
                </a:ext>
              </a:extLst>
            </p:cNvPr>
            <p:cNvSpPr/>
            <p:nvPr/>
          </p:nvSpPr>
          <p:spPr>
            <a:xfrm>
              <a:off x="2118414" y="2864660"/>
              <a:ext cx="28584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F5F2B4B8-AFFE-4E5C-85E4-056CB720A17C}"/>
                </a:ext>
              </a:extLst>
            </p:cNvPr>
            <p:cNvSpPr/>
            <p:nvPr/>
          </p:nvSpPr>
          <p:spPr>
            <a:xfrm>
              <a:off x="2118414" y="2275643"/>
              <a:ext cx="28584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6ED629D6-719D-9EFE-085B-9EB6297A3FF1}"/>
                </a:ext>
              </a:extLst>
            </p:cNvPr>
            <p:cNvSpPr/>
            <p:nvPr/>
          </p:nvSpPr>
          <p:spPr>
            <a:xfrm>
              <a:off x="2118414" y="1688214"/>
              <a:ext cx="28584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0B042990-57ED-D586-855A-17C8D85CA0FA}"/>
                </a:ext>
              </a:extLst>
            </p:cNvPr>
            <p:cNvSpPr/>
            <p:nvPr/>
          </p:nvSpPr>
          <p:spPr>
            <a:xfrm>
              <a:off x="2118414" y="1102374"/>
              <a:ext cx="28584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23BB33AF-3E47-523B-3854-08BFD4EBE1CF}"/>
                </a:ext>
              </a:extLst>
            </p:cNvPr>
            <p:cNvSpPr/>
            <p:nvPr/>
          </p:nvSpPr>
          <p:spPr>
            <a:xfrm>
              <a:off x="2146997" y="4039517"/>
              <a:ext cx="4268475" cy="0"/>
            </a:xfrm>
            <a:custGeom>
              <a:avLst/>
              <a:gdLst/>
              <a:ahLst/>
              <a:cxnLst/>
              <a:rect l="l" t="t" r="r" b="b"/>
              <a:pathLst>
                <a:path w="6123305">
                  <a:moveTo>
                    <a:pt x="0" y="0"/>
                  </a:moveTo>
                  <a:lnTo>
                    <a:pt x="612305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86FC0489-43DC-51C6-CF20-8DF3D347CDC4}"/>
                </a:ext>
              </a:extLst>
            </p:cNvPr>
            <p:cNvSpPr/>
            <p:nvPr/>
          </p:nvSpPr>
          <p:spPr>
            <a:xfrm>
              <a:off x="2146997" y="4037929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FD663147-4976-8044-C0DA-816042BF1B86}"/>
                </a:ext>
              </a:extLst>
            </p:cNvPr>
            <p:cNvSpPr/>
            <p:nvPr/>
          </p:nvSpPr>
          <p:spPr>
            <a:xfrm>
              <a:off x="2999739" y="4037929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AC0EBCC2-C1F0-E31F-71EF-0A8DDCDB6852}"/>
                </a:ext>
              </a:extLst>
            </p:cNvPr>
            <p:cNvSpPr/>
            <p:nvPr/>
          </p:nvSpPr>
          <p:spPr>
            <a:xfrm>
              <a:off x="3854069" y="4037929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008A1074-52CA-B7AE-2737-D72A84E4A480}"/>
                </a:ext>
              </a:extLst>
            </p:cNvPr>
            <p:cNvSpPr/>
            <p:nvPr/>
          </p:nvSpPr>
          <p:spPr>
            <a:xfrm>
              <a:off x="4708399" y="4037929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6A4B1665-90D6-4F26-01CF-B6F40E5FECE2}"/>
                </a:ext>
              </a:extLst>
            </p:cNvPr>
            <p:cNvSpPr/>
            <p:nvPr/>
          </p:nvSpPr>
          <p:spPr>
            <a:xfrm>
              <a:off x="5561142" y="4037929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0CE96939-3C1C-D214-E053-16A549A84DF5}"/>
                </a:ext>
              </a:extLst>
            </p:cNvPr>
            <p:cNvSpPr/>
            <p:nvPr/>
          </p:nvSpPr>
          <p:spPr>
            <a:xfrm>
              <a:off x="6413884" y="4037929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6131F20B-95DE-907A-03FC-640E2D1F6C1C}"/>
                </a:ext>
              </a:extLst>
            </p:cNvPr>
            <p:cNvSpPr/>
            <p:nvPr/>
          </p:nvSpPr>
          <p:spPr>
            <a:xfrm>
              <a:off x="2413777" y="1631059"/>
              <a:ext cx="144505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8E6E8309-978F-62AA-C1F1-1DB1E4F2383E}"/>
                </a:ext>
              </a:extLst>
            </p:cNvPr>
            <p:cNvSpPr/>
            <p:nvPr/>
          </p:nvSpPr>
          <p:spPr>
            <a:xfrm>
              <a:off x="2245452" y="1515161"/>
              <a:ext cx="144505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A10E4967-B8D1-D3C0-669D-3A96ECE5261B}"/>
                </a:ext>
              </a:extLst>
            </p:cNvPr>
            <p:cNvSpPr/>
            <p:nvPr/>
          </p:nvSpPr>
          <p:spPr>
            <a:xfrm>
              <a:off x="3609521" y="2220076"/>
              <a:ext cx="144506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70A58B21-67CE-5255-76A8-B99FD318B8AC}"/>
                </a:ext>
              </a:extLst>
            </p:cNvPr>
            <p:cNvSpPr/>
            <p:nvPr/>
          </p:nvSpPr>
          <p:spPr>
            <a:xfrm>
              <a:off x="3268107" y="2104177"/>
              <a:ext cx="144505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03117D34-138E-D48A-563B-2C3C3E5AF21A}"/>
                </a:ext>
              </a:extLst>
            </p:cNvPr>
            <p:cNvSpPr/>
            <p:nvPr/>
          </p:nvSpPr>
          <p:spPr>
            <a:xfrm>
              <a:off x="3609521" y="1396088"/>
              <a:ext cx="144506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2C5C2051-0A3E-D560-24E6-7355D9E82030}"/>
                </a:ext>
              </a:extLst>
            </p:cNvPr>
            <p:cNvSpPr/>
            <p:nvPr/>
          </p:nvSpPr>
          <p:spPr>
            <a:xfrm>
              <a:off x="3609521" y="2104177"/>
              <a:ext cx="144506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0088FB98-3421-4142-EFFC-970D91477ACF}"/>
                </a:ext>
              </a:extLst>
            </p:cNvPr>
            <p:cNvSpPr/>
            <p:nvPr/>
          </p:nvSpPr>
          <p:spPr>
            <a:xfrm>
              <a:off x="2769483" y="1758071"/>
              <a:ext cx="125449" cy="1254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0969CA1C-3C61-9B30-3746-123E0F86DC4F}"/>
                </a:ext>
              </a:extLst>
            </p:cNvPr>
            <p:cNvSpPr/>
            <p:nvPr/>
          </p:nvSpPr>
          <p:spPr>
            <a:xfrm>
              <a:off x="2755191" y="1985104"/>
              <a:ext cx="144506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F07981F1-0A75-FC93-E938-943B83B63E54}"/>
                </a:ext>
              </a:extLst>
            </p:cNvPr>
            <p:cNvSpPr/>
            <p:nvPr/>
          </p:nvSpPr>
          <p:spPr>
            <a:xfrm>
              <a:off x="3609521" y="2453459"/>
              <a:ext cx="144506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829FC486-1479-D3C1-2A5F-04182AF92D58}"/>
                </a:ext>
              </a:extLst>
            </p:cNvPr>
            <p:cNvSpPr/>
            <p:nvPr/>
          </p:nvSpPr>
          <p:spPr>
            <a:xfrm>
              <a:off x="3439608" y="2453459"/>
              <a:ext cx="144505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AC73A70C-9599-2553-42DD-DDC22936FA93}"/>
                </a:ext>
              </a:extLst>
            </p:cNvPr>
            <p:cNvSpPr/>
            <p:nvPr/>
          </p:nvSpPr>
          <p:spPr>
            <a:xfrm>
              <a:off x="3268107" y="2453459"/>
              <a:ext cx="144505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566C2854-A177-F65F-38DA-FC11F1C3244E}"/>
                </a:ext>
              </a:extLst>
            </p:cNvPr>
            <p:cNvSpPr/>
            <p:nvPr/>
          </p:nvSpPr>
          <p:spPr>
            <a:xfrm>
              <a:off x="2413777" y="1396088"/>
              <a:ext cx="144505" cy="2635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2FC0E74E-A5C6-3FFA-0240-83608996C63C}"/>
                </a:ext>
              </a:extLst>
            </p:cNvPr>
            <p:cNvSpPr/>
            <p:nvPr/>
          </p:nvSpPr>
          <p:spPr>
            <a:xfrm>
              <a:off x="3439608" y="1396088"/>
              <a:ext cx="144505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0EBF3F9D-E7C6-C539-1E69-E61FE75E2AAD}"/>
                </a:ext>
              </a:extLst>
            </p:cNvPr>
            <p:cNvSpPr/>
            <p:nvPr/>
          </p:nvSpPr>
          <p:spPr>
            <a:xfrm>
              <a:off x="3096606" y="2104177"/>
              <a:ext cx="146094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F094D7C0-047D-DF24-1F2C-160828255032}"/>
                </a:ext>
              </a:extLst>
            </p:cNvPr>
            <p:cNvSpPr/>
            <p:nvPr/>
          </p:nvSpPr>
          <p:spPr>
            <a:xfrm>
              <a:off x="3268107" y="1985104"/>
              <a:ext cx="144505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564C714A-6D0F-E457-E6F0-D333439DABD5}"/>
                </a:ext>
              </a:extLst>
            </p:cNvPr>
            <p:cNvSpPr/>
            <p:nvPr/>
          </p:nvSpPr>
          <p:spPr>
            <a:xfrm>
              <a:off x="2926692" y="1631059"/>
              <a:ext cx="144506" cy="38262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BFE038C8-16CE-36EB-CF48-CE55D188F6C2}"/>
                </a:ext>
              </a:extLst>
            </p:cNvPr>
            <p:cNvSpPr/>
            <p:nvPr/>
          </p:nvSpPr>
          <p:spPr>
            <a:xfrm>
              <a:off x="3453900" y="1993042"/>
              <a:ext cx="123862" cy="24291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C4C7D790-5FBF-C877-7688-CDABA3D0193B}"/>
                </a:ext>
              </a:extLst>
            </p:cNvPr>
            <p:cNvSpPr/>
            <p:nvPr/>
          </p:nvSpPr>
          <p:spPr>
            <a:xfrm>
              <a:off x="2428068" y="1993042"/>
              <a:ext cx="123862" cy="1254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D31EE363-5954-2E81-196B-613F03F9F192}"/>
                </a:ext>
              </a:extLst>
            </p:cNvPr>
            <p:cNvSpPr/>
            <p:nvPr/>
          </p:nvSpPr>
          <p:spPr>
            <a:xfrm>
              <a:off x="2245452" y="1631059"/>
              <a:ext cx="144505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A198BECB-9839-4EAA-A283-D24726D2F5F1}"/>
                </a:ext>
              </a:extLst>
            </p:cNvPr>
            <p:cNvSpPr/>
            <p:nvPr/>
          </p:nvSpPr>
          <p:spPr>
            <a:xfrm>
              <a:off x="3096606" y="1515161"/>
              <a:ext cx="146094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EE56DFAC-118E-F9E1-7E5E-ED2FAC11D9B4}"/>
                </a:ext>
              </a:extLst>
            </p:cNvPr>
            <p:cNvSpPr/>
            <p:nvPr/>
          </p:nvSpPr>
          <p:spPr>
            <a:xfrm>
              <a:off x="3795315" y="1405613"/>
              <a:ext cx="123862" cy="1238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C77E6EA3-B358-C023-6FE2-20AC6220F109}"/>
                </a:ext>
              </a:extLst>
            </p:cNvPr>
            <p:cNvSpPr/>
            <p:nvPr/>
          </p:nvSpPr>
          <p:spPr>
            <a:xfrm>
              <a:off x="2755191" y="2220076"/>
              <a:ext cx="144506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75E660EC-53AF-7C6D-F0D5-5852D68900F2}"/>
                </a:ext>
              </a:extLst>
            </p:cNvPr>
            <p:cNvSpPr/>
            <p:nvPr/>
          </p:nvSpPr>
          <p:spPr>
            <a:xfrm>
              <a:off x="3439608" y="1985104"/>
              <a:ext cx="144505" cy="14447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0312ACDC-A8F4-83C8-7A35-D9502141E237}"/>
                </a:ext>
              </a:extLst>
            </p:cNvPr>
            <p:cNvSpPr/>
            <p:nvPr/>
          </p:nvSpPr>
          <p:spPr>
            <a:xfrm>
              <a:off x="2245452" y="2104177"/>
              <a:ext cx="144505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BC6CB8E0-C9A3-B744-CCA6-578429DEF355}"/>
                </a:ext>
              </a:extLst>
            </p:cNvPr>
            <p:cNvSpPr/>
            <p:nvPr/>
          </p:nvSpPr>
          <p:spPr>
            <a:xfrm>
              <a:off x="2413777" y="1869206"/>
              <a:ext cx="144505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A3FE9B3B-7A3C-1D0B-58CD-343060040B94}"/>
                </a:ext>
              </a:extLst>
            </p:cNvPr>
            <p:cNvSpPr/>
            <p:nvPr/>
          </p:nvSpPr>
          <p:spPr>
            <a:xfrm>
              <a:off x="3439608" y="1631059"/>
              <a:ext cx="144505" cy="2635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F1DED13A-0FCD-816F-ED17-D3C4DFF6F674}"/>
                </a:ext>
              </a:extLst>
            </p:cNvPr>
            <p:cNvSpPr/>
            <p:nvPr/>
          </p:nvSpPr>
          <p:spPr>
            <a:xfrm>
              <a:off x="3096606" y="1869206"/>
              <a:ext cx="146094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948BD7E3-7075-B23B-A91F-9743DEA0D53D}"/>
                </a:ext>
              </a:extLst>
            </p:cNvPr>
            <p:cNvSpPr/>
            <p:nvPr/>
          </p:nvSpPr>
          <p:spPr>
            <a:xfrm>
              <a:off x="3110897" y="2347088"/>
              <a:ext cx="125450" cy="1238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56887D76-0F35-C44A-CCEA-3BB7B9A8989E}"/>
                </a:ext>
              </a:extLst>
            </p:cNvPr>
            <p:cNvSpPr/>
            <p:nvPr/>
          </p:nvSpPr>
          <p:spPr>
            <a:xfrm>
              <a:off x="3268107" y="1515161"/>
              <a:ext cx="144505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E2C21687-7FEF-FE66-9DE3-085D7D90332D}"/>
                </a:ext>
              </a:extLst>
            </p:cNvPr>
            <p:cNvSpPr/>
            <p:nvPr/>
          </p:nvSpPr>
          <p:spPr>
            <a:xfrm>
              <a:off x="2583690" y="2220076"/>
              <a:ext cx="146094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EF560FC1-54EE-9AC3-A54A-D13C84A06205}"/>
                </a:ext>
              </a:extLst>
            </p:cNvPr>
            <p:cNvSpPr/>
            <p:nvPr/>
          </p:nvSpPr>
          <p:spPr>
            <a:xfrm>
              <a:off x="2583690" y="1631059"/>
              <a:ext cx="146094" cy="38262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237A64E3-9C65-DC6A-306A-A4A02C3A79EB}"/>
                </a:ext>
              </a:extLst>
            </p:cNvPr>
            <p:cNvSpPr/>
            <p:nvPr/>
          </p:nvSpPr>
          <p:spPr>
            <a:xfrm>
              <a:off x="3268107" y="2220076"/>
              <a:ext cx="144505" cy="2635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4B689C0C-9BF0-5ECE-23E8-090BF1E71D58}"/>
                </a:ext>
              </a:extLst>
            </p:cNvPr>
            <p:cNvSpPr/>
            <p:nvPr/>
          </p:nvSpPr>
          <p:spPr>
            <a:xfrm>
              <a:off x="2926692" y="1396088"/>
              <a:ext cx="144506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D10C562D-5A91-3741-5B0C-529EBE6B4A6A}"/>
                </a:ext>
              </a:extLst>
            </p:cNvPr>
            <p:cNvSpPr/>
            <p:nvPr/>
          </p:nvSpPr>
          <p:spPr>
            <a:xfrm>
              <a:off x="3795315" y="2462985"/>
              <a:ext cx="123862" cy="1238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4F277663-1542-9797-303A-11A5A6D1CC9E}"/>
                </a:ext>
              </a:extLst>
            </p:cNvPr>
            <p:cNvSpPr/>
            <p:nvPr/>
          </p:nvSpPr>
          <p:spPr>
            <a:xfrm>
              <a:off x="2926692" y="2220076"/>
              <a:ext cx="144506" cy="2635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2A205340-4E74-E261-E2C4-ABCDD217FF60}"/>
                </a:ext>
              </a:extLst>
            </p:cNvPr>
            <p:cNvSpPr/>
            <p:nvPr/>
          </p:nvSpPr>
          <p:spPr>
            <a:xfrm>
              <a:off x="2428068" y="2462985"/>
              <a:ext cx="123862" cy="1238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E36D8517-0A0B-1D14-7ECE-2E86935D47B0}"/>
                </a:ext>
              </a:extLst>
            </p:cNvPr>
            <p:cNvSpPr/>
            <p:nvPr/>
          </p:nvSpPr>
          <p:spPr>
            <a:xfrm>
              <a:off x="2583690" y="1396088"/>
              <a:ext cx="146094" cy="26354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4624B1E7-AF3E-2FF6-4CCE-F6F2EB902B0D}"/>
                </a:ext>
              </a:extLst>
            </p:cNvPr>
            <p:cNvSpPr/>
            <p:nvPr/>
          </p:nvSpPr>
          <p:spPr>
            <a:xfrm>
              <a:off x="2245452" y="2453459"/>
              <a:ext cx="144505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EE0333F2-37BE-CC5D-8130-895FABCA761C}"/>
                </a:ext>
              </a:extLst>
            </p:cNvPr>
            <p:cNvSpPr/>
            <p:nvPr/>
          </p:nvSpPr>
          <p:spPr>
            <a:xfrm>
              <a:off x="2583690" y="1985104"/>
              <a:ext cx="146094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F2CE5FA0-BF2C-3C90-2D79-C54B35C3F124}"/>
                </a:ext>
              </a:extLst>
            </p:cNvPr>
            <p:cNvSpPr/>
            <p:nvPr/>
          </p:nvSpPr>
          <p:spPr>
            <a:xfrm>
              <a:off x="4803678" y="2807505"/>
              <a:ext cx="144506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E4DBD6D0-2882-99D3-06CF-7F33C6068CCD}"/>
                </a:ext>
              </a:extLst>
            </p:cNvPr>
            <p:cNvSpPr/>
            <p:nvPr/>
          </p:nvSpPr>
          <p:spPr>
            <a:xfrm>
              <a:off x="5488095" y="3161549"/>
              <a:ext cx="144505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A5FD9676-220B-AC8B-1BBD-05BD6B36336B}"/>
                </a:ext>
              </a:extLst>
            </p:cNvPr>
            <p:cNvSpPr/>
            <p:nvPr/>
          </p:nvSpPr>
          <p:spPr>
            <a:xfrm>
              <a:off x="4463851" y="2807505"/>
              <a:ext cx="146094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76FA6E26-1E3B-06C0-C8C7-A8667A336DE2}"/>
                </a:ext>
              </a:extLst>
            </p:cNvPr>
            <p:cNvSpPr/>
            <p:nvPr/>
          </p:nvSpPr>
          <p:spPr>
            <a:xfrm>
              <a:off x="4635353" y="3277448"/>
              <a:ext cx="144506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562C0969-DF08-3CEF-156D-93849043D065}"/>
                </a:ext>
              </a:extLst>
            </p:cNvPr>
            <p:cNvSpPr/>
            <p:nvPr/>
          </p:nvSpPr>
          <p:spPr>
            <a:xfrm>
              <a:off x="4975179" y="3864876"/>
              <a:ext cx="144506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06BC7171-DA6B-7CBB-765F-2A3FBB651F6A}"/>
                </a:ext>
              </a:extLst>
            </p:cNvPr>
            <p:cNvSpPr/>
            <p:nvPr/>
          </p:nvSpPr>
          <p:spPr>
            <a:xfrm>
              <a:off x="5145093" y="3277448"/>
              <a:ext cx="144505" cy="26354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F5A69DEF-DE12-582F-561B-252408FCB101}"/>
                </a:ext>
              </a:extLst>
            </p:cNvPr>
            <p:cNvSpPr/>
            <p:nvPr/>
          </p:nvSpPr>
          <p:spPr>
            <a:xfrm>
              <a:off x="4301878" y="2926578"/>
              <a:ext cx="133390" cy="36992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8224FFC9-9B5F-5F20-5C15-2ECE5D2DC104}"/>
                </a:ext>
              </a:extLst>
            </p:cNvPr>
            <p:cNvSpPr/>
            <p:nvPr/>
          </p:nvSpPr>
          <p:spPr>
            <a:xfrm>
              <a:off x="4803678" y="3510831"/>
              <a:ext cx="144506" cy="14606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9" name="object 69">
              <a:extLst>
                <a:ext uri="{FF2B5EF4-FFF2-40B4-BE49-F238E27FC236}">
                  <a16:creationId xmlns:a16="http://schemas.microsoft.com/office/drawing/2014/main" id="{80049416-C34F-7E81-1444-B96810E8E9DD}"/>
                </a:ext>
              </a:extLst>
            </p:cNvPr>
            <p:cNvSpPr/>
            <p:nvPr/>
          </p:nvSpPr>
          <p:spPr>
            <a:xfrm>
              <a:off x="5667536" y="3748978"/>
              <a:ext cx="133390" cy="252436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0" name="object 70">
              <a:extLst>
                <a:ext uri="{FF2B5EF4-FFF2-40B4-BE49-F238E27FC236}">
                  <a16:creationId xmlns:a16="http://schemas.microsoft.com/office/drawing/2014/main" id="{CB01D3E2-8832-0CE6-0CC7-851118DF0346}"/>
                </a:ext>
              </a:extLst>
            </p:cNvPr>
            <p:cNvSpPr/>
            <p:nvPr/>
          </p:nvSpPr>
          <p:spPr>
            <a:xfrm>
              <a:off x="4293939" y="2807505"/>
              <a:ext cx="144505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6D6A55E8-56A7-54B8-C9A7-C69E54B4EF2B}"/>
                </a:ext>
              </a:extLst>
            </p:cNvPr>
            <p:cNvSpPr/>
            <p:nvPr/>
          </p:nvSpPr>
          <p:spPr>
            <a:xfrm>
              <a:off x="4635353" y="3745802"/>
              <a:ext cx="144506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2" name="object 72">
              <a:extLst>
                <a:ext uri="{FF2B5EF4-FFF2-40B4-BE49-F238E27FC236}">
                  <a16:creationId xmlns:a16="http://schemas.microsoft.com/office/drawing/2014/main" id="{9250C1C0-A6CA-110E-05D4-137CA793736B}"/>
                </a:ext>
              </a:extLst>
            </p:cNvPr>
            <p:cNvSpPr/>
            <p:nvPr/>
          </p:nvSpPr>
          <p:spPr>
            <a:xfrm>
              <a:off x="4975179" y="3277448"/>
              <a:ext cx="144506" cy="26354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3" name="object 73">
              <a:extLst>
                <a:ext uri="{FF2B5EF4-FFF2-40B4-BE49-F238E27FC236}">
                  <a16:creationId xmlns:a16="http://schemas.microsoft.com/office/drawing/2014/main" id="{4BC5EA4E-1683-8B9C-043F-870FA349E58E}"/>
                </a:ext>
              </a:extLst>
            </p:cNvPr>
            <p:cNvSpPr/>
            <p:nvPr/>
          </p:nvSpPr>
          <p:spPr>
            <a:xfrm>
              <a:off x="5837450" y="2926578"/>
              <a:ext cx="133390" cy="36992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4" name="object 74">
              <a:extLst>
                <a:ext uri="{FF2B5EF4-FFF2-40B4-BE49-F238E27FC236}">
                  <a16:creationId xmlns:a16="http://schemas.microsoft.com/office/drawing/2014/main" id="{CA4C0A49-1A14-650E-DE01-81ED400288BD}"/>
                </a:ext>
              </a:extLst>
            </p:cNvPr>
            <p:cNvSpPr/>
            <p:nvPr/>
          </p:nvSpPr>
          <p:spPr>
            <a:xfrm>
              <a:off x="4301878" y="3748978"/>
              <a:ext cx="133390" cy="252436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5" name="object 75">
              <a:extLst>
                <a:ext uri="{FF2B5EF4-FFF2-40B4-BE49-F238E27FC236}">
                  <a16:creationId xmlns:a16="http://schemas.microsoft.com/office/drawing/2014/main" id="{FE4BF1FB-4D89-E79F-7916-263F8F5CB63C}"/>
                </a:ext>
              </a:extLst>
            </p:cNvPr>
            <p:cNvSpPr/>
            <p:nvPr/>
          </p:nvSpPr>
          <p:spPr>
            <a:xfrm>
              <a:off x="4463851" y="3042476"/>
              <a:ext cx="146094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6" name="object 76">
              <a:extLst>
                <a:ext uri="{FF2B5EF4-FFF2-40B4-BE49-F238E27FC236}">
                  <a16:creationId xmlns:a16="http://schemas.microsoft.com/office/drawing/2014/main" id="{EDCD16E7-3720-3AD3-3137-BB7C97A05B4E}"/>
                </a:ext>
              </a:extLst>
            </p:cNvPr>
            <p:cNvSpPr/>
            <p:nvPr/>
          </p:nvSpPr>
          <p:spPr>
            <a:xfrm>
              <a:off x="4635353" y="3042476"/>
              <a:ext cx="144506" cy="26354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7" name="object 77">
              <a:extLst>
                <a:ext uri="{FF2B5EF4-FFF2-40B4-BE49-F238E27FC236}">
                  <a16:creationId xmlns:a16="http://schemas.microsoft.com/office/drawing/2014/main" id="{174BAFC9-5089-034C-83CD-48E20BFDFB6F}"/>
                </a:ext>
              </a:extLst>
            </p:cNvPr>
            <p:cNvSpPr/>
            <p:nvPr/>
          </p:nvSpPr>
          <p:spPr>
            <a:xfrm>
              <a:off x="5488095" y="2807505"/>
              <a:ext cx="144505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8" name="object 78">
              <a:extLst>
                <a:ext uri="{FF2B5EF4-FFF2-40B4-BE49-F238E27FC236}">
                  <a16:creationId xmlns:a16="http://schemas.microsoft.com/office/drawing/2014/main" id="{02AB69BB-F25E-9B65-146E-A6F088C5A3A7}"/>
                </a:ext>
              </a:extLst>
            </p:cNvPr>
            <p:cNvSpPr/>
            <p:nvPr/>
          </p:nvSpPr>
          <p:spPr>
            <a:xfrm>
              <a:off x="4975179" y="3629905"/>
              <a:ext cx="144506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9" name="object 79">
              <a:extLst>
                <a:ext uri="{FF2B5EF4-FFF2-40B4-BE49-F238E27FC236}">
                  <a16:creationId xmlns:a16="http://schemas.microsoft.com/office/drawing/2014/main" id="{44A77E59-A18B-FEDD-D6E2-C78E9A155940}"/>
                </a:ext>
              </a:extLst>
            </p:cNvPr>
            <p:cNvSpPr/>
            <p:nvPr/>
          </p:nvSpPr>
          <p:spPr>
            <a:xfrm>
              <a:off x="5667536" y="2926578"/>
              <a:ext cx="133390" cy="252436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0" name="object 80">
              <a:extLst>
                <a:ext uri="{FF2B5EF4-FFF2-40B4-BE49-F238E27FC236}">
                  <a16:creationId xmlns:a16="http://schemas.microsoft.com/office/drawing/2014/main" id="{5C7FFB37-04FD-B023-BE50-5062B851D74D}"/>
                </a:ext>
              </a:extLst>
            </p:cNvPr>
            <p:cNvSpPr/>
            <p:nvPr/>
          </p:nvSpPr>
          <p:spPr>
            <a:xfrm>
              <a:off x="4293939" y="3745802"/>
              <a:ext cx="144505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1" name="object 81">
              <a:extLst>
                <a:ext uri="{FF2B5EF4-FFF2-40B4-BE49-F238E27FC236}">
                  <a16:creationId xmlns:a16="http://schemas.microsoft.com/office/drawing/2014/main" id="{B19B3613-647F-5C08-DEC6-547A78AF05CF}"/>
                </a:ext>
              </a:extLst>
            </p:cNvPr>
            <p:cNvSpPr/>
            <p:nvPr/>
          </p:nvSpPr>
          <p:spPr>
            <a:xfrm>
              <a:off x="5496035" y="3748978"/>
              <a:ext cx="133390" cy="133362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2" name="object 82">
              <a:extLst>
                <a:ext uri="{FF2B5EF4-FFF2-40B4-BE49-F238E27FC236}">
                  <a16:creationId xmlns:a16="http://schemas.microsoft.com/office/drawing/2014/main" id="{DC9832B7-0987-3458-04FE-DDC086AA4F0B}"/>
                </a:ext>
              </a:extLst>
            </p:cNvPr>
            <p:cNvSpPr/>
            <p:nvPr/>
          </p:nvSpPr>
          <p:spPr>
            <a:xfrm>
              <a:off x="5316594" y="3161549"/>
              <a:ext cx="144505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3" name="object 83">
              <a:extLst>
                <a:ext uri="{FF2B5EF4-FFF2-40B4-BE49-F238E27FC236}">
                  <a16:creationId xmlns:a16="http://schemas.microsoft.com/office/drawing/2014/main" id="{5DD89EE2-E06C-F8CD-DAA2-F9C1DC364954}"/>
                </a:ext>
              </a:extLst>
            </p:cNvPr>
            <p:cNvSpPr/>
            <p:nvPr/>
          </p:nvSpPr>
          <p:spPr>
            <a:xfrm>
              <a:off x="4463851" y="3277448"/>
              <a:ext cx="146094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4" name="object 84">
              <a:extLst>
                <a:ext uri="{FF2B5EF4-FFF2-40B4-BE49-F238E27FC236}">
                  <a16:creationId xmlns:a16="http://schemas.microsoft.com/office/drawing/2014/main" id="{C9D7A57C-2F4D-E3D1-C2B6-6B603C65B814}"/>
                </a:ext>
              </a:extLst>
            </p:cNvPr>
            <p:cNvSpPr/>
            <p:nvPr/>
          </p:nvSpPr>
          <p:spPr>
            <a:xfrm>
              <a:off x="4811618" y="3045651"/>
              <a:ext cx="133390" cy="25084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5" name="object 85">
              <a:extLst>
                <a:ext uri="{FF2B5EF4-FFF2-40B4-BE49-F238E27FC236}">
                  <a16:creationId xmlns:a16="http://schemas.microsoft.com/office/drawing/2014/main" id="{582D3030-B308-862C-B45C-A2A06E680535}"/>
                </a:ext>
              </a:extLst>
            </p:cNvPr>
            <p:cNvSpPr/>
            <p:nvPr/>
          </p:nvSpPr>
          <p:spPr>
            <a:xfrm>
              <a:off x="4463851" y="3864876"/>
              <a:ext cx="146094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6" name="object 86">
              <a:extLst>
                <a:ext uri="{FF2B5EF4-FFF2-40B4-BE49-F238E27FC236}">
                  <a16:creationId xmlns:a16="http://schemas.microsoft.com/office/drawing/2014/main" id="{B0190BF0-D768-1C9C-9439-9809BA7538B9}"/>
                </a:ext>
              </a:extLst>
            </p:cNvPr>
            <p:cNvSpPr/>
            <p:nvPr/>
          </p:nvSpPr>
          <p:spPr>
            <a:xfrm>
              <a:off x="5316594" y="3277448"/>
              <a:ext cx="144505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7" name="object 87">
              <a:extLst>
                <a:ext uri="{FF2B5EF4-FFF2-40B4-BE49-F238E27FC236}">
                  <a16:creationId xmlns:a16="http://schemas.microsoft.com/office/drawing/2014/main" id="{2F86A1BE-6158-6BB8-A10B-16F2E3A0CCB5}"/>
                </a:ext>
              </a:extLst>
            </p:cNvPr>
            <p:cNvSpPr/>
            <p:nvPr/>
          </p:nvSpPr>
          <p:spPr>
            <a:xfrm>
              <a:off x="4635353" y="3510831"/>
              <a:ext cx="144506" cy="26354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12F4E22B-7768-D718-F692-96D9D9400A22}"/>
                </a:ext>
              </a:extLst>
            </p:cNvPr>
            <p:cNvSpPr/>
            <p:nvPr/>
          </p:nvSpPr>
          <p:spPr>
            <a:xfrm>
              <a:off x="4635353" y="3277448"/>
              <a:ext cx="144506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05D0187B-C6F8-7ABC-47BF-804F7EC3CFF0}"/>
                </a:ext>
              </a:extLst>
            </p:cNvPr>
            <p:cNvSpPr/>
            <p:nvPr/>
          </p:nvSpPr>
          <p:spPr>
            <a:xfrm>
              <a:off x="5658008" y="3510831"/>
              <a:ext cx="144506" cy="26354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E0BDE7DE-75E9-A46E-B533-BE033D201EC1}"/>
                </a:ext>
              </a:extLst>
            </p:cNvPr>
            <p:cNvSpPr/>
            <p:nvPr/>
          </p:nvSpPr>
          <p:spPr>
            <a:xfrm>
              <a:off x="4635353" y="2807505"/>
              <a:ext cx="144506" cy="14447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1" name="object 91">
              <a:extLst>
                <a:ext uri="{FF2B5EF4-FFF2-40B4-BE49-F238E27FC236}">
                  <a16:creationId xmlns:a16="http://schemas.microsoft.com/office/drawing/2014/main" id="{16339583-7F0A-7252-8DA4-D12A305CFF07}"/>
                </a:ext>
              </a:extLst>
            </p:cNvPr>
            <p:cNvSpPr/>
            <p:nvPr/>
          </p:nvSpPr>
          <p:spPr>
            <a:xfrm>
              <a:off x="4293939" y="3042476"/>
              <a:ext cx="144505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2" name="object 92">
              <a:extLst>
                <a:ext uri="{FF2B5EF4-FFF2-40B4-BE49-F238E27FC236}">
                  <a16:creationId xmlns:a16="http://schemas.microsoft.com/office/drawing/2014/main" id="{6DF4FEAA-7C5F-980D-857D-89B959340C20}"/>
                </a:ext>
              </a:extLst>
            </p:cNvPr>
            <p:cNvSpPr/>
            <p:nvPr/>
          </p:nvSpPr>
          <p:spPr>
            <a:xfrm>
              <a:off x="4983119" y="3045651"/>
              <a:ext cx="133390" cy="13336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3" name="object 93">
              <a:extLst>
                <a:ext uri="{FF2B5EF4-FFF2-40B4-BE49-F238E27FC236}">
                  <a16:creationId xmlns:a16="http://schemas.microsoft.com/office/drawing/2014/main" id="{396F9641-4F38-5A9C-5FFF-1B5EC8D3719C}"/>
                </a:ext>
              </a:extLst>
            </p:cNvPr>
            <p:cNvSpPr/>
            <p:nvPr/>
          </p:nvSpPr>
          <p:spPr>
            <a:xfrm>
              <a:off x="5324533" y="3514006"/>
              <a:ext cx="133390" cy="13336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4" name="object 94">
              <a:extLst>
                <a:ext uri="{FF2B5EF4-FFF2-40B4-BE49-F238E27FC236}">
                  <a16:creationId xmlns:a16="http://schemas.microsoft.com/office/drawing/2014/main" id="{C2659E1B-3028-41BE-C45D-F85D882A46E8}"/>
                </a:ext>
              </a:extLst>
            </p:cNvPr>
            <p:cNvSpPr/>
            <p:nvPr/>
          </p:nvSpPr>
          <p:spPr>
            <a:xfrm>
              <a:off x="5324533" y="3748978"/>
              <a:ext cx="133390" cy="252436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5" name="object 95">
              <a:extLst>
                <a:ext uri="{FF2B5EF4-FFF2-40B4-BE49-F238E27FC236}">
                  <a16:creationId xmlns:a16="http://schemas.microsoft.com/office/drawing/2014/main" id="{125BA9BB-36E6-43DD-ECA6-D69600B7938E}"/>
                </a:ext>
              </a:extLst>
            </p:cNvPr>
            <p:cNvSpPr/>
            <p:nvPr/>
          </p:nvSpPr>
          <p:spPr>
            <a:xfrm>
              <a:off x="2442360" y="1642173"/>
              <a:ext cx="90514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6" name="object 96">
              <a:extLst>
                <a:ext uri="{FF2B5EF4-FFF2-40B4-BE49-F238E27FC236}">
                  <a16:creationId xmlns:a16="http://schemas.microsoft.com/office/drawing/2014/main" id="{961A11DD-9B3A-6C01-A0C9-0873EA70D9D0}"/>
                </a:ext>
              </a:extLst>
            </p:cNvPr>
            <p:cNvSpPr/>
            <p:nvPr/>
          </p:nvSpPr>
          <p:spPr>
            <a:xfrm>
              <a:off x="2274035" y="1526274"/>
              <a:ext cx="90514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7" name="object 97">
              <a:extLst>
                <a:ext uri="{FF2B5EF4-FFF2-40B4-BE49-F238E27FC236}">
                  <a16:creationId xmlns:a16="http://schemas.microsoft.com/office/drawing/2014/main" id="{136E687D-469C-7DEC-0156-0BC4C176AEB4}"/>
                </a:ext>
              </a:extLst>
            </p:cNvPr>
            <p:cNvSpPr/>
            <p:nvPr/>
          </p:nvSpPr>
          <p:spPr>
            <a:xfrm>
              <a:off x="3639693" y="2231189"/>
              <a:ext cx="8892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8" name="object 98">
              <a:extLst>
                <a:ext uri="{FF2B5EF4-FFF2-40B4-BE49-F238E27FC236}">
                  <a16:creationId xmlns:a16="http://schemas.microsoft.com/office/drawing/2014/main" id="{B6783DED-F537-472A-5968-A61CF946929D}"/>
                </a:ext>
              </a:extLst>
            </p:cNvPr>
            <p:cNvSpPr/>
            <p:nvPr/>
          </p:nvSpPr>
          <p:spPr>
            <a:xfrm>
              <a:off x="3296691" y="2115291"/>
              <a:ext cx="90514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9" name="object 99">
              <a:extLst>
                <a:ext uri="{FF2B5EF4-FFF2-40B4-BE49-F238E27FC236}">
                  <a16:creationId xmlns:a16="http://schemas.microsoft.com/office/drawing/2014/main" id="{F3AB38B0-29A8-54A7-1E6A-1465F36C6583}"/>
                </a:ext>
              </a:extLst>
            </p:cNvPr>
            <p:cNvSpPr/>
            <p:nvPr/>
          </p:nvSpPr>
          <p:spPr>
            <a:xfrm>
              <a:off x="3639693" y="1408789"/>
              <a:ext cx="8892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0" name="object 100">
              <a:extLst>
                <a:ext uri="{FF2B5EF4-FFF2-40B4-BE49-F238E27FC236}">
                  <a16:creationId xmlns:a16="http://schemas.microsoft.com/office/drawing/2014/main" id="{48BE0772-CF61-CF70-832F-E60084E13252}"/>
                </a:ext>
              </a:extLst>
            </p:cNvPr>
            <p:cNvSpPr/>
            <p:nvPr/>
          </p:nvSpPr>
          <p:spPr>
            <a:xfrm>
              <a:off x="3639693" y="2115291"/>
              <a:ext cx="8892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1" name="object 101">
              <a:extLst>
                <a:ext uri="{FF2B5EF4-FFF2-40B4-BE49-F238E27FC236}">
                  <a16:creationId xmlns:a16="http://schemas.microsoft.com/office/drawing/2014/main" id="{BCEA20E7-97B4-3D0D-56BC-CE237BEA26FB}"/>
                </a:ext>
              </a:extLst>
            </p:cNvPr>
            <p:cNvSpPr/>
            <p:nvPr/>
          </p:nvSpPr>
          <p:spPr>
            <a:xfrm>
              <a:off x="2783774" y="1761246"/>
              <a:ext cx="90515" cy="9049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2" name="object 102">
              <a:extLst>
                <a:ext uri="{FF2B5EF4-FFF2-40B4-BE49-F238E27FC236}">
                  <a16:creationId xmlns:a16="http://schemas.microsoft.com/office/drawing/2014/main" id="{569C6574-5688-C59D-2C36-6C89A616C531}"/>
                </a:ext>
              </a:extLst>
            </p:cNvPr>
            <p:cNvSpPr/>
            <p:nvPr/>
          </p:nvSpPr>
          <p:spPr>
            <a:xfrm>
              <a:off x="2955276" y="1880320"/>
              <a:ext cx="88927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3" name="object 103">
              <a:extLst>
                <a:ext uri="{FF2B5EF4-FFF2-40B4-BE49-F238E27FC236}">
                  <a16:creationId xmlns:a16="http://schemas.microsoft.com/office/drawing/2014/main" id="{A1BDDA66-78A6-C0FE-75FC-E338CD200F29}"/>
                </a:ext>
              </a:extLst>
            </p:cNvPr>
            <p:cNvSpPr/>
            <p:nvPr/>
          </p:nvSpPr>
          <p:spPr>
            <a:xfrm>
              <a:off x="2955276" y="1642173"/>
              <a:ext cx="88927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4" name="object 104">
              <a:extLst>
                <a:ext uri="{FF2B5EF4-FFF2-40B4-BE49-F238E27FC236}">
                  <a16:creationId xmlns:a16="http://schemas.microsoft.com/office/drawing/2014/main" id="{6F6B56F5-333C-E7D4-E87C-4774C1CF696D}"/>
                </a:ext>
              </a:extLst>
            </p:cNvPr>
            <p:cNvSpPr/>
            <p:nvPr/>
          </p:nvSpPr>
          <p:spPr>
            <a:xfrm>
              <a:off x="2783774" y="1996217"/>
              <a:ext cx="90515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5" name="object 105">
              <a:extLst>
                <a:ext uri="{FF2B5EF4-FFF2-40B4-BE49-F238E27FC236}">
                  <a16:creationId xmlns:a16="http://schemas.microsoft.com/office/drawing/2014/main" id="{A060350E-DF5F-63E3-2469-208E5546A203}"/>
                </a:ext>
              </a:extLst>
            </p:cNvPr>
            <p:cNvSpPr/>
            <p:nvPr/>
          </p:nvSpPr>
          <p:spPr>
            <a:xfrm>
              <a:off x="3639693" y="2466160"/>
              <a:ext cx="8892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6" name="object 106">
              <a:extLst>
                <a:ext uri="{FF2B5EF4-FFF2-40B4-BE49-F238E27FC236}">
                  <a16:creationId xmlns:a16="http://schemas.microsoft.com/office/drawing/2014/main" id="{81565DF6-51C8-1A6F-0448-563451714B23}"/>
                </a:ext>
              </a:extLst>
            </p:cNvPr>
            <p:cNvSpPr/>
            <p:nvPr/>
          </p:nvSpPr>
          <p:spPr>
            <a:xfrm>
              <a:off x="3468192" y="1761246"/>
              <a:ext cx="88927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7" name="object 107">
              <a:extLst>
                <a:ext uri="{FF2B5EF4-FFF2-40B4-BE49-F238E27FC236}">
                  <a16:creationId xmlns:a16="http://schemas.microsoft.com/office/drawing/2014/main" id="{A5568B89-221E-B56D-8E52-B273139B655A}"/>
                </a:ext>
              </a:extLst>
            </p:cNvPr>
            <p:cNvSpPr/>
            <p:nvPr/>
          </p:nvSpPr>
          <p:spPr>
            <a:xfrm>
              <a:off x="2442360" y="1408789"/>
              <a:ext cx="90514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8" name="object 108">
              <a:extLst>
                <a:ext uri="{FF2B5EF4-FFF2-40B4-BE49-F238E27FC236}">
                  <a16:creationId xmlns:a16="http://schemas.microsoft.com/office/drawing/2014/main" id="{90B9CF85-FFA3-3053-C8F2-E3803B2E4F73}"/>
                </a:ext>
              </a:extLst>
            </p:cNvPr>
            <p:cNvSpPr/>
            <p:nvPr/>
          </p:nvSpPr>
          <p:spPr>
            <a:xfrm>
              <a:off x="3468192" y="2115291"/>
              <a:ext cx="8892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9" name="object 109">
              <a:extLst>
                <a:ext uri="{FF2B5EF4-FFF2-40B4-BE49-F238E27FC236}">
                  <a16:creationId xmlns:a16="http://schemas.microsoft.com/office/drawing/2014/main" id="{0EC4AAF4-FBE9-728D-0C24-4AF94DB30864}"/>
                </a:ext>
              </a:extLst>
            </p:cNvPr>
            <p:cNvSpPr/>
            <p:nvPr/>
          </p:nvSpPr>
          <p:spPr>
            <a:xfrm>
              <a:off x="3296691" y="2231189"/>
              <a:ext cx="90514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0" name="object 110">
              <a:extLst>
                <a:ext uri="{FF2B5EF4-FFF2-40B4-BE49-F238E27FC236}">
                  <a16:creationId xmlns:a16="http://schemas.microsoft.com/office/drawing/2014/main" id="{BF81C33C-2DD2-2AF2-ECA4-3D7EB4A1D79A}"/>
                </a:ext>
              </a:extLst>
            </p:cNvPr>
            <p:cNvSpPr/>
            <p:nvPr/>
          </p:nvSpPr>
          <p:spPr>
            <a:xfrm>
              <a:off x="3468192" y="2466160"/>
              <a:ext cx="8892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1" name="object 111">
              <a:extLst>
                <a:ext uri="{FF2B5EF4-FFF2-40B4-BE49-F238E27FC236}">
                  <a16:creationId xmlns:a16="http://schemas.microsoft.com/office/drawing/2014/main" id="{9A536039-6B52-BC98-CDBD-967AA31A6457}"/>
                </a:ext>
              </a:extLst>
            </p:cNvPr>
            <p:cNvSpPr/>
            <p:nvPr/>
          </p:nvSpPr>
          <p:spPr>
            <a:xfrm>
              <a:off x="3296691" y="2466160"/>
              <a:ext cx="90514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2" name="object 112">
              <a:extLst>
                <a:ext uri="{FF2B5EF4-FFF2-40B4-BE49-F238E27FC236}">
                  <a16:creationId xmlns:a16="http://schemas.microsoft.com/office/drawing/2014/main" id="{1A06E069-908B-75FB-1F0A-9A801397B843}"/>
                </a:ext>
              </a:extLst>
            </p:cNvPr>
            <p:cNvSpPr/>
            <p:nvPr/>
          </p:nvSpPr>
          <p:spPr>
            <a:xfrm>
              <a:off x="2442360" y="1526274"/>
              <a:ext cx="90514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3" name="object 113">
              <a:extLst>
                <a:ext uri="{FF2B5EF4-FFF2-40B4-BE49-F238E27FC236}">
                  <a16:creationId xmlns:a16="http://schemas.microsoft.com/office/drawing/2014/main" id="{9F16CF4A-E127-BD58-C384-BC7F42F3C3D6}"/>
                </a:ext>
              </a:extLst>
            </p:cNvPr>
            <p:cNvSpPr/>
            <p:nvPr/>
          </p:nvSpPr>
          <p:spPr>
            <a:xfrm>
              <a:off x="3468192" y="1408789"/>
              <a:ext cx="8892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4" name="object 114">
              <a:extLst>
                <a:ext uri="{FF2B5EF4-FFF2-40B4-BE49-F238E27FC236}">
                  <a16:creationId xmlns:a16="http://schemas.microsoft.com/office/drawing/2014/main" id="{1E002498-C4B4-4A23-D67E-7ED0886BB898}"/>
                </a:ext>
              </a:extLst>
            </p:cNvPr>
            <p:cNvSpPr/>
            <p:nvPr/>
          </p:nvSpPr>
          <p:spPr>
            <a:xfrm>
              <a:off x="3126777" y="2115291"/>
              <a:ext cx="8892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5" name="object 115">
              <a:extLst>
                <a:ext uri="{FF2B5EF4-FFF2-40B4-BE49-F238E27FC236}">
                  <a16:creationId xmlns:a16="http://schemas.microsoft.com/office/drawing/2014/main" id="{5810A86F-F5FE-F5CE-685B-709E50672F9B}"/>
                </a:ext>
              </a:extLst>
            </p:cNvPr>
            <p:cNvSpPr/>
            <p:nvPr/>
          </p:nvSpPr>
          <p:spPr>
            <a:xfrm>
              <a:off x="3296691" y="1996217"/>
              <a:ext cx="90514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6" name="object 116">
              <a:extLst>
                <a:ext uri="{FF2B5EF4-FFF2-40B4-BE49-F238E27FC236}">
                  <a16:creationId xmlns:a16="http://schemas.microsoft.com/office/drawing/2014/main" id="{920B5C25-2E5C-862C-2530-E647A013200F}"/>
                </a:ext>
              </a:extLst>
            </p:cNvPr>
            <p:cNvSpPr/>
            <p:nvPr/>
          </p:nvSpPr>
          <p:spPr>
            <a:xfrm>
              <a:off x="2955276" y="1761246"/>
              <a:ext cx="88927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7" name="object 117">
              <a:extLst>
                <a:ext uri="{FF2B5EF4-FFF2-40B4-BE49-F238E27FC236}">
                  <a16:creationId xmlns:a16="http://schemas.microsoft.com/office/drawing/2014/main" id="{64F4EAC1-BF5C-38EE-BE7B-553DF31FDB77}"/>
                </a:ext>
              </a:extLst>
            </p:cNvPr>
            <p:cNvSpPr/>
            <p:nvPr/>
          </p:nvSpPr>
          <p:spPr>
            <a:xfrm>
              <a:off x="2442360" y="1996217"/>
              <a:ext cx="90514" cy="90496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8" name="object 118">
              <a:extLst>
                <a:ext uri="{FF2B5EF4-FFF2-40B4-BE49-F238E27FC236}">
                  <a16:creationId xmlns:a16="http://schemas.microsoft.com/office/drawing/2014/main" id="{58FA7613-0CCF-6BB8-C05E-0F1EB0D04C6A}"/>
                </a:ext>
              </a:extLst>
            </p:cNvPr>
            <p:cNvSpPr/>
            <p:nvPr/>
          </p:nvSpPr>
          <p:spPr>
            <a:xfrm>
              <a:off x="2274035" y="1642173"/>
              <a:ext cx="90514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9" name="object 119">
              <a:extLst>
                <a:ext uri="{FF2B5EF4-FFF2-40B4-BE49-F238E27FC236}">
                  <a16:creationId xmlns:a16="http://schemas.microsoft.com/office/drawing/2014/main" id="{A32C1641-5138-E0A2-1E05-C3F7B6E9B1DD}"/>
                </a:ext>
              </a:extLst>
            </p:cNvPr>
            <p:cNvSpPr/>
            <p:nvPr/>
          </p:nvSpPr>
          <p:spPr>
            <a:xfrm>
              <a:off x="3126777" y="1526274"/>
              <a:ext cx="88927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0" name="object 120">
              <a:extLst>
                <a:ext uri="{FF2B5EF4-FFF2-40B4-BE49-F238E27FC236}">
                  <a16:creationId xmlns:a16="http://schemas.microsoft.com/office/drawing/2014/main" id="{2703AFAF-5D99-3209-7338-C10950DCA1F1}"/>
                </a:ext>
              </a:extLst>
            </p:cNvPr>
            <p:cNvSpPr/>
            <p:nvPr/>
          </p:nvSpPr>
          <p:spPr>
            <a:xfrm>
              <a:off x="2613862" y="1880320"/>
              <a:ext cx="88927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1" name="object 121">
              <a:extLst>
                <a:ext uri="{FF2B5EF4-FFF2-40B4-BE49-F238E27FC236}">
                  <a16:creationId xmlns:a16="http://schemas.microsoft.com/office/drawing/2014/main" id="{C31A64C2-3A10-49E0-DAA4-B7962CECE7E7}"/>
                </a:ext>
              </a:extLst>
            </p:cNvPr>
            <p:cNvSpPr/>
            <p:nvPr/>
          </p:nvSpPr>
          <p:spPr>
            <a:xfrm>
              <a:off x="2955276" y="2350263"/>
              <a:ext cx="8892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2" name="object 122">
              <a:extLst>
                <a:ext uri="{FF2B5EF4-FFF2-40B4-BE49-F238E27FC236}">
                  <a16:creationId xmlns:a16="http://schemas.microsoft.com/office/drawing/2014/main" id="{2BBEAB8D-E719-4257-DD3C-1320C3BC6E6C}"/>
                </a:ext>
              </a:extLst>
            </p:cNvPr>
            <p:cNvSpPr/>
            <p:nvPr/>
          </p:nvSpPr>
          <p:spPr>
            <a:xfrm>
              <a:off x="3809606" y="1408789"/>
              <a:ext cx="90515" cy="8890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3" name="object 123">
              <a:extLst>
                <a:ext uri="{FF2B5EF4-FFF2-40B4-BE49-F238E27FC236}">
                  <a16:creationId xmlns:a16="http://schemas.microsoft.com/office/drawing/2014/main" id="{31FE123A-20D3-A859-94A2-30F0BEBA3ACA}"/>
                </a:ext>
              </a:extLst>
            </p:cNvPr>
            <p:cNvSpPr/>
            <p:nvPr/>
          </p:nvSpPr>
          <p:spPr>
            <a:xfrm>
              <a:off x="2783774" y="2231189"/>
              <a:ext cx="90515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4" name="object 124">
              <a:extLst>
                <a:ext uri="{FF2B5EF4-FFF2-40B4-BE49-F238E27FC236}">
                  <a16:creationId xmlns:a16="http://schemas.microsoft.com/office/drawing/2014/main" id="{49E6E03B-74D5-EAE7-926A-DADD53B77550}"/>
                </a:ext>
              </a:extLst>
            </p:cNvPr>
            <p:cNvSpPr/>
            <p:nvPr/>
          </p:nvSpPr>
          <p:spPr>
            <a:xfrm>
              <a:off x="3468192" y="1996217"/>
              <a:ext cx="88927" cy="90496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5" name="object 125">
              <a:extLst>
                <a:ext uri="{FF2B5EF4-FFF2-40B4-BE49-F238E27FC236}">
                  <a16:creationId xmlns:a16="http://schemas.microsoft.com/office/drawing/2014/main" id="{1A96D12B-F6A5-7FD8-2DC5-A0A438BE3542}"/>
                </a:ext>
              </a:extLst>
            </p:cNvPr>
            <p:cNvSpPr/>
            <p:nvPr/>
          </p:nvSpPr>
          <p:spPr>
            <a:xfrm>
              <a:off x="2274035" y="2115291"/>
              <a:ext cx="90514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6" name="object 126">
              <a:extLst>
                <a:ext uri="{FF2B5EF4-FFF2-40B4-BE49-F238E27FC236}">
                  <a16:creationId xmlns:a16="http://schemas.microsoft.com/office/drawing/2014/main" id="{90C88C20-BA1C-2A60-AC50-103937A24E06}"/>
                </a:ext>
              </a:extLst>
            </p:cNvPr>
            <p:cNvSpPr/>
            <p:nvPr/>
          </p:nvSpPr>
          <p:spPr>
            <a:xfrm>
              <a:off x="2442360" y="1880320"/>
              <a:ext cx="90514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7" name="object 127">
              <a:extLst>
                <a:ext uri="{FF2B5EF4-FFF2-40B4-BE49-F238E27FC236}">
                  <a16:creationId xmlns:a16="http://schemas.microsoft.com/office/drawing/2014/main" id="{446F6FA9-873A-B5AA-CB62-50DC0F517007}"/>
                </a:ext>
              </a:extLst>
            </p:cNvPr>
            <p:cNvSpPr/>
            <p:nvPr/>
          </p:nvSpPr>
          <p:spPr>
            <a:xfrm>
              <a:off x="3468192" y="1642173"/>
              <a:ext cx="88927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8" name="object 128">
              <a:extLst>
                <a:ext uri="{FF2B5EF4-FFF2-40B4-BE49-F238E27FC236}">
                  <a16:creationId xmlns:a16="http://schemas.microsoft.com/office/drawing/2014/main" id="{1B5BCB6F-6CB4-9796-9300-02BAABF9F17E}"/>
                </a:ext>
              </a:extLst>
            </p:cNvPr>
            <p:cNvSpPr/>
            <p:nvPr/>
          </p:nvSpPr>
          <p:spPr>
            <a:xfrm>
              <a:off x="3126777" y="1880320"/>
              <a:ext cx="88927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9" name="object 129">
              <a:extLst>
                <a:ext uri="{FF2B5EF4-FFF2-40B4-BE49-F238E27FC236}">
                  <a16:creationId xmlns:a16="http://schemas.microsoft.com/office/drawing/2014/main" id="{49E1A4F7-3397-DE93-8500-8FD010E36CCA}"/>
                </a:ext>
              </a:extLst>
            </p:cNvPr>
            <p:cNvSpPr/>
            <p:nvPr/>
          </p:nvSpPr>
          <p:spPr>
            <a:xfrm>
              <a:off x="3126777" y="2350263"/>
              <a:ext cx="88927" cy="8890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0" name="object 130">
              <a:extLst>
                <a:ext uri="{FF2B5EF4-FFF2-40B4-BE49-F238E27FC236}">
                  <a16:creationId xmlns:a16="http://schemas.microsoft.com/office/drawing/2014/main" id="{965F860C-F8F3-F8E7-C364-4DE958397D39}"/>
                </a:ext>
              </a:extLst>
            </p:cNvPr>
            <p:cNvSpPr/>
            <p:nvPr/>
          </p:nvSpPr>
          <p:spPr>
            <a:xfrm>
              <a:off x="2613862" y="1642173"/>
              <a:ext cx="88927" cy="90495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1" name="object 131">
              <a:extLst>
                <a:ext uri="{FF2B5EF4-FFF2-40B4-BE49-F238E27FC236}">
                  <a16:creationId xmlns:a16="http://schemas.microsoft.com/office/drawing/2014/main" id="{F75C13BA-9007-458B-63E2-6712144F11EB}"/>
                </a:ext>
              </a:extLst>
            </p:cNvPr>
            <p:cNvSpPr/>
            <p:nvPr/>
          </p:nvSpPr>
          <p:spPr>
            <a:xfrm>
              <a:off x="3296691" y="1526274"/>
              <a:ext cx="90514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2" name="object 132">
              <a:extLst>
                <a:ext uri="{FF2B5EF4-FFF2-40B4-BE49-F238E27FC236}">
                  <a16:creationId xmlns:a16="http://schemas.microsoft.com/office/drawing/2014/main" id="{9F36CB9E-E3FD-C6F8-7A5E-A0CEE34664ED}"/>
                </a:ext>
              </a:extLst>
            </p:cNvPr>
            <p:cNvSpPr/>
            <p:nvPr/>
          </p:nvSpPr>
          <p:spPr>
            <a:xfrm>
              <a:off x="2613862" y="2231189"/>
              <a:ext cx="8892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3" name="object 133">
              <a:extLst>
                <a:ext uri="{FF2B5EF4-FFF2-40B4-BE49-F238E27FC236}">
                  <a16:creationId xmlns:a16="http://schemas.microsoft.com/office/drawing/2014/main" id="{311CB5A7-6D79-5C7A-0672-CFAC8156CF36}"/>
                </a:ext>
              </a:extLst>
            </p:cNvPr>
            <p:cNvSpPr/>
            <p:nvPr/>
          </p:nvSpPr>
          <p:spPr>
            <a:xfrm>
              <a:off x="2613862" y="1761246"/>
              <a:ext cx="88927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4" name="object 134">
              <a:extLst>
                <a:ext uri="{FF2B5EF4-FFF2-40B4-BE49-F238E27FC236}">
                  <a16:creationId xmlns:a16="http://schemas.microsoft.com/office/drawing/2014/main" id="{81519105-926F-447F-523E-CD635D12B6EE}"/>
                </a:ext>
              </a:extLst>
            </p:cNvPr>
            <p:cNvSpPr/>
            <p:nvPr/>
          </p:nvSpPr>
          <p:spPr>
            <a:xfrm>
              <a:off x="2613862" y="1408789"/>
              <a:ext cx="88927" cy="8890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5" name="object 135">
              <a:extLst>
                <a:ext uri="{FF2B5EF4-FFF2-40B4-BE49-F238E27FC236}">
                  <a16:creationId xmlns:a16="http://schemas.microsoft.com/office/drawing/2014/main" id="{CE7B4D23-52D1-9E8D-31FD-9704D9835E97}"/>
                </a:ext>
              </a:extLst>
            </p:cNvPr>
            <p:cNvSpPr/>
            <p:nvPr/>
          </p:nvSpPr>
          <p:spPr>
            <a:xfrm>
              <a:off x="3296691" y="2350263"/>
              <a:ext cx="90514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6" name="object 136">
              <a:extLst>
                <a:ext uri="{FF2B5EF4-FFF2-40B4-BE49-F238E27FC236}">
                  <a16:creationId xmlns:a16="http://schemas.microsoft.com/office/drawing/2014/main" id="{8B0FC20A-178C-3372-62AE-B4DC2F335531}"/>
                </a:ext>
              </a:extLst>
            </p:cNvPr>
            <p:cNvSpPr/>
            <p:nvPr/>
          </p:nvSpPr>
          <p:spPr>
            <a:xfrm>
              <a:off x="2955276" y="1408789"/>
              <a:ext cx="8892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7" name="object 137">
              <a:extLst>
                <a:ext uri="{FF2B5EF4-FFF2-40B4-BE49-F238E27FC236}">
                  <a16:creationId xmlns:a16="http://schemas.microsoft.com/office/drawing/2014/main" id="{366A6565-B968-375A-1250-438A4F418952}"/>
                </a:ext>
              </a:extLst>
            </p:cNvPr>
            <p:cNvSpPr/>
            <p:nvPr/>
          </p:nvSpPr>
          <p:spPr>
            <a:xfrm>
              <a:off x="3809606" y="2466160"/>
              <a:ext cx="90515" cy="8890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8" name="object 138">
              <a:extLst>
                <a:ext uri="{FF2B5EF4-FFF2-40B4-BE49-F238E27FC236}">
                  <a16:creationId xmlns:a16="http://schemas.microsoft.com/office/drawing/2014/main" id="{7C8C4572-DD82-33CF-5C02-41D3EA55B326}"/>
                </a:ext>
              </a:extLst>
            </p:cNvPr>
            <p:cNvSpPr/>
            <p:nvPr/>
          </p:nvSpPr>
          <p:spPr>
            <a:xfrm>
              <a:off x="2955276" y="2231189"/>
              <a:ext cx="8892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9" name="object 139">
              <a:extLst>
                <a:ext uri="{FF2B5EF4-FFF2-40B4-BE49-F238E27FC236}">
                  <a16:creationId xmlns:a16="http://schemas.microsoft.com/office/drawing/2014/main" id="{DC11A2A6-0C1B-1FF7-5641-870E4DB22781}"/>
                </a:ext>
              </a:extLst>
            </p:cNvPr>
            <p:cNvSpPr/>
            <p:nvPr/>
          </p:nvSpPr>
          <p:spPr>
            <a:xfrm>
              <a:off x="2442360" y="2466160"/>
              <a:ext cx="90514" cy="8890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0" name="object 140">
              <a:extLst>
                <a:ext uri="{FF2B5EF4-FFF2-40B4-BE49-F238E27FC236}">
                  <a16:creationId xmlns:a16="http://schemas.microsoft.com/office/drawing/2014/main" id="{035BDB1F-13E9-9ECC-FA98-DF7ACD235F00}"/>
                </a:ext>
              </a:extLst>
            </p:cNvPr>
            <p:cNvSpPr/>
            <p:nvPr/>
          </p:nvSpPr>
          <p:spPr>
            <a:xfrm>
              <a:off x="2613862" y="1526274"/>
              <a:ext cx="88927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1" name="object 141">
              <a:extLst>
                <a:ext uri="{FF2B5EF4-FFF2-40B4-BE49-F238E27FC236}">
                  <a16:creationId xmlns:a16="http://schemas.microsoft.com/office/drawing/2014/main" id="{8C33547D-8234-9EC0-F5C5-1109A09A6E15}"/>
                </a:ext>
              </a:extLst>
            </p:cNvPr>
            <p:cNvSpPr/>
            <p:nvPr/>
          </p:nvSpPr>
          <p:spPr>
            <a:xfrm>
              <a:off x="2274035" y="2466160"/>
              <a:ext cx="90514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2" name="object 142">
              <a:extLst>
                <a:ext uri="{FF2B5EF4-FFF2-40B4-BE49-F238E27FC236}">
                  <a16:creationId xmlns:a16="http://schemas.microsoft.com/office/drawing/2014/main" id="{CC31F5F7-BFBA-00CD-0952-63946520F021}"/>
                </a:ext>
              </a:extLst>
            </p:cNvPr>
            <p:cNvSpPr/>
            <p:nvPr/>
          </p:nvSpPr>
          <p:spPr>
            <a:xfrm>
              <a:off x="2613862" y="1996217"/>
              <a:ext cx="88927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3" name="object 143">
              <a:extLst>
                <a:ext uri="{FF2B5EF4-FFF2-40B4-BE49-F238E27FC236}">
                  <a16:creationId xmlns:a16="http://schemas.microsoft.com/office/drawing/2014/main" id="{3CB6DEAF-01FF-E075-97B5-448FA15541F6}"/>
                </a:ext>
              </a:extLst>
            </p:cNvPr>
            <p:cNvSpPr/>
            <p:nvPr/>
          </p:nvSpPr>
          <p:spPr>
            <a:xfrm>
              <a:off x="4322522" y="2934516"/>
              <a:ext cx="90514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4" name="object 144">
              <a:extLst>
                <a:ext uri="{FF2B5EF4-FFF2-40B4-BE49-F238E27FC236}">
                  <a16:creationId xmlns:a16="http://schemas.microsoft.com/office/drawing/2014/main" id="{13F5AC72-D0C2-42A7-C82B-C7C84F087CC7}"/>
                </a:ext>
              </a:extLst>
            </p:cNvPr>
            <p:cNvSpPr/>
            <p:nvPr/>
          </p:nvSpPr>
          <p:spPr>
            <a:xfrm>
              <a:off x="5858093" y="2934516"/>
              <a:ext cx="90515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5" name="object 145">
              <a:extLst>
                <a:ext uri="{FF2B5EF4-FFF2-40B4-BE49-F238E27FC236}">
                  <a16:creationId xmlns:a16="http://schemas.microsoft.com/office/drawing/2014/main" id="{4185E425-734C-5356-4086-F716EB9D8955}"/>
                </a:ext>
              </a:extLst>
            </p:cNvPr>
            <p:cNvSpPr/>
            <p:nvPr/>
          </p:nvSpPr>
          <p:spPr>
            <a:xfrm>
              <a:off x="5003763" y="3288561"/>
              <a:ext cx="88927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6" name="object 146">
              <a:extLst>
                <a:ext uri="{FF2B5EF4-FFF2-40B4-BE49-F238E27FC236}">
                  <a16:creationId xmlns:a16="http://schemas.microsoft.com/office/drawing/2014/main" id="{ADA94107-D122-136D-C2FA-208BDE36AC66}"/>
                </a:ext>
              </a:extLst>
            </p:cNvPr>
            <p:cNvSpPr/>
            <p:nvPr/>
          </p:nvSpPr>
          <p:spPr>
            <a:xfrm>
              <a:off x="5858093" y="3053589"/>
              <a:ext cx="90515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7" name="object 147">
              <a:extLst>
                <a:ext uri="{FF2B5EF4-FFF2-40B4-BE49-F238E27FC236}">
                  <a16:creationId xmlns:a16="http://schemas.microsoft.com/office/drawing/2014/main" id="{2346852C-B97A-B17A-BE0D-3D67712663D1}"/>
                </a:ext>
              </a:extLst>
            </p:cNvPr>
            <p:cNvSpPr/>
            <p:nvPr/>
          </p:nvSpPr>
          <p:spPr>
            <a:xfrm>
              <a:off x="4832261" y="2818618"/>
              <a:ext cx="90515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8" name="object 148">
              <a:extLst>
                <a:ext uri="{FF2B5EF4-FFF2-40B4-BE49-F238E27FC236}">
                  <a16:creationId xmlns:a16="http://schemas.microsoft.com/office/drawing/2014/main" id="{FF17185B-48B4-462D-B253-DA5E956730B0}"/>
                </a:ext>
              </a:extLst>
            </p:cNvPr>
            <p:cNvSpPr/>
            <p:nvPr/>
          </p:nvSpPr>
          <p:spPr>
            <a:xfrm>
              <a:off x="5345178" y="3875989"/>
              <a:ext cx="90514" cy="90496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9" name="object 149">
              <a:extLst>
                <a:ext uri="{FF2B5EF4-FFF2-40B4-BE49-F238E27FC236}">
                  <a16:creationId xmlns:a16="http://schemas.microsoft.com/office/drawing/2014/main" id="{F5064EB5-1071-F24C-BFEC-2DB5844B4681}"/>
                </a:ext>
              </a:extLst>
            </p:cNvPr>
            <p:cNvSpPr/>
            <p:nvPr/>
          </p:nvSpPr>
          <p:spPr>
            <a:xfrm>
              <a:off x="4322522" y="3875989"/>
              <a:ext cx="90514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0" name="object 150">
              <a:extLst>
                <a:ext uri="{FF2B5EF4-FFF2-40B4-BE49-F238E27FC236}">
                  <a16:creationId xmlns:a16="http://schemas.microsoft.com/office/drawing/2014/main" id="{21F925F2-22A2-E21E-6D86-1DEE8D37B725}"/>
                </a:ext>
              </a:extLst>
            </p:cNvPr>
            <p:cNvSpPr/>
            <p:nvPr/>
          </p:nvSpPr>
          <p:spPr>
            <a:xfrm>
              <a:off x="5516679" y="3172663"/>
              <a:ext cx="88927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1" name="object 151">
              <a:extLst>
                <a:ext uri="{FF2B5EF4-FFF2-40B4-BE49-F238E27FC236}">
                  <a16:creationId xmlns:a16="http://schemas.microsoft.com/office/drawing/2014/main" id="{03FD1175-CF9C-660C-5A47-5C507B36861A}"/>
                </a:ext>
              </a:extLst>
            </p:cNvPr>
            <p:cNvSpPr/>
            <p:nvPr/>
          </p:nvSpPr>
          <p:spPr>
            <a:xfrm>
              <a:off x="4832261" y="3053589"/>
              <a:ext cx="90515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2" name="object 152">
              <a:extLst>
                <a:ext uri="{FF2B5EF4-FFF2-40B4-BE49-F238E27FC236}">
                  <a16:creationId xmlns:a16="http://schemas.microsoft.com/office/drawing/2014/main" id="{AC206FA8-E828-1E74-93D8-07B83EE9E90D}"/>
                </a:ext>
              </a:extLst>
            </p:cNvPr>
            <p:cNvSpPr/>
            <p:nvPr/>
          </p:nvSpPr>
          <p:spPr>
            <a:xfrm>
              <a:off x="4494023" y="2818618"/>
              <a:ext cx="88927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3" name="object 153">
              <a:extLst>
                <a:ext uri="{FF2B5EF4-FFF2-40B4-BE49-F238E27FC236}">
                  <a16:creationId xmlns:a16="http://schemas.microsoft.com/office/drawing/2014/main" id="{DA33806A-8F1B-15F8-6A97-6326FB063B97}"/>
                </a:ext>
              </a:extLst>
            </p:cNvPr>
            <p:cNvSpPr/>
            <p:nvPr/>
          </p:nvSpPr>
          <p:spPr>
            <a:xfrm>
              <a:off x="5175264" y="3288561"/>
              <a:ext cx="88927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4" name="object 154">
              <a:extLst>
                <a:ext uri="{FF2B5EF4-FFF2-40B4-BE49-F238E27FC236}">
                  <a16:creationId xmlns:a16="http://schemas.microsoft.com/office/drawing/2014/main" id="{3A2B1058-0CA7-BA4E-E8B2-9A81829DDA03}"/>
                </a:ext>
              </a:extLst>
            </p:cNvPr>
            <p:cNvSpPr/>
            <p:nvPr/>
          </p:nvSpPr>
          <p:spPr>
            <a:xfrm>
              <a:off x="5003763" y="3875989"/>
              <a:ext cx="88927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5" name="object 155">
              <a:extLst>
                <a:ext uri="{FF2B5EF4-FFF2-40B4-BE49-F238E27FC236}">
                  <a16:creationId xmlns:a16="http://schemas.microsoft.com/office/drawing/2014/main" id="{4C8BBACA-E6E7-E444-5B1F-DAA7F76632B4}"/>
                </a:ext>
              </a:extLst>
            </p:cNvPr>
            <p:cNvSpPr/>
            <p:nvPr/>
          </p:nvSpPr>
          <p:spPr>
            <a:xfrm>
              <a:off x="5175264" y="3407635"/>
              <a:ext cx="88927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6" name="object 156">
              <a:extLst>
                <a:ext uri="{FF2B5EF4-FFF2-40B4-BE49-F238E27FC236}">
                  <a16:creationId xmlns:a16="http://schemas.microsoft.com/office/drawing/2014/main" id="{43AD8724-88F0-AC7D-5979-2C23979F6044}"/>
                </a:ext>
              </a:extLst>
            </p:cNvPr>
            <p:cNvSpPr/>
            <p:nvPr/>
          </p:nvSpPr>
          <p:spPr>
            <a:xfrm>
              <a:off x="5686592" y="3053589"/>
              <a:ext cx="90515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7" name="object 157">
              <a:extLst>
                <a:ext uri="{FF2B5EF4-FFF2-40B4-BE49-F238E27FC236}">
                  <a16:creationId xmlns:a16="http://schemas.microsoft.com/office/drawing/2014/main" id="{538A8F51-E5A7-DF15-3889-40D7060FE85A}"/>
                </a:ext>
              </a:extLst>
            </p:cNvPr>
            <p:cNvSpPr/>
            <p:nvPr/>
          </p:nvSpPr>
          <p:spPr>
            <a:xfrm>
              <a:off x="4322522" y="3172663"/>
              <a:ext cx="90514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8" name="object 158">
              <a:extLst>
                <a:ext uri="{FF2B5EF4-FFF2-40B4-BE49-F238E27FC236}">
                  <a16:creationId xmlns:a16="http://schemas.microsoft.com/office/drawing/2014/main" id="{17D526D6-5079-C761-3F36-C2EDAA2B5F61}"/>
                </a:ext>
              </a:extLst>
            </p:cNvPr>
            <p:cNvSpPr/>
            <p:nvPr/>
          </p:nvSpPr>
          <p:spPr>
            <a:xfrm>
              <a:off x="5686592" y="3875989"/>
              <a:ext cx="90515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9" name="object 159">
              <a:extLst>
                <a:ext uri="{FF2B5EF4-FFF2-40B4-BE49-F238E27FC236}">
                  <a16:creationId xmlns:a16="http://schemas.microsoft.com/office/drawing/2014/main" id="{D564A97B-FF84-6947-39C9-96D745C74BF9}"/>
                </a:ext>
              </a:extLst>
            </p:cNvPr>
            <p:cNvSpPr/>
            <p:nvPr/>
          </p:nvSpPr>
          <p:spPr>
            <a:xfrm>
              <a:off x="4663936" y="3172663"/>
              <a:ext cx="90515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0" name="object 160">
              <a:extLst>
                <a:ext uri="{FF2B5EF4-FFF2-40B4-BE49-F238E27FC236}">
                  <a16:creationId xmlns:a16="http://schemas.microsoft.com/office/drawing/2014/main" id="{3E4CF13C-ACB3-8D62-A9BD-78A7EBFDC2C3}"/>
                </a:ext>
              </a:extLst>
            </p:cNvPr>
            <p:cNvSpPr/>
            <p:nvPr/>
          </p:nvSpPr>
          <p:spPr>
            <a:xfrm>
              <a:off x="4832261" y="3523532"/>
              <a:ext cx="90515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1" name="object 161">
              <a:extLst>
                <a:ext uri="{FF2B5EF4-FFF2-40B4-BE49-F238E27FC236}">
                  <a16:creationId xmlns:a16="http://schemas.microsoft.com/office/drawing/2014/main" id="{666B635A-C14C-AE58-E7C3-F1AA942BE41F}"/>
                </a:ext>
              </a:extLst>
            </p:cNvPr>
            <p:cNvSpPr/>
            <p:nvPr/>
          </p:nvSpPr>
          <p:spPr>
            <a:xfrm>
              <a:off x="5686592" y="3523532"/>
              <a:ext cx="90515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2" name="object 162">
              <a:extLst>
                <a:ext uri="{FF2B5EF4-FFF2-40B4-BE49-F238E27FC236}">
                  <a16:creationId xmlns:a16="http://schemas.microsoft.com/office/drawing/2014/main" id="{5986D5CE-ABF3-F500-1FAB-335AA373781B}"/>
                </a:ext>
              </a:extLst>
            </p:cNvPr>
            <p:cNvSpPr/>
            <p:nvPr/>
          </p:nvSpPr>
          <p:spPr>
            <a:xfrm>
              <a:off x="5686592" y="3758504"/>
              <a:ext cx="90515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3" name="object 163">
              <a:extLst>
                <a:ext uri="{FF2B5EF4-FFF2-40B4-BE49-F238E27FC236}">
                  <a16:creationId xmlns:a16="http://schemas.microsoft.com/office/drawing/2014/main" id="{226A09F0-3679-4CFB-40F8-7C03755E4C12}"/>
                </a:ext>
              </a:extLst>
            </p:cNvPr>
            <p:cNvSpPr/>
            <p:nvPr/>
          </p:nvSpPr>
          <p:spPr>
            <a:xfrm>
              <a:off x="4322522" y="2818618"/>
              <a:ext cx="90514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4" name="object 164">
              <a:extLst>
                <a:ext uri="{FF2B5EF4-FFF2-40B4-BE49-F238E27FC236}">
                  <a16:creationId xmlns:a16="http://schemas.microsoft.com/office/drawing/2014/main" id="{E325A73C-BA43-5F63-67F0-6647E1703408}"/>
                </a:ext>
              </a:extLst>
            </p:cNvPr>
            <p:cNvSpPr/>
            <p:nvPr/>
          </p:nvSpPr>
          <p:spPr>
            <a:xfrm>
              <a:off x="4663936" y="3758504"/>
              <a:ext cx="90515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5" name="object 165">
              <a:extLst>
                <a:ext uri="{FF2B5EF4-FFF2-40B4-BE49-F238E27FC236}">
                  <a16:creationId xmlns:a16="http://schemas.microsoft.com/office/drawing/2014/main" id="{C168F51F-7322-B58C-4108-D3E1A711B64C}"/>
                </a:ext>
              </a:extLst>
            </p:cNvPr>
            <p:cNvSpPr/>
            <p:nvPr/>
          </p:nvSpPr>
          <p:spPr>
            <a:xfrm>
              <a:off x="5003763" y="3407635"/>
              <a:ext cx="88927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6" name="object 166">
              <a:extLst>
                <a:ext uri="{FF2B5EF4-FFF2-40B4-BE49-F238E27FC236}">
                  <a16:creationId xmlns:a16="http://schemas.microsoft.com/office/drawing/2014/main" id="{F28A6A08-117A-F78E-F93F-B62B4133B6CE}"/>
                </a:ext>
              </a:extLst>
            </p:cNvPr>
            <p:cNvSpPr/>
            <p:nvPr/>
          </p:nvSpPr>
          <p:spPr>
            <a:xfrm>
              <a:off x="5858093" y="3172663"/>
              <a:ext cx="90515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7" name="object 167">
              <a:extLst>
                <a:ext uri="{FF2B5EF4-FFF2-40B4-BE49-F238E27FC236}">
                  <a16:creationId xmlns:a16="http://schemas.microsoft.com/office/drawing/2014/main" id="{46CD4963-ACFE-BDCF-5FE6-177E9FFD4EE4}"/>
                </a:ext>
              </a:extLst>
            </p:cNvPr>
            <p:cNvSpPr/>
            <p:nvPr/>
          </p:nvSpPr>
          <p:spPr>
            <a:xfrm>
              <a:off x="4494023" y="3053589"/>
              <a:ext cx="88927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8" name="object 168">
              <a:extLst>
                <a:ext uri="{FF2B5EF4-FFF2-40B4-BE49-F238E27FC236}">
                  <a16:creationId xmlns:a16="http://schemas.microsoft.com/office/drawing/2014/main" id="{45ED4266-B194-2F73-E8DB-ADED9C584564}"/>
                </a:ext>
              </a:extLst>
            </p:cNvPr>
            <p:cNvSpPr/>
            <p:nvPr/>
          </p:nvSpPr>
          <p:spPr>
            <a:xfrm>
              <a:off x="4663936" y="3053589"/>
              <a:ext cx="90515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9" name="object 169">
              <a:extLst>
                <a:ext uri="{FF2B5EF4-FFF2-40B4-BE49-F238E27FC236}">
                  <a16:creationId xmlns:a16="http://schemas.microsoft.com/office/drawing/2014/main" id="{13F66E17-1E85-F6F8-DBCE-A97030F9ADD7}"/>
                </a:ext>
              </a:extLst>
            </p:cNvPr>
            <p:cNvSpPr/>
            <p:nvPr/>
          </p:nvSpPr>
          <p:spPr>
            <a:xfrm>
              <a:off x="5516679" y="2818618"/>
              <a:ext cx="88927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0" name="object 170">
              <a:extLst>
                <a:ext uri="{FF2B5EF4-FFF2-40B4-BE49-F238E27FC236}">
                  <a16:creationId xmlns:a16="http://schemas.microsoft.com/office/drawing/2014/main" id="{9AA34001-1517-5AEB-6E1B-2B51448E52ED}"/>
                </a:ext>
              </a:extLst>
            </p:cNvPr>
            <p:cNvSpPr/>
            <p:nvPr/>
          </p:nvSpPr>
          <p:spPr>
            <a:xfrm>
              <a:off x="5003763" y="3642606"/>
              <a:ext cx="88927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1" name="object 171">
              <a:extLst>
                <a:ext uri="{FF2B5EF4-FFF2-40B4-BE49-F238E27FC236}">
                  <a16:creationId xmlns:a16="http://schemas.microsoft.com/office/drawing/2014/main" id="{A62BE512-4C0C-E75F-C2D5-3F2352119F3E}"/>
                </a:ext>
              </a:extLst>
            </p:cNvPr>
            <p:cNvSpPr/>
            <p:nvPr/>
          </p:nvSpPr>
          <p:spPr>
            <a:xfrm>
              <a:off x="5686592" y="2934516"/>
              <a:ext cx="90515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2" name="object 172">
              <a:extLst>
                <a:ext uri="{FF2B5EF4-FFF2-40B4-BE49-F238E27FC236}">
                  <a16:creationId xmlns:a16="http://schemas.microsoft.com/office/drawing/2014/main" id="{2151E77B-AC1C-96D9-ED96-CB80F05B3E96}"/>
                </a:ext>
              </a:extLst>
            </p:cNvPr>
            <p:cNvSpPr/>
            <p:nvPr/>
          </p:nvSpPr>
          <p:spPr>
            <a:xfrm>
              <a:off x="4663936" y="3642606"/>
              <a:ext cx="90515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3" name="object 173">
              <a:extLst>
                <a:ext uri="{FF2B5EF4-FFF2-40B4-BE49-F238E27FC236}">
                  <a16:creationId xmlns:a16="http://schemas.microsoft.com/office/drawing/2014/main" id="{09E974FD-52AD-4FE0-2519-CCBF4C591707}"/>
                </a:ext>
              </a:extLst>
            </p:cNvPr>
            <p:cNvSpPr/>
            <p:nvPr/>
          </p:nvSpPr>
          <p:spPr>
            <a:xfrm>
              <a:off x="4322522" y="3758504"/>
              <a:ext cx="90514" cy="889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4" name="object 174">
              <a:extLst>
                <a:ext uri="{FF2B5EF4-FFF2-40B4-BE49-F238E27FC236}">
                  <a16:creationId xmlns:a16="http://schemas.microsoft.com/office/drawing/2014/main" id="{7721BF85-4E79-7994-9DC9-6B9A6BAB3302}"/>
                </a:ext>
              </a:extLst>
            </p:cNvPr>
            <p:cNvSpPr/>
            <p:nvPr/>
          </p:nvSpPr>
          <p:spPr>
            <a:xfrm>
              <a:off x="5516679" y="3758504"/>
              <a:ext cx="88927" cy="889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5" name="object 175">
              <a:extLst>
                <a:ext uri="{FF2B5EF4-FFF2-40B4-BE49-F238E27FC236}">
                  <a16:creationId xmlns:a16="http://schemas.microsoft.com/office/drawing/2014/main" id="{0D2C4ADA-AFC5-5BD8-E5DC-FD0F9CE31390}"/>
                </a:ext>
              </a:extLst>
            </p:cNvPr>
            <p:cNvSpPr/>
            <p:nvPr/>
          </p:nvSpPr>
          <p:spPr>
            <a:xfrm>
              <a:off x="5345178" y="3172663"/>
              <a:ext cx="90514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6" name="object 176">
              <a:extLst>
                <a:ext uri="{FF2B5EF4-FFF2-40B4-BE49-F238E27FC236}">
                  <a16:creationId xmlns:a16="http://schemas.microsoft.com/office/drawing/2014/main" id="{B9B76FC6-5AF8-C4BD-A9E0-5EECB3192E86}"/>
                </a:ext>
              </a:extLst>
            </p:cNvPr>
            <p:cNvSpPr/>
            <p:nvPr/>
          </p:nvSpPr>
          <p:spPr>
            <a:xfrm>
              <a:off x="4494023" y="3288561"/>
              <a:ext cx="88927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7" name="object 177">
              <a:extLst>
                <a:ext uri="{FF2B5EF4-FFF2-40B4-BE49-F238E27FC236}">
                  <a16:creationId xmlns:a16="http://schemas.microsoft.com/office/drawing/2014/main" id="{980CCB0F-8125-AF2C-4087-AF86EE99B458}"/>
                </a:ext>
              </a:extLst>
            </p:cNvPr>
            <p:cNvSpPr/>
            <p:nvPr/>
          </p:nvSpPr>
          <p:spPr>
            <a:xfrm>
              <a:off x="4832261" y="3172663"/>
              <a:ext cx="90515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8" name="object 178">
              <a:extLst>
                <a:ext uri="{FF2B5EF4-FFF2-40B4-BE49-F238E27FC236}">
                  <a16:creationId xmlns:a16="http://schemas.microsoft.com/office/drawing/2014/main" id="{93BE98EA-9206-8B37-D05B-9CB1E692D7F8}"/>
                </a:ext>
              </a:extLst>
            </p:cNvPr>
            <p:cNvSpPr/>
            <p:nvPr/>
          </p:nvSpPr>
          <p:spPr>
            <a:xfrm>
              <a:off x="4494023" y="3875989"/>
              <a:ext cx="88927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9" name="object 179">
              <a:extLst>
                <a:ext uri="{FF2B5EF4-FFF2-40B4-BE49-F238E27FC236}">
                  <a16:creationId xmlns:a16="http://schemas.microsoft.com/office/drawing/2014/main" id="{0A650FDF-6CD3-0AC6-D778-69FB29E7A073}"/>
                </a:ext>
              </a:extLst>
            </p:cNvPr>
            <p:cNvSpPr/>
            <p:nvPr/>
          </p:nvSpPr>
          <p:spPr>
            <a:xfrm>
              <a:off x="5345178" y="3288561"/>
              <a:ext cx="90514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0" name="object 180">
              <a:extLst>
                <a:ext uri="{FF2B5EF4-FFF2-40B4-BE49-F238E27FC236}">
                  <a16:creationId xmlns:a16="http://schemas.microsoft.com/office/drawing/2014/main" id="{C3A17132-8D60-1540-67ED-C79D45971D3A}"/>
                </a:ext>
              </a:extLst>
            </p:cNvPr>
            <p:cNvSpPr/>
            <p:nvPr/>
          </p:nvSpPr>
          <p:spPr>
            <a:xfrm>
              <a:off x="4663936" y="3523532"/>
              <a:ext cx="90515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1" name="object 181">
              <a:extLst>
                <a:ext uri="{FF2B5EF4-FFF2-40B4-BE49-F238E27FC236}">
                  <a16:creationId xmlns:a16="http://schemas.microsoft.com/office/drawing/2014/main" id="{6306456D-E69F-D954-51A6-BD3C4BD0E2E3}"/>
                </a:ext>
              </a:extLst>
            </p:cNvPr>
            <p:cNvSpPr/>
            <p:nvPr/>
          </p:nvSpPr>
          <p:spPr>
            <a:xfrm>
              <a:off x="4663936" y="3288561"/>
              <a:ext cx="90515" cy="889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2" name="object 182">
              <a:extLst>
                <a:ext uri="{FF2B5EF4-FFF2-40B4-BE49-F238E27FC236}">
                  <a16:creationId xmlns:a16="http://schemas.microsoft.com/office/drawing/2014/main" id="{EBCA15DE-062B-560A-023E-AAECEDB051BA}"/>
                </a:ext>
              </a:extLst>
            </p:cNvPr>
            <p:cNvSpPr/>
            <p:nvPr/>
          </p:nvSpPr>
          <p:spPr>
            <a:xfrm>
              <a:off x="5686592" y="3642606"/>
              <a:ext cx="90515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3" name="object 183">
              <a:extLst>
                <a:ext uri="{FF2B5EF4-FFF2-40B4-BE49-F238E27FC236}">
                  <a16:creationId xmlns:a16="http://schemas.microsoft.com/office/drawing/2014/main" id="{A74355B5-FEDF-8C07-7584-6D98A4CECF46}"/>
                </a:ext>
              </a:extLst>
            </p:cNvPr>
            <p:cNvSpPr/>
            <p:nvPr/>
          </p:nvSpPr>
          <p:spPr>
            <a:xfrm>
              <a:off x="4663936" y="2818618"/>
              <a:ext cx="90515" cy="90496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4" name="object 184">
              <a:extLst>
                <a:ext uri="{FF2B5EF4-FFF2-40B4-BE49-F238E27FC236}">
                  <a16:creationId xmlns:a16="http://schemas.microsoft.com/office/drawing/2014/main" id="{F3820462-A675-FA57-84E3-308AC5E4E239}"/>
                </a:ext>
              </a:extLst>
            </p:cNvPr>
            <p:cNvSpPr/>
            <p:nvPr/>
          </p:nvSpPr>
          <p:spPr>
            <a:xfrm>
              <a:off x="4322522" y="3053589"/>
              <a:ext cx="90514" cy="90496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5" name="object 185">
              <a:extLst>
                <a:ext uri="{FF2B5EF4-FFF2-40B4-BE49-F238E27FC236}">
                  <a16:creationId xmlns:a16="http://schemas.microsoft.com/office/drawing/2014/main" id="{35FF78B6-4DEF-BEB0-ACD7-5EA4EFEA2DAA}"/>
                </a:ext>
              </a:extLst>
            </p:cNvPr>
            <p:cNvSpPr/>
            <p:nvPr/>
          </p:nvSpPr>
          <p:spPr>
            <a:xfrm>
              <a:off x="5003763" y="3053589"/>
              <a:ext cx="88927" cy="90496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6" name="object 186">
              <a:extLst>
                <a:ext uri="{FF2B5EF4-FFF2-40B4-BE49-F238E27FC236}">
                  <a16:creationId xmlns:a16="http://schemas.microsoft.com/office/drawing/2014/main" id="{09A866D0-8EAD-A313-B077-420D61127AC5}"/>
                </a:ext>
              </a:extLst>
            </p:cNvPr>
            <p:cNvSpPr/>
            <p:nvPr/>
          </p:nvSpPr>
          <p:spPr>
            <a:xfrm>
              <a:off x="5345178" y="3523532"/>
              <a:ext cx="90514" cy="88908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7" name="object 187">
              <a:extLst>
                <a:ext uri="{FF2B5EF4-FFF2-40B4-BE49-F238E27FC236}">
                  <a16:creationId xmlns:a16="http://schemas.microsoft.com/office/drawing/2014/main" id="{59ABE070-FD76-24F5-4DB7-6F86C0B7A7D5}"/>
                </a:ext>
              </a:extLst>
            </p:cNvPr>
            <p:cNvSpPr/>
            <p:nvPr/>
          </p:nvSpPr>
          <p:spPr>
            <a:xfrm>
              <a:off x="5345178" y="3758504"/>
              <a:ext cx="90514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8" name="object 188">
              <a:extLst>
                <a:ext uri="{FF2B5EF4-FFF2-40B4-BE49-F238E27FC236}">
                  <a16:creationId xmlns:a16="http://schemas.microsoft.com/office/drawing/2014/main" id="{ED6516EF-ED8C-38C5-60AD-6F94E7EE89FC}"/>
                </a:ext>
              </a:extLst>
            </p:cNvPr>
            <p:cNvSpPr txBox="1"/>
            <p:nvPr/>
          </p:nvSpPr>
          <p:spPr>
            <a:xfrm>
              <a:off x="2010431" y="3390170"/>
              <a:ext cx="63519" cy="11579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89" name="object 189">
              <a:extLst>
                <a:ext uri="{FF2B5EF4-FFF2-40B4-BE49-F238E27FC236}">
                  <a16:creationId xmlns:a16="http://schemas.microsoft.com/office/drawing/2014/main" id="{E30D01DB-5842-F982-EEF1-3A2A54DFF0D5}"/>
                </a:ext>
              </a:extLst>
            </p:cNvPr>
            <p:cNvSpPr txBox="1"/>
            <p:nvPr/>
          </p:nvSpPr>
          <p:spPr>
            <a:xfrm>
              <a:off x="1965968" y="2802741"/>
              <a:ext cx="107982" cy="11579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0" name="object 190">
              <a:extLst>
                <a:ext uri="{FF2B5EF4-FFF2-40B4-BE49-F238E27FC236}">
                  <a16:creationId xmlns:a16="http://schemas.microsoft.com/office/drawing/2014/main" id="{A9564CC2-1869-0054-6A84-98D706414961}"/>
                </a:ext>
              </a:extLst>
            </p:cNvPr>
            <p:cNvSpPr txBox="1"/>
            <p:nvPr/>
          </p:nvSpPr>
          <p:spPr>
            <a:xfrm>
              <a:off x="1965968" y="2215312"/>
              <a:ext cx="107982" cy="11579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1" name="object 191">
              <a:extLst>
                <a:ext uri="{FF2B5EF4-FFF2-40B4-BE49-F238E27FC236}">
                  <a16:creationId xmlns:a16="http://schemas.microsoft.com/office/drawing/2014/main" id="{9625BBA7-707D-A478-D787-E05DC4F89927}"/>
                </a:ext>
              </a:extLst>
            </p:cNvPr>
            <p:cNvSpPr txBox="1"/>
            <p:nvPr/>
          </p:nvSpPr>
          <p:spPr>
            <a:xfrm>
              <a:off x="1965968" y="1627884"/>
              <a:ext cx="107982" cy="11579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2" name="object 192">
              <a:extLst>
                <a:ext uri="{FF2B5EF4-FFF2-40B4-BE49-F238E27FC236}">
                  <a16:creationId xmlns:a16="http://schemas.microsoft.com/office/drawing/2014/main" id="{EA5FBCE3-01CD-3133-209D-ED100582DD0E}"/>
                </a:ext>
              </a:extLst>
            </p:cNvPr>
            <p:cNvSpPr txBox="1"/>
            <p:nvPr/>
          </p:nvSpPr>
          <p:spPr>
            <a:xfrm>
              <a:off x="1965968" y="1040455"/>
              <a:ext cx="107982" cy="11579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3" name="object 193">
              <a:extLst>
                <a:ext uri="{FF2B5EF4-FFF2-40B4-BE49-F238E27FC236}">
                  <a16:creationId xmlns:a16="http://schemas.microsoft.com/office/drawing/2014/main" id="{03C28EDB-BDCD-59C3-15C4-CEF0CD587115}"/>
                </a:ext>
              </a:extLst>
            </p:cNvPr>
            <p:cNvSpPr/>
            <p:nvPr/>
          </p:nvSpPr>
          <p:spPr>
            <a:xfrm>
              <a:off x="6531394" y="1899372"/>
              <a:ext cx="77811" cy="79382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4" name="object 194">
              <a:extLst>
                <a:ext uri="{FF2B5EF4-FFF2-40B4-BE49-F238E27FC236}">
                  <a16:creationId xmlns:a16="http://schemas.microsoft.com/office/drawing/2014/main" id="{C6F69B4B-64FE-5B0F-D5B9-1F881E9BE03F}"/>
                </a:ext>
              </a:extLst>
            </p:cNvPr>
            <p:cNvSpPr/>
            <p:nvPr/>
          </p:nvSpPr>
          <p:spPr>
            <a:xfrm>
              <a:off x="6531394" y="1899372"/>
              <a:ext cx="77811" cy="79382"/>
            </a:xfrm>
            <a:custGeom>
              <a:avLst/>
              <a:gdLst/>
              <a:ahLst/>
              <a:cxnLst/>
              <a:rect l="l" t="t" r="r" b="b"/>
              <a:pathLst>
                <a:path w="112395" h="112394">
                  <a:moveTo>
                    <a:pt x="58190" y="0"/>
                  </a:moveTo>
                  <a:lnTo>
                    <a:pt x="112222" y="58188"/>
                  </a:lnTo>
                  <a:lnTo>
                    <a:pt x="58190" y="112221"/>
                  </a:lnTo>
                  <a:lnTo>
                    <a:pt x="0" y="58188"/>
                  </a:lnTo>
                  <a:lnTo>
                    <a:pt x="58190" y="0"/>
                  </a:lnTo>
                  <a:close/>
                </a:path>
              </a:pathLst>
            </a:custGeom>
            <a:ln w="9513">
              <a:solidFill>
                <a:srgbClr val="5B92C7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5" name="object 195">
              <a:extLst>
                <a:ext uri="{FF2B5EF4-FFF2-40B4-BE49-F238E27FC236}">
                  <a16:creationId xmlns:a16="http://schemas.microsoft.com/office/drawing/2014/main" id="{4E7E7AE7-C9AD-EACB-7661-1BBDB7174A9F}"/>
                </a:ext>
              </a:extLst>
            </p:cNvPr>
            <p:cNvSpPr txBox="1"/>
            <p:nvPr/>
          </p:nvSpPr>
          <p:spPr>
            <a:xfrm>
              <a:off x="6653669" y="1823166"/>
              <a:ext cx="536735" cy="223102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1046" spc="-37" dirty="0">
                  <a:latin typeface="Trebuchet MS"/>
                  <a:cs typeface="Trebuchet MS"/>
                </a:rPr>
                <a:t>S</a:t>
              </a:r>
              <a:r>
                <a:rPr sz="1046" spc="-44" dirty="0">
                  <a:latin typeface="Trebuchet MS"/>
                  <a:cs typeface="Trebuchet MS"/>
                </a:rPr>
                <a:t>e</a:t>
              </a:r>
              <a:r>
                <a:rPr sz="1046" spc="-47" dirty="0">
                  <a:latin typeface="Trebuchet MS"/>
                  <a:cs typeface="Trebuchet MS"/>
                </a:rPr>
                <a:t>r</a:t>
              </a:r>
              <a:r>
                <a:rPr sz="1046" spc="-39" dirty="0">
                  <a:latin typeface="Trebuchet MS"/>
                  <a:cs typeface="Trebuchet MS"/>
                </a:rPr>
                <a:t>i</a:t>
              </a:r>
              <a:r>
                <a:rPr sz="1046" spc="-76" dirty="0">
                  <a:latin typeface="Trebuchet MS"/>
                  <a:cs typeface="Trebuchet MS"/>
                </a:rPr>
                <a:t>e</a:t>
              </a:r>
              <a:r>
                <a:rPr sz="1046" spc="-18" dirty="0">
                  <a:latin typeface="Trebuchet MS"/>
                  <a:cs typeface="Trebuchet MS"/>
                </a:rPr>
                <a:t>s1</a:t>
              </a:r>
              <a:endParaRPr sz="1046">
                <a:latin typeface="Trebuchet MS"/>
                <a:cs typeface="Trebuchet MS"/>
              </a:endParaRPr>
            </a:p>
          </p:txBody>
        </p:sp>
        <p:sp>
          <p:nvSpPr>
            <p:cNvPr id="196" name="object 196">
              <a:extLst>
                <a:ext uri="{FF2B5EF4-FFF2-40B4-BE49-F238E27FC236}">
                  <a16:creationId xmlns:a16="http://schemas.microsoft.com/office/drawing/2014/main" id="{624E2CE1-6C83-6B0A-8C2C-5A29F3B5B9C9}"/>
                </a:ext>
              </a:extLst>
            </p:cNvPr>
            <p:cNvSpPr/>
            <p:nvPr/>
          </p:nvSpPr>
          <p:spPr>
            <a:xfrm>
              <a:off x="6531394" y="2475686"/>
              <a:ext cx="77811" cy="79382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7" name="object 197">
              <a:extLst>
                <a:ext uri="{FF2B5EF4-FFF2-40B4-BE49-F238E27FC236}">
                  <a16:creationId xmlns:a16="http://schemas.microsoft.com/office/drawing/2014/main" id="{3DF20A87-73E4-4454-44B7-F29443CE6628}"/>
                </a:ext>
              </a:extLst>
            </p:cNvPr>
            <p:cNvSpPr/>
            <p:nvPr/>
          </p:nvSpPr>
          <p:spPr>
            <a:xfrm>
              <a:off x="6531394" y="2475686"/>
              <a:ext cx="77811" cy="79382"/>
            </a:xfrm>
            <a:custGeom>
              <a:avLst/>
              <a:gdLst/>
              <a:ahLst/>
              <a:cxnLst/>
              <a:rect l="l" t="t" r="r" b="b"/>
              <a:pathLst>
                <a:path w="112395" h="112395">
                  <a:moveTo>
                    <a:pt x="0" y="0"/>
                  </a:moveTo>
                  <a:lnTo>
                    <a:pt x="112222" y="0"/>
                  </a:lnTo>
                  <a:lnTo>
                    <a:pt x="112222" y="112222"/>
                  </a:lnTo>
                  <a:lnTo>
                    <a:pt x="0" y="112222"/>
                  </a:lnTo>
                  <a:lnTo>
                    <a:pt x="0" y="0"/>
                  </a:lnTo>
                  <a:close/>
                </a:path>
              </a:pathLst>
            </a:custGeom>
            <a:ln w="9513">
              <a:solidFill>
                <a:srgbClr val="CC615A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8" name="object 198">
              <a:extLst>
                <a:ext uri="{FF2B5EF4-FFF2-40B4-BE49-F238E27FC236}">
                  <a16:creationId xmlns:a16="http://schemas.microsoft.com/office/drawing/2014/main" id="{87E20FF3-0900-53F5-D8F2-9CE0F00D2D78}"/>
                </a:ext>
              </a:extLst>
            </p:cNvPr>
            <p:cNvSpPr txBox="1"/>
            <p:nvPr/>
          </p:nvSpPr>
          <p:spPr>
            <a:xfrm>
              <a:off x="6653669" y="2397892"/>
              <a:ext cx="536735" cy="223102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1046" spc="-37" dirty="0">
                  <a:latin typeface="Trebuchet MS"/>
                  <a:cs typeface="Trebuchet MS"/>
                </a:rPr>
                <a:t>S</a:t>
              </a:r>
              <a:r>
                <a:rPr sz="1046" spc="-44" dirty="0">
                  <a:latin typeface="Trebuchet MS"/>
                  <a:cs typeface="Trebuchet MS"/>
                </a:rPr>
                <a:t>e</a:t>
              </a:r>
              <a:r>
                <a:rPr sz="1046" spc="-47" dirty="0">
                  <a:latin typeface="Trebuchet MS"/>
                  <a:cs typeface="Trebuchet MS"/>
                </a:rPr>
                <a:t>r</a:t>
              </a:r>
              <a:r>
                <a:rPr sz="1046" spc="-39" dirty="0">
                  <a:latin typeface="Trebuchet MS"/>
                  <a:cs typeface="Trebuchet MS"/>
                </a:rPr>
                <a:t>i</a:t>
              </a:r>
              <a:r>
                <a:rPr sz="1046" spc="-76" dirty="0">
                  <a:latin typeface="Trebuchet MS"/>
                  <a:cs typeface="Trebuchet MS"/>
                </a:rPr>
                <a:t>e</a:t>
              </a:r>
              <a:r>
                <a:rPr sz="1046" spc="-18" dirty="0">
                  <a:latin typeface="Trebuchet MS"/>
                  <a:cs typeface="Trebuchet MS"/>
                </a:rPr>
                <a:t>s2</a:t>
              </a:r>
              <a:endParaRPr sz="1046">
                <a:latin typeface="Trebuchet MS"/>
                <a:cs typeface="Trebuchet MS"/>
              </a:endParaRPr>
            </a:p>
          </p:txBody>
        </p:sp>
        <p:sp>
          <p:nvSpPr>
            <p:cNvPr id="199" name="object 199">
              <a:extLst>
                <a:ext uri="{FF2B5EF4-FFF2-40B4-BE49-F238E27FC236}">
                  <a16:creationId xmlns:a16="http://schemas.microsoft.com/office/drawing/2014/main" id="{143F605F-87D0-A913-B6B9-C377AE3E2F02}"/>
                </a:ext>
              </a:extLst>
            </p:cNvPr>
            <p:cNvSpPr/>
            <p:nvPr/>
          </p:nvSpPr>
          <p:spPr>
            <a:xfrm>
              <a:off x="4073210" y="854701"/>
              <a:ext cx="98454" cy="3600779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0" name="object 200">
              <a:extLst>
                <a:ext uri="{FF2B5EF4-FFF2-40B4-BE49-F238E27FC236}">
                  <a16:creationId xmlns:a16="http://schemas.microsoft.com/office/drawing/2014/main" id="{EACC0C42-F3A0-E858-8267-A9785AB0EA68}"/>
                </a:ext>
              </a:extLst>
            </p:cNvPr>
            <p:cNvSpPr/>
            <p:nvPr/>
          </p:nvSpPr>
          <p:spPr>
            <a:xfrm>
              <a:off x="4124025" y="873753"/>
              <a:ext cx="0" cy="3537274"/>
            </a:xfrm>
            <a:custGeom>
              <a:avLst/>
              <a:gdLst/>
              <a:ahLst/>
              <a:cxnLst/>
              <a:rect l="l" t="t" r="r" b="b"/>
              <a:pathLst>
                <a:path h="5074285">
                  <a:moveTo>
                    <a:pt x="0" y="0"/>
                  </a:moveTo>
                  <a:lnTo>
                    <a:pt x="1" y="5074000"/>
                  </a:lnTo>
                </a:path>
              </a:pathLst>
            </a:custGeom>
            <a:ln w="50730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1" name="object 201">
              <a:extLst>
                <a:ext uri="{FF2B5EF4-FFF2-40B4-BE49-F238E27FC236}">
                  <a16:creationId xmlns:a16="http://schemas.microsoft.com/office/drawing/2014/main" id="{2443E62A-452D-9FB3-5419-405D39E1AEF6}"/>
                </a:ext>
              </a:extLst>
            </p:cNvPr>
            <p:cNvSpPr/>
            <p:nvPr/>
          </p:nvSpPr>
          <p:spPr>
            <a:xfrm>
              <a:off x="3671453" y="967423"/>
              <a:ext cx="906733" cy="3494408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2" name="object 202">
              <a:extLst>
                <a:ext uri="{FF2B5EF4-FFF2-40B4-BE49-F238E27FC236}">
                  <a16:creationId xmlns:a16="http://schemas.microsoft.com/office/drawing/2014/main" id="{F5053F6F-BE41-8F9F-9D16-B5710E13E7CA}"/>
                </a:ext>
              </a:extLst>
            </p:cNvPr>
            <p:cNvSpPr/>
            <p:nvPr/>
          </p:nvSpPr>
          <p:spPr>
            <a:xfrm>
              <a:off x="3719092" y="988063"/>
              <a:ext cx="809867" cy="3422963"/>
            </a:xfrm>
            <a:custGeom>
              <a:avLst/>
              <a:gdLst/>
              <a:ahLst/>
              <a:cxnLst/>
              <a:rect l="l" t="t" r="r" b="b"/>
              <a:pathLst>
                <a:path w="1162050" h="4909185">
                  <a:moveTo>
                    <a:pt x="1161490" y="0"/>
                  </a:moveTo>
                  <a:lnTo>
                    <a:pt x="0" y="4909096"/>
                  </a:lnTo>
                </a:path>
              </a:pathLst>
            </a:custGeom>
            <a:ln w="50731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3" name="object 203">
              <a:extLst>
                <a:ext uri="{FF2B5EF4-FFF2-40B4-BE49-F238E27FC236}">
                  <a16:creationId xmlns:a16="http://schemas.microsoft.com/office/drawing/2014/main" id="{4984BEF2-5FDE-0201-908D-69CE00C5BC9A}"/>
                </a:ext>
              </a:extLst>
            </p:cNvPr>
            <p:cNvSpPr/>
            <p:nvPr/>
          </p:nvSpPr>
          <p:spPr>
            <a:xfrm>
              <a:off x="3285574" y="1005527"/>
              <a:ext cx="1676901" cy="3311828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4" name="object 204">
              <a:extLst>
                <a:ext uri="{FF2B5EF4-FFF2-40B4-BE49-F238E27FC236}">
                  <a16:creationId xmlns:a16="http://schemas.microsoft.com/office/drawing/2014/main" id="{F6A62E2D-68E4-8BF6-4F1F-C518D51C8259}"/>
                </a:ext>
              </a:extLst>
            </p:cNvPr>
            <p:cNvSpPr/>
            <p:nvPr/>
          </p:nvSpPr>
          <p:spPr>
            <a:xfrm>
              <a:off x="3331626" y="1030929"/>
              <a:ext cx="1583210" cy="3232446"/>
            </a:xfrm>
            <a:custGeom>
              <a:avLst/>
              <a:gdLst/>
              <a:ahLst/>
              <a:cxnLst/>
              <a:rect l="l" t="t" r="r" b="b"/>
              <a:pathLst>
                <a:path w="2270760" h="4637405">
                  <a:moveTo>
                    <a:pt x="2270721" y="0"/>
                  </a:moveTo>
                  <a:lnTo>
                    <a:pt x="0" y="4637282"/>
                  </a:lnTo>
                </a:path>
              </a:pathLst>
            </a:custGeom>
            <a:ln w="50733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5" name="object 205">
              <a:extLst>
                <a:ext uri="{FF2B5EF4-FFF2-40B4-BE49-F238E27FC236}">
                  <a16:creationId xmlns:a16="http://schemas.microsoft.com/office/drawing/2014/main" id="{C72D14BD-7BB6-9606-074A-6F012EA880E7}"/>
                </a:ext>
              </a:extLst>
            </p:cNvPr>
            <p:cNvSpPr/>
            <p:nvPr/>
          </p:nvSpPr>
          <p:spPr>
            <a:xfrm>
              <a:off x="2172405" y="2691606"/>
              <a:ext cx="3920708" cy="98434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6" name="object 206">
              <a:extLst>
                <a:ext uri="{FF2B5EF4-FFF2-40B4-BE49-F238E27FC236}">
                  <a16:creationId xmlns:a16="http://schemas.microsoft.com/office/drawing/2014/main" id="{657E94FB-703B-D349-EAD0-859335A86D5A}"/>
                </a:ext>
              </a:extLst>
            </p:cNvPr>
            <p:cNvSpPr/>
            <p:nvPr/>
          </p:nvSpPr>
          <p:spPr>
            <a:xfrm>
              <a:off x="2204164" y="2726534"/>
              <a:ext cx="3855602" cy="0"/>
            </a:xfrm>
            <a:custGeom>
              <a:avLst/>
              <a:gdLst/>
              <a:ahLst/>
              <a:cxnLst/>
              <a:rect l="l" t="t" r="r" b="b"/>
              <a:pathLst>
                <a:path w="5532755">
                  <a:moveTo>
                    <a:pt x="5532514" y="0"/>
                  </a:moveTo>
                  <a:lnTo>
                    <a:pt x="0" y="1"/>
                  </a:lnTo>
                </a:path>
              </a:pathLst>
            </a:custGeom>
            <a:ln w="50742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7" name="object 207">
              <a:extLst>
                <a:ext uri="{FF2B5EF4-FFF2-40B4-BE49-F238E27FC236}">
                  <a16:creationId xmlns:a16="http://schemas.microsoft.com/office/drawing/2014/main" id="{29BFD486-3164-83D5-3D65-63775287170D}"/>
                </a:ext>
              </a:extLst>
            </p:cNvPr>
            <p:cNvSpPr txBox="1"/>
            <p:nvPr/>
          </p:nvSpPr>
          <p:spPr>
            <a:xfrm>
              <a:off x="2023134" y="3988713"/>
              <a:ext cx="63519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08" name="object 208">
              <a:extLst>
                <a:ext uri="{FF2B5EF4-FFF2-40B4-BE49-F238E27FC236}">
                  <a16:creationId xmlns:a16="http://schemas.microsoft.com/office/drawing/2014/main" id="{6CC97097-C919-EE6D-6C15-B465C79275CB}"/>
                </a:ext>
              </a:extLst>
            </p:cNvPr>
            <p:cNvSpPr txBox="1"/>
            <p:nvPr/>
          </p:nvSpPr>
          <p:spPr>
            <a:xfrm>
              <a:off x="2127940" y="4096674"/>
              <a:ext cx="63519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09" name="object 209">
              <a:extLst>
                <a:ext uri="{FF2B5EF4-FFF2-40B4-BE49-F238E27FC236}">
                  <a16:creationId xmlns:a16="http://schemas.microsoft.com/office/drawing/2014/main" id="{AE3EEB92-5321-293C-0564-0E61197A5EB5}"/>
                </a:ext>
              </a:extLst>
            </p:cNvPr>
            <p:cNvSpPr txBox="1"/>
            <p:nvPr/>
          </p:nvSpPr>
          <p:spPr>
            <a:xfrm>
              <a:off x="2980683" y="4096674"/>
              <a:ext cx="61932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0" name="object 210">
              <a:extLst>
                <a:ext uri="{FF2B5EF4-FFF2-40B4-BE49-F238E27FC236}">
                  <a16:creationId xmlns:a16="http://schemas.microsoft.com/office/drawing/2014/main" id="{715E1AAE-6651-2BC5-67DC-D54EAF6C0EB1}"/>
                </a:ext>
              </a:extLst>
            </p:cNvPr>
            <p:cNvSpPr txBox="1"/>
            <p:nvPr/>
          </p:nvSpPr>
          <p:spPr>
            <a:xfrm>
              <a:off x="3809606" y="4096674"/>
              <a:ext cx="107982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1" name="object 211">
              <a:extLst>
                <a:ext uri="{FF2B5EF4-FFF2-40B4-BE49-F238E27FC236}">
                  <a16:creationId xmlns:a16="http://schemas.microsoft.com/office/drawing/2014/main" id="{6CB2993E-8385-4E2F-B054-CB6621F685B0}"/>
                </a:ext>
              </a:extLst>
            </p:cNvPr>
            <p:cNvSpPr txBox="1"/>
            <p:nvPr/>
          </p:nvSpPr>
          <p:spPr>
            <a:xfrm>
              <a:off x="4662348" y="4096674"/>
              <a:ext cx="106394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2" name="object 212">
              <a:extLst>
                <a:ext uri="{FF2B5EF4-FFF2-40B4-BE49-F238E27FC236}">
                  <a16:creationId xmlns:a16="http://schemas.microsoft.com/office/drawing/2014/main" id="{3D1FCE54-2654-E7FC-E231-61E76202E39C}"/>
                </a:ext>
              </a:extLst>
            </p:cNvPr>
            <p:cNvSpPr txBox="1"/>
            <p:nvPr/>
          </p:nvSpPr>
          <p:spPr>
            <a:xfrm>
              <a:off x="5513503" y="4096674"/>
              <a:ext cx="107982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3" name="object 213">
              <a:extLst>
                <a:ext uri="{FF2B5EF4-FFF2-40B4-BE49-F238E27FC236}">
                  <a16:creationId xmlns:a16="http://schemas.microsoft.com/office/drawing/2014/main" id="{14052B1F-89C6-9228-63D0-38894C119BE7}"/>
                </a:ext>
              </a:extLst>
            </p:cNvPr>
            <p:cNvSpPr txBox="1"/>
            <p:nvPr/>
          </p:nvSpPr>
          <p:spPr>
            <a:xfrm>
              <a:off x="6366244" y="4096674"/>
              <a:ext cx="107982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25</a:t>
              </a:r>
              <a:endParaRPr sz="523">
                <a:latin typeface="Trebuchet MS"/>
                <a:cs typeface="Trebuchet MS"/>
              </a:endParaRPr>
            </a:p>
          </p:txBody>
        </p:sp>
      </p:grpSp>
      <p:sp>
        <p:nvSpPr>
          <p:cNvPr id="2" name="object 2">
            <a:extLst>
              <a:ext uri="{FF2B5EF4-FFF2-40B4-BE49-F238E27FC236}">
                <a16:creationId xmlns:a16="http://schemas.microsoft.com/office/drawing/2014/main" id="{91196D7F-182D-877E-1756-D8D9939E1D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5223" y="346306"/>
            <a:ext cx="6725841" cy="365442"/>
          </a:xfrm>
        </p:spPr>
        <p:txBody>
          <a:bodyPr spcFirstLastPara="1" wrap="square" lIns="0" tIns="6308" rIns="0" bIns="0" rtlCol="0" anchor="t" anchorCtr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pc="-2" dirty="0" err="1">
                <a:solidFill>
                  <a:schemeClr val="tx1"/>
                </a:solidFill>
              </a:rPr>
              <a:t>Aprendiza</a:t>
            </a:r>
            <a:r>
              <a:rPr lang="en-US" spc="-2" dirty="0" err="1">
                <a:solidFill>
                  <a:schemeClr val="tx1"/>
                </a:solidFill>
              </a:rPr>
              <a:t>gem</a:t>
            </a:r>
            <a:r>
              <a:rPr spc="-21" dirty="0">
                <a:solidFill>
                  <a:schemeClr val="tx1"/>
                </a:solidFill>
              </a:rPr>
              <a:t> </a:t>
            </a:r>
            <a:r>
              <a:rPr spc="-2" dirty="0" err="1">
                <a:solidFill>
                  <a:schemeClr val="tx1"/>
                </a:solidFill>
              </a:rPr>
              <a:t>Supervisionad</a:t>
            </a:r>
            <a:r>
              <a:rPr lang="en-US" spc="-2" dirty="0" err="1">
                <a:solidFill>
                  <a:schemeClr val="tx1"/>
                </a:solidFill>
              </a:rPr>
              <a:t>a</a:t>
            </a:r>
            <a:endParaRPr spc="-2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5" name="Agrupar 217">
            <a:extLst>
              <a:ext uri="{FF2B5EF4-FFF2-40B4-BE49-F238E27FC236}">
                <a16:creationId xmlns:a16="http://schemas.microsoft.com/office/drawing/2014/main" id="{46500255-CBA8-9FC0-1B7F-B5943A35AE1F}"/>
              </a:ext>
            </a:extLst>
          </p:cNvPr>
          <p:cNvGrpSpPr>
            <a:grpSpLocks/>
          </p:cNvGrpSpPr>
          <p:nvPr/>
        </p:nvGrpSpPr>
        <p:grpSpPr bwMode="auto">
          <a:xfrm>
            <a:off x="2668191" y="1559719"/>
            <a:ext cx="3918347" cy="2705100"/>
            <a:chOff x="1965968" y="854701"/>
            <a:chExt cx="5224436" cy="360713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DCF52966-5FDB-2B7C-EF2F-73220D8321E9}"/>
                </a:ext>
              </a:extLst>
            </p:cNvPr>
            <p:cNvSpPr/>
            <p:nvPr/>
          </p:nvSpPr>
          <p:spPr>
            <a:xfrm>
              <a:off x="2146942" y="3452089"/>
              <a:ext cx="4267179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C9CCEA1-3532-83C8-B405-C32DB8317C55}"/>
                </a:ext>
              </a:extLst>
            </p:cNvPr>
            <p:cNvSpPr/>
            <p:nvPr/>
          </p:nvSpPr>
          <p:spPr>
            <a:xfrm>
              <a:off x="2146942" y="2864660"/>
              <a:ext cx="4267179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F9B574C-C2D8-5316-1562-49D96884DEE5}"/>
                </a:ext>
              </a:extLst>
            </p:cNvPr>
            <p:cNvSpPr/>
            <p:nvPr/>
          </p:nvSpPr>
          <p:spPr>
            <a:xfrm>
              <a:off x="2146942" y="2275644"/>
              <a:ext cx="4267179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FA232E2-01AF-323A-B0AB-B1936BBD3D0C}"/>
                </a:ext>
              </a:extLst>
            </p:cNvPr>
            <p:cNvSpPr/>
            <p:nvPr/>
          </p:nvSpPr>
          <p:spPr>
            <a:xfrm>
              <a:off x="2146942" y="1688215"/>
              <a:ext cx="4267179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F7B17554-FB9B-CF9A-0EDD-1154957591F0}"/>
                </a:ext>
              </a:extLst>
            </p:cNvPr>
            <p:cNvSpPr/>
            <p:nvPr/>
          </p:nvSpPr>
          <p:spPr>
            <a:xfrm>
              <a:off x="2146942" y="1102374"/>
              <a:ext cx="4267179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C4B377F2-9CCB-319F-8D28-38062FBA7D7B}"/>
                </a:ext>
              </a:extLst>
            </p:cNvPr>
            <p:cNvSpPr/>
            <p:nvPr/>
          </p:nvSpPr>
          <p:spPr>
            <a:xfrm>
              <a:off x="2146942" y="1102374"/>
              <a:ext cx="0" cy="2937144"/>
            </a:xfrm>
            <a:custGeom>
              <a:avLst/>
              <a:gdLst/>
              <a:ahLst/>
              <a:cxnLst/>
              <a:rect l="l" t="t" r="r" b="b"/>
              <a:pathLst>
                <a:path h="4213860">
                  <a:moveTo>
                    <a:pt x="0" y="4213490"/>
                  </a:moveTo>
                  <a:lnTo>
                    <a:pt x="0" y="0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517047ED-87D6-A369-1838-6BA438E60A03}"/>
                </a:ext>
              </a:extLst>
            </p:cNvPr>
            <p:cNvSpPr/>
            <p:nvPr/>
          </p:nvSpPr>
          <p:spPr>
            <a:xfrm>
              <a:off x="2118367" y="4037930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D5D94E34-8B73-31CD-BD8A-652F12E80301}"/>
                </a:ext>
              </a:extLst>
            </p:cNvPr>
            <p:cNvSpPr/>
            <p:nvPr/>
          </p:nvSpPr>
          <p:spPr>
            <a:xfrm>
              <a:off x="2118367" y="3452089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E1A1F2D6-EF97-FCB2-4FCF-8BA4D3E2E183}"/>
                </a:ext>
              </a:extLst>
            </p:cNvPr>
            <p:cNvSpPr/>
            <p:nvPr/>
          </p:nvSpPr>
          <p:spPr>
            <a:xfrm>
              <a:off x="2118367" y="2864660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C6417F4-C57F-AD35-EF67-CFA0B5F7E726}"/>
                </a:ext>
              </a:extLst>
            </p:cNvPr>
            <p:cNvSpPr/>
            <p:nvPr/>
          </p:nvSpPr>
          <p:spPr>
            <a:xfrm>
              <a:off x="2118367" y="2275644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0CEDFEB1-F8E6-1E2B-1403-505934C8F4CF}"/>
                </a:ext>
              </a:extLst>
            </p:cNvPr>
            <p:cNvSpPr/>
            <p:nvPr/>
          </p:nvSpPr>
          <p:spPr>
            <a:xfrm>
              <a:off x="2118367" y="1688215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E216E51C-46D5-E6C8-7098-737C48863381}"/>
                </a:ext>
              </a:extLst>
            </p:cNvPr>
            <p:cNvSpPr/>
            <p:nvPr/>
          </p:nvSpPr>
          <p:spPr>
            <a:xfrm>
              <a:off x="2118367" y="1102374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C2401077-5532-52BF-6DBA-AEBE6AEC80C9}"/>
                </a:ext>
              </a:extLst>
            </p:cNvPr>
            <p:cNvSpPr/>
            <p:nvPr/>
          </p:nvSpPr>
          <p:spPr>
            <a:xfrm>
              <a:off x="2146942" y="4039517"/>
              <a:ext cx="4267179" cy="0"/>
            </a:xfrm>
            <a:custGeom>
              <a:avLst/>
              <a:gdLst/>
              <a:ahLst/>
              <a:cxnLst/>
              <a:rect l="l" t="t" r="r" b="b"/>
              <a:pathLst>
                <a:path w="6123305">
                  <a:moveTo>
                    <a:pt x="0" y="0"/>
                  </a:moveTo>
                  <a:lnTo>
                    <a:pt x="612305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4E15356A-5C2E-247E-A5C9-4143BDA9E114}"/>
                </a:ext>
              </a:extLst>
            </p:cNvPr>
            <p:cNvSpPr/>
            <p:nvPr/>
          </p:nvSpPr>
          <p:spPr>
            <a:xfrm>
              <a:off x="2146942" y="4037930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8965DDFF-A3D4-01C4-A62F-9A26FF1D254D}"/>
                </a:ext>
              </a:extLst>
            </p:cNvPr>
            <p:cNvSpPr/>
            <p:nvPr/>
          </p:nvSpPr>
          <p:spPr>
            <a:xfrm>
              <a:off x="2999425" y="4037930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54EA660A-9F74-EB95-9A1C-3CF305AA62DF}"/>
                </a:ext>
              </a:extLst>
            </p:cNvPr>
            <p:cNvSpPr/>
            <p:nvPr/>
          </p:nvSpPr>
          <p:spPr>
            <a:xfrm>
              <a:off x="3853496" y="4037930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2EC4D0C4-719D-8971-3A11-DF6116551246}"/>
                </a:ext>
              </a:extLst>
            </p:cNvPr>
            <p:cNvSpPr/>
            <p:nvPr/>
          </p:nvSpPr>
          <p:spPr>
            <a:xfrm>
              <a:off x="4709154" y="4037930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8A3E51C9-C5D6-8741-1479-4F0E527E3C5F}"/>
                </a:ext>
              </a:extLst>
            </p:cNvPr>
            <p:cNvSpPr/>
            <p:nvPr/>
          </p:nvSpPr>
          <p:spPr>
            <a:xfrm>
              <a:off x="5560050" y="4037930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5880F9D8-3B46-DA56-4086-4131EABEE27E}"/>
                </a:ext>
              </a:extLst>
            </p:cNvPr>
            <p:cNvSpPr/>
            <p:nvPr/>
          </p:nvSpPr>
          <p:spPr>
            <a:xfrm>
              <a:off x="6414121" y="4037930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504AC91C-A41B-9CE3-7EC6-83A405CFA642}"/>
                </a:ext>
              </a:extLst>
            </p:cNvPr>
            <p:cNvSpPr/>
            <p:nvPr/>
          </p:nvSpPr>
          <p:spPr>
            <a:xfrm>
              <a:off x="2413641" y="1631060"/>
              <a:ext cx="144461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CE060320-C828-2809-47B2-C08082C9E3B8}"/>
                </a:ext>
              </a:extLst>
            </p:cNvPr>
            <p:cNvSpPr/>
            <p:nvPr/>
          </p:nvSpPr>
          <p:spPr>
            <a:xfrm>
              <a:off x="2245367" y="1515161"/>
              <a:ext cx="144461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3F6925B8-8891-2E2F-A131-3B4D581B35BA}"/>
                </a:ext>
              </a:extLst>
            </p:cNvPr>
            <p:cNvSpPr/>
            <p:nvPr/>
          </p:nvSpPr>
          <p:spPr>
            <a:xfrm>
              <a:off x="3610610" y="2220076"/>
              <a:ext cx="144461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AE0B89A2-FBF5-D2E2-B095-5B74E33573D7}"/>
                </a:ext>
              </a:extLst>
            </p:cNvPr>
            <p:cNvSpPr/>
            <p:nvPr/>
          </p:nvSpPr>
          <p:spPr>
            <a:xfrm>
              <a:off x="3267712" y="2104178"/>
              <a:ext cx="144461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8A264DB4-BF0A-3F02-7D70-F2DCE0431620}"/>
                </a:ext>
              </a:extLst>
            </p:cNvPr>
            <p:cNvSpPr/>
            <p:nvPr/>
          </p:nvSpPr>
          <p:spPr>
            <a:xfrm>
              <a:off x="3610610" y="1396089"/>
              <a:ext cx="144461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68E5B86A-1955-5982-3A65-AB74C55A27A7}"/>
                </a:ext>
              </a:extLst>
            </p:cNvPr>
            <p:cNvSpPr/>
            <p:nvPr/>
          </p:nvSpPr>
          <p:spPr>
            <a:xfrm>
              <a:off x="3610610" y="2104178"/>
              <a:ext cx="144461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4A3917F9-5B59-07EB-81AF-E225BC749218}"/>
                </a:ext>
              </a:extLst>
            </p:cNvPr>
            <p:cNvSpPr/>
            <p:nvPr/>
          </p:nvSpPr>
          <p:spPr>
            <a:xfrm>
              <a:off x="2769239" y="1758072"/>
              <a:ext cx="125411" cy="1254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253BC892-4423-23D6-4CFE-76FF7B73F93B}"/>
                </a:ext>
              </a:extLst>
            </p:cNvPr>
            <p:cNvSpPr/>
            <p:nvPr/>
          </p:nvSpPr>
          <p:spPr>
            <a:xfrm>
              <a:off x="2754951" y="1985104"/>
              <a:ext cx="144462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493BB0E3-D2A5-2AC1-B1E6-1CEDB9E52CD7}"/>
                </a:ext>
              </a:extLst>
            </p:cNvPr>
            <p:cNvSpPr/>
            <p:nvPr/>
          </p:nvSpPr>
          <p:spPr>
            <a:xfrm>
              <a:off x="3610610" y="2453460"/>
              <a:ext cx="144461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874DBEF2-0846-0895-4179-7940D7FF9636}"/>
                </a:ext>
              </a:extLst>
            </p:cNvPr>
            <p:cNvSpPr/>
            <p:nvPr/>
          </p:nvSpPr>
          <p:spPr>
            <a:xfrm>
              <a:off x="3439161" y="2453460"/>
              <a:ext cx="144461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1D427461-B633-1CD1-DDFE-8E896EB2E323}"/>
                </a:ext>
              </a:extLst>
            </p:cNvPr>
            <p:cNvSpPr/>
            <p:nvPr/>
          </p:nvSpPr>
          <p:spPr>
            <a:xfrm>
              <a:off x="3267712" y="2453460"/>
              <a:ext cx="144461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39E1EC6B-1586-8AA8-961D-C3C9DA258AF3}"/>
                </a:ext>
              </a:extLst>
            </p:cNvPr>
            <p:cNvSpPr/>
            <p:nvPr/>
          </p:nvSpPr>
          <p:spPr>
            <a:xfrm>
              <a:off x="2413641" y="1396089"/>
              <a:ext cx="144461" cy="2635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C00345C8-B393-6581-0409-645B4C9509A8}"/>
                </a:ext>
              </a:extLst>
            </p:cNvPr>
            <p:cNvSpPr/>
            <p:nvPr/>
          </p:nvSpPr>
          <p:spPr>
            <a:xfrm>
              <a:off x="3439161" y="1396089"/>
              <a:ext cx="144461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1E0665A1-9098-337C-89DD-8CC0EBE1FEAD}"/>
                </a:ext>
              </a:extLst>
            </p:cNvPr>
            <p:cNvSpPr/>
            <p:nvPr/>
          </p:nvSpPr>
          <p:spPr>
            <a:xfrm>
              <a:off x="3097849" y="2104178"/>
              <a:ext cx="144462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B54F8D59-EEC7-00DB-1E13-2D8F884BED2F}"/>
                </a:ext>
              </a:extLst>
            </p:cNvPr>
            <p:cNvSpPr/>
            <p:nvPr/>
          </p:nvSpPr>
          <p:spPr>
            <a:xfrm>
              <a:off x="3267712" y="1985104"/>
              <a:ext cx="144461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8AE375DD-BD03-1E36-C94F-3B081A247B43}"/>
                </a:ext>
              </a:extLst>
            </p:cNvPr>
            <p:cNvSpPr/>
            <p:nvPr/>
          </p:nvSpPr>
          <p:spPr>
            <a:xfrm>
              <a:off x="2926400" y="1631060"/>
              <a:ext cx="144462" cy="38262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C9D5253A-184E-C2C3-8AC4-CCBB5019D510}"/>
                </a:ext>
              </a:extLst>
            </p:cNvPr>
            <p:cNvSpPr/>
            <p:nvPr/>
          </p:nvSpPr>
          <p:spPr>
            <a:xfrm>
              <a:off x="3453448" y="1993043"/>
              <a:ext cx="123824" cy="24290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877BBA0C-975B-F667-DD47-BB9BE1553359}"/>
                </a:ext>
              </a:extLst>
            </p:cNvPr>
            <p:cNvSpPr/>
            <p:nvPr/>
          </p:nvSpPr>
          <p:spPr>
            <a:xfrm>
              <a:off x="2427928" y="1993043"/>
              <a:ext cx="123824" cy="12542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0B025DDF-D30D-5892-1A99-38AC1CDA3BA5}"/>
                </a:ext>
              </a:extLst>
            </p:cNvPr>
            <p:cNvSpPr/>
            <p:nvPr/>
          </p:nvSpPr>
          <p:spPr>
            <a:xfrm>
              <a:off x="2245367" y="1631060"/>
              <a:ext cx="144461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48F3BBF3-44D9-BFDB-BACC-65A67ED4C543}"/>
                </a:ext>
              </a:extLst>
            </p:cNvPr>
            <p:cNvSpPr/>
            <p:nvPr/>
          </p:nvSpPr>
          <p:spPr>
            <a:xfrm>
              <a:off x="3097849" y="1515161"/>
              <a:ext cx="144462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E44DB760-10A4-3E72-8B52-808B1E633D33}"/>
                </a:ext>
              </a:extLst>
            </p:cNvPr>
            <p:cNvSpPr/>
            <p:nvPr/>
          </p:nvSpPr>
          <p:spPr>
            <a:xfrm>
              <a:off x="3794759" y="1405614"/>
              <a:ext cx="125411" cy="1238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CA46F682-8E48-D809-8D96-859E85C37BCE}"/>
                </a:ext>
              </a:extLst>
            </p:cNvPr>
            <p:cNvSpPr/>
            <p:nvPr/>
          </p:nvSpPr>
          <p:spPr>
            <a:xfrm>
              <a:off x="2754951" y="2220076"/>
              <a:ext cx="144462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49672DE6-5115-7019-9585-4A945EA09C8C}"/>
                </a:ext>
              </a:extLst>
            </p:cNvPr>
            <p:cNvSpPr/>
            <p:nvPr/>
          </p:nvSpPr>
          <p:spPr>
            <a:xfrm>
              <a:off x="3439161" y="1985104"/>
              <a:ext cx="144461" cy="14447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D33EC780-E1DA-A4F5-2606-853AD561F3DC}"/>
                </a:ext>
              </a:extLst>
            </p:cNvPr>
            <p:cNvSpPr/>
            <p:nvPr/>
          </p:nvSpPr>
          <p:spPr>
            <a:xfrm>
              <a:off x="2245367" y="2104178"/>
              <a:ext cx="144461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4ECBC1C8-B923-B254-DC9B-E91D629BCA57}"/>
                </a:ext>
              </a:extLst>
            </p:cNvPr>
            <p:cNvSpPr/>
            <p:nvPr/>
          </p:nvSpPr>
          <p:spPr>
            <a:xfrm>
              <a:off x="2413641" y="1869207"/>
              <a:ext cx="144461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A6B250B7-0C46-44A7-7E62-B5134CA8AD2B}"/>
                </a:ext>
              </a:extLst>
            </p:cNvPr>
            <p:cNvSpPr/>
            <p:nvPr/>
          </p:nvSpPr>
          <p:spPr>
            <a:xfrm>
              <a:off x="3439161" y="1631060"/>
              <a:ext cx="144461" cy="2635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C1F4C8C8-6ACE-9FDE-43DA-F73F17C9F9C1}"/>
                </a:ext>
              </a:extLst>
            </p:cNvPr>
            <p:cNvSpPr/>
            <p:nvPr/>
          </p:nvSpPr>
          <p:spPr>
            <a:xfrm>
              <a:off x="3097849" y="1869207"/>
              <a:ext cx="144462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6E574062-AC3D-E5FE-3D84-2796A273FEA9}"/>
                </a:ext>
              </a:extLst>
            </p:cNvPr>
            <p:cNvSpPr/>
            <p:nvPr/>
          </p:nvSpPr>
          <p:spPr>
            <a:xfrm>
              <a:off x="3112137" y="2347088"/>
              <a:ext cx="123824" cy="1238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3E1EFCBF-8415-8847-D885-EF0253603116}"/>
                </a:ext>
              </a:extLst>
            </p:cNvPr>
            <p:cNvSpPr/>
            <p:nvPr/>
          </p:nvSpPr>
          <p:spPr>
            <a:xfrm>
              <a:off x="3267712" y="1515161"/>
              <a:ext cx="144461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950B295E-6F84-924E-1A48-14AB355BCD41}"/>
                </a:ext>
              </a:extLst>
            </p:cNvPr>
            <p:cNvSpPr/>
            <p:nvPr/>
          </p:nvSpPr>
          <p:spPr>
            <a:xfrm>
              <a:off x="2585090" y="2220076"/>
              <a:ext cx="144461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481F3BB8-DC3A-80E3-6A61-6380B0598E7D}"/>
                </a:ext>
              </a:extLst>
            </p:cNvPr>
            <p:cNvSpPr/>
            <p:nvPr/>
          </p:nvSpPr>
          <p:spPr>
            <a:xfrm>
              <a:off x="2585090" y="1631060"/>
              <a:ext cx="144461" cy="38262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DB952A99-D569-8314-BFBF-C4A70A5E699E}"/>
                </a:ext>
              </a:extLst>
            </p:cNvPr>
            <p:cNvSpPr/>
            <p:nvPr/>
          </p:nvSpPr>
          <p:spPr>
            <a:xfrm>
              <a:off x="3267712" y="2220076"/>
              <a:ext cx="144461" cy="2635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C98D5817-5BAB-A079-9D45-FEB201E4056C}"/>
                </a:ext>
              </a:extLst>
            </p:cNvPr>
            <p:cNvSpPr/>
            <p:nvPr/>
          </p:nvSpPr>
          <p:spPr>
            <a:xfrm>
              <a:off x="2926400" y="1396089"/>
              <a:ext cx="144462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12961A69-9325-D360-D181-C6DE93BB2974}"/>
                </a:ext>
              </a:extLst>
            </p:cNvPr>
            <p:cNvSpPr/>
            <p:nvPr/>
          </p:nvSpPr>
          <p:spPr>
            <a:xfrm>
              <a:off x="3794759" y="2462986"/>
              <a:ext cx="125411" cy="1238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3EA1CEA5-18A5-C4E0-F90B-E6096546ADC2}"/>
                </a:ext>
              </a:extLst>
            </p:cNvPr>
            <p:cNvSpPr/>
            <p:nvPr/>
          </p:nvSpPr>
          <p:spPr>
            <a:xfrm>
              <a:off x="2926400" y="2220076"/>
              <a:ext cx="144462" cy="2635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378DFD39-2120-478B-AF08-A18AADF0D2BD}"/>
                </a:ext>
              </a:extLst>
            </p:cNvPr>
            <p:cNvSpPr/>
            <p:nvPr/>
          </p:nvSpPr>
          <p:spPr>
            <a:xfrm>
              <a:off x="2427928" y="2462986"/>
              <a:ext cx="123824" cy="1238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B48D4086-C425-2780-5B9B-8ABCDA6503EA}"/>
                </a:ext>
              </a:extLst>
            </p:cNvPr>
            <p:cNvSpPr/>
            <p:nvPr/>
          </p:nvSpPr>
          <p:spPr>
            <a:xfrm>
              <a:off x="2585090" y="1396089"/>
              <a:ext cx="144461" cy="26354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62109ED1-11DD-9AA1-3C36-4F4FC61113E1}"/>
                </a:ext>
              </a:extLst>
            </p:cNvPr>
            <p:cNvSpPr/>
            <p:nvPr/>
          </p:nvSpPr>
          <p:spPr>
            <a:xfrm>
              <a:off x="2245367" y="2453460"/>
              <a:ext cx="144461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9664A086-E5FE-11AD-C96C-8A63EE189B6E}"/>
                </a:ext>
              </a:extLst>
            </p:cNvPr>
            <p:cNvSpPr/>
            <p:nvPr/>
          </p:nvSpPr>
          <p:spPr>
            <a:xfrm>
              <a:off x="2585090" y="1985104"/>
              <a:ext cx="144461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4EA2AB98-0160-08E2-E2AC-F569FF363B8E}"/>
                </a:ext>
              </a:extLst>
            </p:cNvPr>
            <p:cNvSpPr/>
            <p:nvPr/>
          </p:nvSpPr>
          <p:spPr>
            <a:xfrm>
              <a:off x="4804404" y="2807505"/>
              <a:ext cx="144461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FF6D8387-C7AC-DEE6-2DFE-2F9AE50255F5}"/>
                </a:ext>
              </a:extLst>
            </p:cNvPr>
            <p:cNvSpPr/>
            <p:nvPr/>
          </p:nvSpPr>
          <p:spPr>
            <a:xfrm>
              <a:off x="5487025" y="3161550"/>
              <a:ext cx="144461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7D2C4FE2-775E-B02F-0179-DEFD73623D9A}"/>
                </a:ext>
              </a:extLst>
            </p:cNvPr>
            <p:cNvSpPr/>
            <p:nvPr/>
          </p:nvSpPr>
          <p:spPr>
            <a:xfrm>
              <a:off x="4464681" y="2807505"/>
              <a:ext cx="144461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0EE4DEE0-0BA0-DEBB-2108-4EDDFD4BA9FF}"/>
                </a:ext>
              </a:extLst>
            </p:cNvPr>
            <p:cNvSpPr/>
            <p:nvPr/>
          </p:nvSpPr>
          <p:spPr>
            <a:xfrm>
              <a:off x="4636130" y="3277448"/>
              <a:ext cx="144461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FBD6699F-DED6-6604-F91A-B5CB599977B8}"/>
                </a:ext>
              </a:extLst>
            </p:cNvPr>
            <p:cNvSpPr/>
            <p:nvPr/>
          </p:nvSpPr>
          <p:spPr>
            <a:xfrm>
              <a:off x="4974265" y="3864876"/>
              <a:ext cx="144462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3402FB6E-8A7E-B98F-C2E4-97AAA9DA8D0F}"/>
                </a:ext>
              </a:extLst>
            </p:cNvPr>
            <p:cNvSpPr/>
            <p:nvPr/>
          </p:nvSpPr>
          <p:spPr>
            <a:xfrm>
              <a:off x="5145714" y="3277448"/>
              <a:ext cx="144462" cy="26354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71CABFA9-6CD7-561F-6565-95B55C57E5A9}"/>
                </a:ext>
              </a:extLst>
            </p:cNvPr>
            <p:cNvSpPr/>
            <p:nvPr/>
          </p:nvSpPr>
          <p:spPr>
            <a:xfrm>
              <a:off x="4302756" y="2926579"/>
              <a:ext cx="133349" cy="36992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D64E42AF-20CD-B20B-A9DA-D87E24041DA6}"/>
                </a:ext>
              </a:extLst>
            </p:cNvPr>
            <p:cNvSpPr/>
            <p:nvPr/>
          </p:nvSpPr>
          <p:spPr>
            <a:xfrm>
              <a:off x="4804404" y="3510832"/>
              <a:ext cx="144461" cy="14606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9" name="object 69">
              <a:extLst>
                <a:ext uri="{FF2B5EF4-FFF2-40B4-BE49-F238E27FC236}">
                  <a16:creationId xmlns:a16="http://schemas.microsoft.com/office/drawing/2014/main" id="{016AA88C-6192-AF58-D6A5-E0661921F315}"/>
                </a:ext>
              </a:extLst>
            </p:cNvPr>
            <p:cNvSpPr/>
            <p:nvPr/>
          </p:nvSpPr>
          <p:spPr>
            <a:xfrm>
              <a:off x="5666412" y="3748979"/>
              <a:ext cx="133349" cy="252435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0" name="object 70">
              <a:extLst>
                <a:ext uri="{FF2B5EF4-FFF2-40B4-BE49-F238E27FC236}">
                  <a16:creationId xmlns:a16="http://schemas.microsoft.com/office/drawing/2014/main" id="{E9095099-5C38-1ED0-E8AB-1BB801149722}"/>
                </a:ext>
              </a:extLst>
            </p:cNvPr>
            <p:cNvSpPr/>
            <p:nvPr/>
          </p:nvSpPr>
          <p:spPr>
            <a:xfrm>
              <a:off x="4293231" y="2807505"/>
              <a:ext cx="146049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4E929961-3EA5-0D41-70E0-0B4BA075009A}"/>
                </a:ext>
              </a:extLst>
            </p:cNvPr>
            <p:cNvSpPr/>
            <p:nvPr/>
          </p:nvSpPr>
          <p:spPr>
            <a:xfrm>
              <a:off x="4636130" y="3745803"/>
              <a:ext cx="144461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2" name="object 72">
              <a:extLst>
                <a:ext uri="{FF2B5EF4-FFF2-40B4-BE49-F238E27FC236}">
                  <a16:creationId xmlns:a16="http://schemas.microsoft.com/office/drawing/2014/main" id="{1BA7AD0D-DE16-0833-D121-AE010D9D5B9D}"/>
                </a:ext>
              </a:extLst>
            </p:cNvPr>
            <p:cNvSpPr/>
            <p:nvPr/>
          </p:nvSpPr>
          <p:spPr>
            <a:xfrm>
              <a:off x="4974265" y="3277448"/>
              <a:ext cx="144462" cy="26354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3" name="object 73">
              <a:extLst>
                <a:ext uri="{FF2B5EF4-FFF2-40B4-BE49-F238E27FC236}">
                  <a16:creationId xmlns:a16="http://schemas.microsoft.com/office/drawing/2014/main" id="{08D6E518-66B6-149E-9015-B571D55B8095}"/>
                </a:ext>
              </a:extLst>
            </p:cNvPr>
            <p:cNvSpPr/>
            <p:nvPr/>
          </p:nvSpPr>
          <p:spPr>
            <a:xfrm>
              <a:off x="5837861" y="2926579"/>
              <a:ext cx="133349" cy="36992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4" name="object 74">
              <a:extLst>
                <a:ext uri="{FF2B5EF4-FFF2-40B4-BE49-F238E27FC236}">
                  <a16:creationId xmlns:a16="http://schemas.microsoft.com/office/drawing/2014/main" id="{E194E689-5041-102D-D3DC-0E1EC411F5E9}"/>
                </a:ext>
              </a:extLst>
            </p:cNvPr>
            <p:cNvSpPr/>
            <p:nvPr/>
          </p:nvSpPr>
          <p:spPr>
            <a:xfrm>
              <a:off x="4302756" y="3748979"/>
              <a:ext cx="133349" cy="252435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5" name="object 75">
              <a:extLst>
                <a:ext uri="{FF2B5EF4-FFF2-40B4-BE49-F238E27FC236}">
                  <a16:creationId xmlns:a16="http://schemas.microsoft.com/office/drawing/2014/main" id="{0BEBDCFC-5CB6-AF12-45E4-E8CD9104A5E1}"/>
                </a:ext>
              </a:extLst>
            </p:cNvPr>
            <p:cNvSpPr/>
            <p:nvPr/>
          </p:nvSpPr>
          <p:spPr>
            <a:xfrm>
              <a:off x="4464681" y="3042476"/>
              <a:ext cx="144461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6" name="object 76">
              <a:extLst>
                <a:ext uri="{FF2B5EF4-FFF2-40B4-BE49-F238E27FC236}">
                  <a16:creationId xmlns:a16="http://schemas.microsoft.com/office/drawing/2014/main" id="{A7AC8DFD-1EEA-4C6C-96A4-E913F1F3945D}"/>
                </a:ext>
              </a:extLst>
            </p:cNvPr>
            <p:cNvSpPr/>
            <p:nvPr/>
          </p:nvSpPr>
          <p:spPr>
            <a:xfrm>
              <a:off x="4636130" y="3042476"/>
              <a:ext cx="144461" cy="26354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7" name="object 77">
              <a:extLst>
                <a:ext uri="{FF2B5EF4-FFF2-40B4-BE49-F238E27FC236}">
                  <a16:creationId xmlns:a16="http://schemas.microsoft.com/office/drawing/2014/main" id="{9704FBD1-18E5-2A4D-F2E8-34660EC90F5C}"/>
                </a:ext>
              </a:extLst>
            </p:cNvPr>
            <p:cNvSpPr/>
            <p:nvPr/>
          </p:nvSpPr>
          <p:spPr>
            <a:xfrm>
              <a:off x="5487025" y="2807505"/>
              <a:ext cx="144461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8" name="object 78">
              <a:extLst>
                <a:ext uri="{FF2B5EF4-FFF2-40B4-BE49-F238E27FC236}">
                  <a16:creationId xmlns:a16="http://schemas.microsoft.com/office/drawing/2014/main" id="{802E0673-E7AA-036E-06DE-BF6C5AF7A15B}"/>
                </a:ext>
              </a:extLst>
            </p:cNvPr>
            <p:cNvSpPr/>
            <p:nvPr/>
          </p:nvSpPr>
          <p:spPr>
            <a:xfrm>
              <a:off x="4974265" y="3629905"/>
              <a:ext cx="144462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9" name="object 79">
              <a:extLst>
                <a:ext uri="{FF2B5EF4-FFF2-40B4-BE49-F238E27FC236}">
                  <a16:creationId xmlns:a16="http://schemas.microsoft.com/office/drawing/2014/main" id="{924021BE-9431-F6A5-0B95-3ADF1FC19321}"/>
                </a:ext>
              </a:extLst>
            </p:cNvPr>
            <p:cNvSpPr/>
            <p:nvPr/>
          </p:nvSpPr>
          <p:spPr>
            <a:xfrm>
              <a:off x="5666412" y="2926579"/>
              <a:ext cx="133349" cy="252435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0" name="object 80">
              <a:extLst>
                <a:ext uri="{FF2B5EF4-FFF2-40B4-BE49-F238E27FC236}">
                  <a16:creationId xmlns:a16="http://schemas.microsoft.com/office/drawing/2014/main" id="{F6FC1871-B8D8-4727-41F5-6C38EBDE9D3E}"/>
                </a:ext>
              </a:extLst>
            </p:cNvPr>
            <p:cNvSpPr/>
            <p:nvPr/>
          </p:nvSpPr>
          <p:spPr>
            <a:xfrm>
              <a:off x="4293231" y="3745803"/>
              <a:ext cx="146049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1" name="object 81">
              <a:extLst>
                <a:ext uri="{FF2B5EF4-FFF2-40B4-BE49-F238E27FC236}">
                  <a16:creationId xmlns:a16="http://schemas.microsoft.com/office/drawing/2014/main" id="{1D14747A-3C72-8681-B3E0-BB9A645D2308}"/>
                </a:ext>
              </a:extLst>
            </p:cNvPr>
            <p:cNvSpPr/>
            <p:nvPr/>
          </p:nvSpPr>
          <p:spPr>
            <a:xfrm>
              <a:off x="5496550" y="3748979"/>
              <a:ext cx="133349" cy="133362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2" name="object 82">
              <a:extLst>
                <a:ext uri="{FF2B5EF4-FFF2-40B4-BE49-F238E27FC236}">
                  <a16:creationId xmlns:a16="http://schemas.microsoft.com/office/drawing/2014/main" id="{250E358F-7678-B74D-EE31-5A181DDAB400}"/>
                </a:ext>
              </a:extLst>
            </p:cNvPr>
            <p:cNvSpPr/>
            <p:nvPr/>
          </p:nvSpPr>
          <p:spPr>
            <a:xfrm>
              <a:off x="5317163" y="3161550"/>
              <a:ext cx="144462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3" name="object 83">
              <a:extLst>
                <a:ext uri="{FF2B5EF4-FFF2-40B4-BE49-F238E27FC236}">
                  <a16:creationId xmlns:a16="http://schemas.microsoft.com/office/drawing/2014/main" id="{15EE0746-62B8-948D-CAA2-CE1BCD703F0D}"/>
                </a:ext>
              </a:extLst>
            </p:cNvPr>
            <p:cNvSpPr/>
            <p:nvPr/>
          </p:nvSpPr>
          <p:spPr>
            <a:xfrm>
              <a:off x="4464681" y="3277448"/>
              <a:ext cx="144461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4" name="object 84">
              <a:extLst>
                <a:ext uri="{FF2B5EF4-FFF2-40B4-BE49-F238E27FC236}">
                  <a16:creationId xmlns:a16="http://schemas.microsoft.com/office/drawing/2014/main" id="{1CE4D1BF-90DA-D0FC-217D-251B1A236576}"/>
                </a:ext>
              </a:extLst>
            </p:cNvPr>
            <p:cNvSpPr/>
            <p:nvPr/>
          </p:nvSpPr>
          <p:spPr>
            <a:xfrm>
              <a:off x="4812341" y="3045651"/>
              <a:ext cx="133349" cy="25084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5" name="object 85">
              <a:extLst>
                <a:ext uri="{FF2B5EF4-FFF2-40B4-BE49-F238E27FC236}">
                  <a16:creationId xmlns:a16="http://schemas.microsoft.com/office/drawing/2014/main" id="{0F911C0C-AAB9-E4DD-37CF-130FD2374EF2}"/>
                </a:ext>
              </a:extLst>
            </p:cNvPr>
            <p:cNvSpPr/>
            <p:nvPr/>
          </p:nvSpPr>
          <p:spPr>
            <a:xfrm>
              <a:off x="4464681" y="3864876"/>
              <a:ext cx="144461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6" name="object 86">
              <a:extLst>
                <a:ext uri="{FF2B5EF4-FFF2-40B4-BE49-F238E27FC236}">
                  <a16:creationId xmlns:a16="http://schemas.microsoft.com/office/drawing/2014/main" id="{20BCA68F-92DC-178F-3177-E88EAC441CE7}"/>
                </a:ext>
              </a:extLst>
            </p:cNvPr>
            <p:cNvSpPr/>
            <p:nvPr/>
          </p:nvSpPr>
          <p:spPr>
            <a:xfrm>
              <a:off x="5317163" y="3277448"/>
              <a:ext cx="144462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7" name="object 87">
              <a:extLst>
                <a:ext uri="{FF2B5EF4-FFF2-40B4-BE49-F238E27FC236}">
                  <a16:creationId xmlns:a16="http://schemas.microsoft.com/office/drawing/2014/main" id="{8A82BA6E-F0F7-901E-7E32-1532C54E49A3}"/>
                </a:ext>
              </a:extLst>
            </p:cNvPr>
            <p:cNvSpPr/>
            <p:nvPr/>
          </p:nvSpPr>
          <p:spPr>
            <a:xfrm>
              <a:off x="4636130" y="3510832"/>
              <a:ext cx="144461" cy="26354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12E8D246-DCEF-6A65-DE5D-7F9AEA170B55}"/>
                </a:ext>
              </a:extLst>
            </p:cNvPr>
            <p:cNvSpPr/>
            <p:nvPr/>
          </p:nvSpPr>
          <p:spPr>
            <a:xfrm>
              <a:off x="4636130" y="3277448"/>
              <a:ext cx="144461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B4B8951A-D16D-1155-479E-3E0A2397AF3F}"/>
                </a:ext>
              </a:extLst>
            </p:cNvPr>
            <p:cNvSpPr/>
            <p:nvPr/>
          </p:nvSpPr>
          <p:spPr>
            <a:xfrm>
              <a:off x="5658475" y="3510832"/>
              <a:ext cx="144461" cy="26354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156C3385-9ECC-A2C3-4644-C19292F36707}"/>
                </a:ext>
              </a:extLst>
            </p:cNvPr>
            <p:cNvSpPr/>
            <p:nvPr/>
          </p:nvSpPr>
          <p:spPr>
            <a:xfrm>
              <a:off x="4636130" y="2807505"/>
              <a:ext cx="144461" cy="144476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1" name="object 91">
              <a:extLst>
                <a:ext uri="{FF2B5EF4-FFF2-40B4-BE49-F238E27FC236}">
                  <a16:creationId xmlns:a16="http://schemas.microsoft.com/office/drawing/2014/main" id="{58BD35A9-2F80-405C-9E46-E81DE842AE13}"/>
                </a:ext>
              </a:extLst>
            </p:cNvPr>
            <p:cNvSpPr/>
            <p:nvPr/>
          </p:nvSpPr>
          <p:spPr>
            <a:xfrm>
              <a:off x="4293231" y="3042476"/>
              <a:ext cx="146049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2" name="object 92">
              <a:extLst>
                <a:ext uri="{FF2B5EF4-FFF2-40B4-BE49-F238E27FC236}">
                  <a16:creationId xmlns:a16="http://schemas.microsoft.com/office/drawing/2014/main" id="{A9B256FC-D567-79AB-4980-169E1437308B}"/>
                </a:ext>
              </a:extLst>
            </p:cNvPr>
            <p:cNvSpPr/>
            <p:nvPr/>
          </p:nvSpPr>
          <p:spPr>
            <a:xfrm>
              <a:off x="4983790" y="3045651"/>
              <a:ext cx="133349" cy="13336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3" name="object 93">
              <a:extLst>
                <a:ext uri="{FF2B5EF4-FFF2-40B4-BE49-F238E27FC236}">
                  <a16:creationId xmlns:a16="http://schemas.microsoft.com/office/drawing/2014/main" id="{731F63A3-2866-4ACF-41A8-46CAD38FC53F}"/>
                </a:ext>
              </a:extLst>
            </p:cNvPr>
            <p:cNvSpPr/>
            <p:nvPr/>
          </p:nvSpPr>
          <p:spPr>
            <a:xfrm>
              <a:off x="5325101" y="3514007"/>
              <a:ext cx="133349" cy="13336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4" name="object 94">
              <a:extLst>
                <a:ext uri="{FF2B5EF4-FFF2-40B4-BE49-F238E27FC236}">
                  <a16:creationId xmlns:a16="http://schemas.microsoft.com/office/drawing/2014/main" id="{1433FA4C-6D97-9ECD-4273-10F9C9EE0307}"/>
                </a:ext>
              </a:extLst>
            </p:cNvPr>
            <p:cNvSpPr/>
            <p:nvPr/>
          </p:nvSpPr>
          <p:spPr>
            <a:xfrm>
              <a:off x="5325101" y="3748979"/>
              <a:ext cx="133349" cy="252435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5" name="object 95">
              <a:extLst>
                <a:ext uri="{FF2B5EF4-FFF2-40B4-BE49-F238E27FC236}">
                  <a16:creationId xmlns:a16="http://schemas.microsoft.com/office/drawing/2014/main" id="{C4ED6834-B0FD-866F-F48F-10975489FE9E}"/>
                </a:ext>
              </a:extLst>
            </p:cNvPr>
            <p:cNvSpPr/>
            <p:nvPr/>
          </p:nvSpPr>
          <p:spPr>
            <a:xfrm>
              <a:off x="2442216" y="1642173"/>
              <a:ext cx="90487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6" name="object 96">
              <a:extLst>
                <a:ext uri="{FF2B5EF4-FFF2-40B4-BE49-F238E27FC236}">
                  <a16:creationId xmlns:a16="http://schemas.microsoft.com/office/drawing/2014/main" id="{587C2950-CCE2-2245-CC1B-04038C45ECCE}"/>
                </a:ext>
              </a:extLst>
            </p:cNvPr>
            <p:cNvSpPr/>
            <p:nvPr/>
          </p:nvSpPr>
          <p:spPr>
            <a:xfrm>
              <a:off x="2273941" y="1526275"/>
              <a:ext cx="90487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7" name="object 97">
              <a:extLst>
                <a:ext uri="{FF2B5EF4-FFF2-40B4-BE49-F238E27FC236}">
                  <a16:creationId xmlns:a16="http://schemas.microsoft.com/office/drawing/2014/main" id="{2921884B-54FD-E181-D3A4-ABB86D92DD61}"/>
                </a:ext>
              </a:extLst>
            </p:cNvPr>
            <p:cNvSpPr/>
            <p:nvPr/>
          </p:nvSpPr>
          <p:spPr>
            <a:xfrm>
              <a:off x="3639185" y="2231190"/>
              <a:ext cx="88900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8" name="object 98">
              <a:extLst>
                <a:ext uri="{FF2B5EF4-FFF2-40B4-BE49-F238E27FC236}">
                  <a16:creationId xmlns:a16="http://schemas.microsoft.com/office/drawing/2014/main" id="{4B5AB9CA-4C57-1696-4F65-A87F4481E538}"/>
                </a:ext>
              </a:extLst>
            </p:cNvPr>
            <p:cNvSpPr/>
            <p:nvPr/>
          </p:nvSpPr>
          <p:spPr>
            <a:xfrm>
              <a:off x="3296286" y="2115291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9" name="object 99">
              <a:extLst>
                <a:ext uri="{FF2B5EF4-FFF2-40B4-BE49-F238E27FC236}">
                  <a16:creationId xmlns:a16="http://schemas.microsoft.com/office/drawing/2014/main" id="{1F2A4BBA-19A2-117A-44F5-389294ACD17E}"/>
                </a:ext>
              </a:extLst>
            </p:cNvPr>
            <p:cNvSpPr/>
            <p:nvPr/>
          </p:nvSpPr>
          <p:spPr>
            <a:xfrm>
              <a:off x="3639185" y="1408790"/>
              <a:ext cx="88900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0" name="object 100">
              <a:extLst>
                <a:ext uri="{FF2B5EF4-FFF2-40B4-BE49-F238E27FC236}">
                  <a16:creationId xmlns:a16="http://schemas.microsoft.com/office/drawing/2014/main" id="{97F648FF-C1A8-CE76-20AD-C481596FB2F6}"/>
                </a:ext>
              </a:extLst>
            </p:cNvPr>
            <p:cNvSpPr/>
            <p:nvPr/>
          </p:nvSpPr>
          <p:spPr>
            <a:xfrm>
              <a:off x="3639185" y="2115291"/>
              <a:ext cx="88900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1" name="object 101">
              <a:extLst>
                <a:ext uri="{FF2B5EF4-FFF2-40B4-BE49-F238E27FC236}">
                  <a16:creationId xmlns:a16="http://schemas.microsoft.com/office/drawing/2014/main" id="{F1FE5B7D-912E-2B13-977C-736705E18C3D}"/>
                </a:ext>
              </a:extLst>
            </p:cNvPr>
            <p:cNvSpPr/>
            <p:nvPr/>
          </p:nvSpPr>
          <p:spPr>
            <a:xfrm>
              <a:off x="2783526" y="1761247"/>
              <a:ext cx="90488" cy="90495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2" name="object 102">
              <a:extLst>
                <a:ext uri="{FF2B5EF4-FFF2-40B4-BE49-F238E27FC236}">
                  <a16:creationId xmlns:a16="http://schemas.microsoft.com/office/drawing/2014/main" id="{AA7DEEED-5145-9E7D-A88A-6DDF3F2C9828}"/>
                </a:ext>
              </a:extLst>
            </p:cNvPr>
            <p:cNvSpPr/>
            <p:nvPr/>
          </p:nvSpPr>
          <p:spPr>
            <a:xfrm>
              <a:off x="2954975" y="1880320"/>
              <a:ext cx="90488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3" name="object 103">
              <a:extLst>
                <a:ext uri="{FF2B5EF4-FFF2-40B4-BE49-F238E27FC236}">
                  <a16:creationId xmlns:a16="http://schemas.microsoft.com/office/drawing/2014/main" id="{9B8932A2-961D-9BA7-BA96-AA2F09BE0EBC}"/>
                </a:ext>
              </a:extLst>
            </p:cNvPr>
            <p:cNvSpPr/>
            <p:nvPr/>
          </p:nvSpPr>
          <p:spPr>
            <a:xfrm>
              <a:off x="2954975" y="1642173"/>
              <a:ext cx="90488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4" name="object 104">
              <a:extLst>
                <a:ext uri="{FF2B5EF4-FFF2-40B4-BE49-F238E27FC236}">
                  <a16:creationId xmlns:a16="http://schemas.microsoft.com/office/drawing/2014/main" id="{B329AA05-FEEF-BD12-F5BA-05134F51F724}"/>
                </a:ext>
              </a:extLst>
            </p:cNvPr>
            <p:cNvSpPr/>
            <p:nvPr/>
          </p:nvSpPr>
          <p:spPr>
            <a:xfrm>
              <a:off x="2783526" y="1996218"/>
              <a:ext cx="90488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5" name="object 105">
              <a:extLst>
                <a:ext uri="{FF2B5EF4-FFF2-40B4-BE49-F238E27FC236}">
                  <a16:creationId xmlns:a16="http://schemas.microsoft.com/office/drawing/2014/main" id="{B788AAB9-146E-8937-1B67-3F2A1CA1300A}"/>
                </a:ext>
              </a:extLst>
            </p:cNvPr>
            <p:cNvSpPr/>
            <p:nvPr/>
          </p:nvSpPr>
          <p:spPr>
            <a:xfrm>
              <a:off x="3639185" y="2466161"/>
              <a:ext cx="88900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6" name="object 106">
              <a:extLst>
                <a:ext uri="{FF2B5EF4-FFF2-40B4-BE49-F238E27FC236}">
                  <a16:creationId xmlns:a16="http://schemas.microsoft.com/office/drawing/2014/main" id="{0ECD1CDA-028A-8D80-135D-DA3BCD5FDA6C}"/>
                </a:ext>
              </a:extLst>
            </p:cNvPr>
            <p:cNvSpPr/>
            <p:nvPr/>
          </p:nvSpPr>
          <p:spPr>
            <a:xfrm>
              <a:off x="3467736" y="1761247"/>
              <a:ext cx="90487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7" name="object 107">
              <a:extLst>
                <a:ext uri="{FF2B5EF4-FFF2-40B4-BE49-F238E27FC236}">
                  <a16:creationId xmlns:a16="http://schemas.microsoft.com/office/drawing/2014/main" id="{5D132046-05C6-4F8D-411A-8EAF7BD7096E}"/>
                </a:ext>
              </a:extLst>
            </p:cNvPr>
            <p:cNvSpPr/>
            <p:nvPr/>
          </p:nvSpPr>
          <p:spPr>
            <a:xfrm>
              <a:off x="2442216" y="1408790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8" name="object 108">
              <a:extLst>
                <a:ext uri="{FF2B5EF4-FFF2-40B4-BE49-F238E27FC236}">
                  <a16:creationId xmlns:a16="http://schemas.microsoft.com/office/drawing/2014/main" id="{E3F23AF2-456B-2848-47E1-ECC440EC88EA}"/>
                </a:ext>
              </a:extLst>
            </p:cNvPr>
            <p:cNvSpPr/>
            <p:nvPr/>
          </p:nvSpPr>
          <p:spPr>
            <a:xfrm>
              <a:off x="3467736" y="2115291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9" name="object 109">
              <a:extLst>
                <a:ext uri="{FF2B5EF4-FFF2-40B4-BE49-F238E27FC236}">
                  <a16:creationId xmlns:a16="http://schemas.microsoft.com/office/drawing/2014/main" id="{0BBD2A9F-5C3A-70A5-DA09-2457D91AA259}"/>
                </a:ext>
              </a:extLst>
            </p:cNvPr>
            <p:cNvSpPr/>
            <p:nvPr/>
          </p:nvSpPr>
          <p:spPr>
            <a:xfrm>
              <a:off x="3296286" y="2231190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0" name="object 110">
              <a:extLst>
                <a:ext uri="{FF2B5EF4-FFF2-40B4-BE49-F238E27FC236}">
                  <a16:creationId xmlns:a16="http://schemas.microsoft.com/office/drawing/2014/main" id="{392B5EBA-105E-FD86-722B-8E897EC424C1}"/>
                </a:ext>
              </a:extLst>
            </p:cNvPr>
            <p:cNvSpPr/>
            <p:nvPr/>
          </p:nvSpPr>
          <p:spPr>
            <a:xfrm>
              <a:off x="3467736" y="2466161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1" name="object 111">
              <a:extLst>
                <a:ext uri="{FF2B5EF4-FFF2-40B4-BE49-F238E27FC236}">
                  <a16:creationId xmlns:a16="http://schemas.microsoft.com/office/drawing/2014/main" id="{8E9783DD-8C5C-A3B4-A3CF-587F261D3123}"/>
                </a:ext>
              </a:extLst>
            </p:cNvPr>
            <p:cNvSpPr/>
            <p:nvPr/>
          </p:nvSpPr>
          <p:spPr>
            <a:xfrm>
              <a:off x="3296286" y="2466161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2" name="object 112">
              <a:extLst>
                <a:ext uri="{FF2B5EF4-FFF2-40B4-BE49-F238E27FC236}">
                  <a16:creationId xmlns:a16="http://schemas.microsoft.com/office/drawing/2014/main" id="{68F69E1A-8068-C07A-E3A6-A9FECCBA7943}"/>
                </a:ext>
              </a:extLst>
            </p:cNvPr>
            <p:cNvSpPr/>
            <p:nvPr/>
          </p:nvSpPr>
          <p:spPr>
            <a:xfrm>
              <a:off x="2442216" y="1526275"/>
              <a:ext cx="90487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3" name="object 113">
              <a:extLst>
                <a:ext uri="{FF2B5EF4-FFF2-40B4-BE49-F238E27FC236}">
                  <a16:creationId xmlns:a16="http://schemas.microsoft.com/office/drawing/2014/main" id="{CFC02DD3-EA14-2E49-2A46-02C1EC8A93A5}"/>
                </a:ext>
              </a:extLst>
            </p:cNvPr>
            <p:cNvSpPr/>
            <p:nvPr/>
          </p:nvSpPr>
          <p:spPr>
            <a:xfrm>
              <a:off x="3467736" y="1408790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4" name="object 114">
              <a:extLst>
                <a:ext uri="{FF2B5EF4-FFF2-40B4-BE49-F238E27FC236}">
                  <a16:creationId xmlns:a16="http://schemas.microsoft.com/office/drawing/2014/main" id="{37D93AAE-503E-0A4D-268F-D71D3FD8158D}"/>
                </a:ext>
              </a:extLst>
            </p:cNvPr>
            <p:cNvSpPr/>
            <p:nvPr/>
          </p:nvSpPr>
          <p:spPr>
            <a:xfrm>
              <a:off x="3126424" y="2115291"/>
              <a:ext cx="88900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5" name="object 115">
              <a:extLst>
                <a:ext uri="{FF2B5EF4-FFF2-40B4-BE49-F238E27FC236}">
                  <a16:creationId xmlns:a16="http://schemas.microsoft.com/office/drawing/2014/main" id="{328ED7BE-3140-FD68-72F7-41AF87BB5AE6}"/>
                </a:ext>
              </a:extLst>
            </p:cNvPr>
            <p:cNvSpPr/>
            <p:nvPr/>
          </p:nvSpPr>
          <p:spPr>
            <a:xfrm>
              <a:off x="3296286" y="1996218"/>
              <a:ext cx="90487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6" name="object 116">
              <a:extLst>
                <a:ext uri="{FF2B5EF4-FFF2-40B4-BE49-F238E27FC236}">
                  <a16:creationId xmlns:a16="http://schemas.microsoft.com/office/drawing/2014/main" id="{6D108417-1991-3DEC-6897-7C097734E95A}"/>
                </a:ext>
              </a:extLst>
            </p:cNvPr>
            <p:cNvSpPr/>
            <p:nvPr/>
          </p:nvSpPr>
          <p:spPr>
            <a:xfrm>
              <a:off x="2954975" y="1761247"/>
              <a:ext cx="90488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7" name="object 117">
              <a:extLst>
                <a:ext uri="{FF2B5EF4-FFF2-40B4-BE49-F238E27FC236}">
                  <a16:creationId xmlns:a16="http://schemas.microsoft.com/office/drawing/2014/main" id="{17C9B351-2BA7-24E7-B585-F482B6450952}"/>
                </a:ext>
              </a:extLst>
            </p:cNvPr>
            <p:cNvSpPr/>
            <p:nvPr/>
          </p:nvSpPr>
          <p:spPr>
            <a:xfrm>
              <a:off x="2442216" y="1996218"/>
              <a:ext cx="90487" cy="90495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8" name="object 118">
              <a:extLst>
                <a:ext uri="{FF2B5EF4-FFF2-40B4-BE49-F238E27FC236}">
                  <a16:creationId xmlns:a16="http://schemas.microsoft.com/office/drawing/2014/main" id="{F2108359-D465-92BC-EFAD-A891ADDFC613}"/>
                </a:ext>
              </a:extLst>
            </p:cNvPr>
            <p:cNvSpPr/>
            <p:nvPr/>
          </p:nvSpPr>
          <p:spPr>
            <a:xfrm>
              <a:off x="2273941" y="1642173"/>
              <a:ext cx="90487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9" name="object 119">
              <a:extLst>
                <a:ext uri="{FF2B5EF4-FFF2-40B4-BE49-F238E27FC236}">
                  <a16:creationId xmlns:a16="http://schemas.microsoft.com/office/drawing/2014/main" id="{6268CBD3-4E08-F717-B7A9-85EB883478FC}"/>
                </a:ext>
              </a:extLst>
            </p:cNvPr>
            <p:cNvSpPr/>
            <p:nvPr/>
          </p:nvSpPr>
          <p:spPr>
            <a:xfrm>
              <a:off x="3126424" y="1526275"/>
              <a:ext cx="88900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0" name="object 120">
              <a:extLst>
                <a:ext uri="{FF2B5EF4-FFF2-40B4-BE49-F238E27FC236}">
                  <a16:creationId xmlns:a16="http://schemas.microsoft.com/office/drawing/2014/main" id="{22037726-5612-C168-DAEC-7036985EC413}"/>
                </a:ext>
              </a:extLst>
            </p:cNvPr>
            <p:cNvSpPr/>
            <p:nvPr/>
          </p:nvSpPr>
          <p:spPr>
            <a:xfrm>
              <a:off x="2613665" y="1880320"/>
              <a:ext cx="88900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1" name="object 121">
              <a:extLst>
                <a:ext uri="{FF2B5EF4-FFF2-40B4-BE49-F238E27FC236}">
                  <a16:creationId xmlns:a16="http://schemas.microsoft.com/office/drawing/2014/main" id="{9877BF5D-3247-D350-B8F3-7BB1759DF931}"/>
                </a:ext>
              </a:extLst>
            </p:cNvPr>
            <p:cNvSpPr/>
            <p:nvPr/>
          </p:nvSpPr>
          <p:spPr>
            <a:xfrm>
              <a:off x="2954975" y="2350263"/>
              <a:ext cx="90488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2" name="object 122">
              <a:extLst>
                <a:ext uri="{FF2B5EF4-FFF2-40B4-BE49-F238E27FC236}">
                  <a16:creationId xmlns:a16="http://schemas.microsoft.com/office/drawing/2014/main" id="{132C883E-8017-366D-AA02-D09E293F91E7}"/>
                </a:ext>
              </a:extLst>
            </p:cNvPr>
            <p:cNvSpPr/>
            <p:nvPr/>
          </p:nvSpPr>
          <p:spPr>
            <a:xfrm>
              <a:off x="3810634" y="1408790"/>
              <a:ext cx="88900" cy="8890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3" name="object 123">
              <a:extLst>
                <a:ext uri="{FF2B5EF4-FFF2-40B4-BE49-F238E27FC236}">
                  <a16:creationId xmlns:a16="http://schemas.microsoft.com/office/drawing/2014/main" id="{BDA5A284-14E9-B0F4-3E36-C9B9AE6630CF}"/>
                </a:ext>
              </a:extLst>
            </p:cNvPr>
            <p:cNvSpPr/>
            <p:nvPr/>
          </p:nvSpPr>
          <p:spPr>
            <a:xfrm>
              <a:off x="2783526" y="2231190"/>
              <a:ext cx="90488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4" name="object 124">
              <a:extLst>
                <a:ext uri="{FF2B5EF4-FFF2-40B4-BE49-F238E27FC236}">
                  <a16:creationId xmlns:a16="http://schemas.microsoft.com/office/drawing/2014/main" id="{58A8A39F-1494-D88B-91DD-7927C42DF82F}"/>
                </a:ext>
              </a:extLst>
            </p:cNvPr>
            <p:cNvSpPr/>
            <p:nvPr/>
          </p:nvSpPr>
          <p:spPr>
            <a:xfrm>
              <a:off x="3467736" y="1996218"/>
              <a:ext cx="90487" cy="90495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5" name="object 125">
              <a:extLst>
                <a:ext uri="{FF2B5EF4-FFF2-40B4-BE49-F238E27FC236}">
                  <a16:creationId xmlns:a16="http://schemas.microsoft.com/office/drawing/2014/main" id="{DA6BB6F8-FB5A-A04A-A2A6-F1AB699A2078}"/>
                </a:ext>
              </a:extLst>
            </p:cNvPr>
            <p:cNvSpPr/>
            <p:nvPr/>
          </p:nvSpPr>
          <p:spPr>
            <a:xfrm>
              <a:off x="2273941" y="2115291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6" name="object 126">
              <a:extLst>
                <a:ext uri="{FF2B5EF4-FFF2-40B4-BE49-F238E27FC236}">
                  <a16:creationId xmlns:a16="http://schemas.microsoft.com/office/drawing/2014/main" id="{E6379B7B-30FD-B50C-D333-2239FED6A5B8}"/>
                </a:ext>
              </a:extLst>
            </p:cNvPr>
            <p:cNvSpPr/>
            <p:nvPr/>
          </p:nvSpPr>
          <p:spPr>
            <a:xfrm>
              <a:off x="2442216" y="1880320"/>
              <a:ext cx="90487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7" name="object 127">
              <a:extLst>
                <a:ext uri="{FF2B5EF4-FFF2-40B4-BE49-F238E27FC236}">
                  <a16:creationId xmlns:a16="http://schemas.microsoft.com/office/drawing/2014/main" id="{DB4973EF-7546-6B44-EF0E-EF483C4E145A}"/>
                </a:ext>
              </a:extLst>
            </p:cNvPr>
            <p:cNvSpPr/>
            <p:nvPr/>
          </p:nvSpPr>
          <p:spPr>
            <a:xfrm>
              <a:off x="3467736" y="1642173"/>
              <a:ext cx="90487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8" name="object 128">
              <a:extLst>
                <a:ext uri="{FF2B5EF4-FFF2-40B4-BE49-F238E27FC236}">
                  <a16:creationId xmlns:a16="http://schemas.microsoft.com/office/drawing/2014/main" id="{381517AA-9DA2-9496-7A2C-2EE90C460436}"/>
                </a:ext>
              </a:extLst>
            </p:cNvPr>
            <p:cNvSpPr/>
            <p:nvPr/>
          </p:nvSpPr>
          <p:spPr>
            <a:xfrm>
              <a:off x="3126424" y="1880320"/>
              <a:ext cx="88900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9" name="object 129">
              <a:extLst>
                <a:ext uri="{FF2B5EF4-FFF2-40B4-BE49-F238E27FC236}">
                  <a16:creationId xmlns:a16="http://schemas.microsoft.com/office/drawing/2014/main" id="{EADE384D-891B-E73F-5BBE-4934F836E9C3}"/>
                </a:ext>
              </a:extLst>
            </p:cNvPr>
            <p:cNvSpPr/>
            <p:nvPr/>
          </p:nvSpPr>
          <p:spPr>
            <a:xfrm>
              <a:off x="3126424" y="2350263"/>
              <a:ext cx="88900" cy="8890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0" name="object 130">
              <a:extLst>
                <a:ext uri="{FF2B5EF4-FFF2-40B4-BE49-F238E27FC236}">
                  <a16:creationId xmlns:a16="http://schemas.microsoft.com/office/drawing/2014/main" id="{275F479D-8160-BC61-5209-9B0200BE18C0}"/>
                </a:ext>
              </a:extLst>
            </p:cNvPr>
            <p:cNvSpPr/>
            <p:nvPr/>
          </p:nvSpPr>
          <p:spPr>
            <a:xfrm>
              <a:off x="2613665" y="1642173"/>
              <a:ext cx="88900" cy="9049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1" name="object 131">
              <a:extLst>
                <a:ext uri="{FF2B5EF4-FFF2-40B4-BE49-F238E27FC236}">
                  <a16:creationId xmlns:a16="http://schemas.microsoft.com/office/drawing/2014/main" id="{F77A14FA-4320-B9F3-1403-06ACBF301BBC}"/>
                </a:ext>
              </a:extLst>
            </p:cNvPr>
            <p:cNvSpPr/>
            <p:nvPr/>
          </p:nvSpPr>
          <p:spPr>
            <a:xfrm>
              <a:off x="3296286" y="1526275"/>
              <a:ext cx="90487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2" name="object 132">
              <a:extLst>
                <a:ext uri="{FF2B5EF4-FFF2-40B4-BE49-F238E27FC236}">
                  <a16:creationId xmlns:a16="http://schemas.microsoft.com/office/drawing/2014/main" id="{CFF45ACF-1D66-F4C0-22BC-7BE340FAAA4C}"/>
                </a:ext>
              </a:extLst>
            </p:cNvPr>
            <p:cNvSpPr/>
            <p:nvPr/>
          </p:nvSpPr>
          <p:spPr>
            <a:xfrm>
              <a:off x="2613665" y="2231190"/>
              <a:ext cx="88900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3" name="object 133">
              <a:extLst>
                <a:ext uri="{FF2B5EF4-FFF2-40B4-BE49-F238E27FC236}">
                  <a16:creationId xmlns:a16="http://schemas.microsoft.com/office/drawing/2014/main" id="{BB695145-BE9F-7CE5-0542-778CD78A6E4E}"/>
                </a:ext>
              </a:extLst>
            </p:cNvPr>
            <p:cNvSpPr/>
            <p:nvPr/>
          </p:nvSpPr>
          <p:spPr>
            <a:xfrm>
              <a:off x="2613665" y="1761247"/>
              <a:ext cx="88900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4" name="object 134">
              <a:extLst>
                <a:ext uri="{FF2B5EF4-FFF2-40B4-BE49-F238E27FC236}">
                  <a16:creationId xmlns:a16="http://schemas.microsoft.com/office/drawing/2014/main" id="{B9A8AF18-788D-E04A-8619-9D15AD8B8C2C}"/>
                </a:ext>
              </a:extLst>
            </p:cNvPr>
            <p:cNvSpPr/>
            <p:nvPr/>
          </p:nvSpPr>
          <p:spPr>
            <a:xfrm>
              <a:off x="2613665" y="1408790"/>
              <a:ext cx="88900" cy="8890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5" name="object 135">
              <a:extLst>
                <a:ext uri="{FF2B5EF4-FFF2-40B4-BE49-F238E27FC236}">
                  <a16:creationId xmlns:a16="http://schemas.microsoft.com/office/drawing/2014/main" id="{4EC7DA35-B399-82CD-2D3C-B93C0F7FE1B7}"/>
                </a:ext>
              </a:extLst>
            </p:cNvPr>
            <p:cNvSpPr/>
            <p:nvPr/>
          </p:nvSpPr>
          <p:spPr>
            <a:xfrm>
              <a:off x="3296286" y="2350263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6" name="object 136">
              <a:extLst>
                <a:ext uri="{FF2B5EF4-FFF2-40B4-BE49-F238E27FC236}">
                  <a16:creationId xmlns:a16="http://schemas.microsoft.com/office/drawing/2014/main" id="{76A2395E-985E-E807-FF32-2833EDF26B0F}"/>
                </a:ext>
              </a:extLst>
            </p:cNvPr>
            <p:cNvSpPr/>
            <p:nvPr/>
          </p:nvSpPr>
          <p:spPr>
            <a:xfrm>
              <a:off x="2954975" y="1408790"/>
              <a:ext cx="90488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7" name="object 137">
              <a:extLst>
                <a:ext uri="{FF2B5EF4-FFF2-40B4-BE49-F238E27FC236}">
                  <a16:creationId xmlns:a16="http://schemas.microsoft.com/office/drawing/2014/main" id="{7FFFDDBB-0951-5CA2-D520-E95DFB73320D}"/>
                </a:ext>
              </a:extLst>
            </p:cNvPr>
            <p:cNvSpPr/>
            <p:nvPr/>
          </p:nvSpPr>
          <p:spPr>
            <a:xfrm>
              <a:off x="3810634" y="2466161"/>
              <a:ext cx="88900" cy="8890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8" name="object 138">
              <a:extLst>
                <a:ext uri="{FF2B5EF4-FFF2-40B4-BE49-F238E27FC236}">
                  <a16:creationId xmlns:a16="http://schemas.microsoft.com/office/drawing/2014/main" id="{148105AA-58AA-DCDD-CD85-6B568394401C}"/>
                </a:ext>
              </a:extLst>
            </p:cNvPr>
            <p:cNvSpPr/>
            <p:nvPr/>
          </p:nvSpPr>
          <p:spPr>
            <a:xfrm>
              <a:off x="2954975" y="2231190"/>
              <a:ext cx="90488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9" name="object 139">
              <a:extLst>
                <a:ext uri="{FF2B5EF4-FFF2-40B4-BE49-F238E27FC236}">
                  <a16:creationId xmlns:a16="http://schemas.microsoft.com/office/drawing/2014/main" id="{9F147176-4DAF-4BAB-C750-8A9442840390}"/>
                </a:ext>
              </a:extLst>
            </p:cNvPr>
            <p:cNvSpPr/>
            <p:nvPr/>
          </p:nvSpPr>
          <p:spPr>
            <a:xfrm>
              <a:off x="2442216" y="2466161"/>
              <a:ext cx="90487" cy="8890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0" name="object 140">
              <a:extLst>
                <a:ext uri="{FF2B5EF4-FFF2-40B4-BE49-F238E27FC236}">
                  <a16:creationId xmlns:a16="http://schemas.microsoft.com/office/drawing/2014/main" id="{C33A8F42-2D13-CF3B-1FD8-7436E5054137}"/>
                </a:ext>
              </a:extLst>
            </p:cNvPr>
            <p:cNvSpPr/>
            <p:nvPr/>
          </p:nvSpPr>
          <p:spPr>
            <a:xfrm>
              <a:off x="2613665" y="1526275"/>
              <a:ext cx="88900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1" name="object 141">
              <a:extLst>
                <a:ext uri="{FF2B5EF4-FFF2-40B4-BE49-F238E27FC236}">
                  <a16:creationId xmlns:a16="http://schemas.microsoft.com/office/drawing/2014/main" id="{89349BB6-0AD0-8D2D-497B-FB703270E69B}"/>
                </a:ext>
              </a:extLst>
            </p:cNvPr>
            <p:cNvSpPr/>
            <p:nvPr/>
          </p:nvSpPr>
          <p:spPr>
            <a:xfrm>
              <a:off x="2273941" y="2466161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2" name="object 142">
              <a:extLst>
                <a:ext uri="{FF2B5EF4-FFF2-40B4-BE49-F238E27FC236}">
                  <a16:creationId xmlns:a16="http://schemas.microsoft.com/office/drawing/2014/main" id="{8D193D7F-D6B6-F67C-535E-2054F61E7EF2}"/>
                </a:ext>
              </a:extLst>
            </p:cNvPr>
            <p:cNvSpPr/>
            <p:nvPr/>
          </p:nvSpPr>
          <p:spPr>
            <a:xfrm>
              <a:off x="2613665" y="1996218"/>
              <a:ext cx="88900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3" name="object 143">
              <a:extLst>
                <a:ext uri="{FF2B5EF4-FFF2-40B4-BE49-F238E27FC236}">
                  <a16:creationId xmlns:a16="http://schemas.microsoft.com/office/drawing/2014/main" id="{A03382E4-4CB3-EEC3-7223-C9761F09F993}"/>
                </a:ext>
              </a:extLst>
            </p:cNvPr>
            <p:cNvSpPr/>
            <p:nvPr/>
          </p:nvSpPr>
          <p:spPr>
            <a:xfrm>
              <a:off x="4323393" y="2934516"/>
              <a:ext cx="88900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4" name="object 144">
              <a:extLst>
                <a:ext uri="{FF2B5EF4-FFF2-40B4-BE49-F238E27FC236}">
                  <a16:creationId xmlns:a16="http://schemas.microsoft.com/office/drawing/2014/main" id="{F7B32CE2-274F-4110-EAE0-621198AC49CB}"/>
                </a:ext>
              </a:extLst>
            </p:cNvPr>
            <p:cNvSpPr/>
            <p:nvPr/>
          </p:nvSpPr>
          <p:spPr>
            <a:xfrm>
              <a:off x="5858499" y="2934516"/>
              <a:ext cx="88900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5" name="object 145">
              <a:extLst>
                <a:ext uri="{FF2B5EF4-FFF2-40B4-BE49-F238E27FC236}">
                  <a16:creationId xmlns:a16="http://schemas.microsoft.com/office/drawing/2014/main" id="{28D5CF71-5275-D0F5-2D43-0604C0919F93}"/>
                </a:ext>
              </a:extLst>
            </p:cNvPr>
            <p:cNvSpPr/>
            <p:nvPr/>
          </p:nvSpPr>
          <p:spPr>
            <a:xfrm>
              <a:off x="5002840" y="3288562"/>
              <a:ext cx="90488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6" name="object 146">
              <a:extLst>
                <a:ext uri="{FF2B5EF4-FFF2-40B4-BE49-F238E27FC236}">
                  <a16:creationId xmlns:a16="http://schemas.microsoft.com/office/drawing/2014/main" id="{823E6F62-56CE-46EA-75F6-2D58DADC9360}"/>
                </a:ext>
              </a:extLst>
            </p:cNvPr>
            <p:cNvSpPr/>
            <p:nvPr/>
          </p:nvSpPr>
          <p:spPr>
            <a:xfrm>
              <a:off x="5858499" y="3053590"/>
              <a:ext cx="88900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7" name="object 147">
              <a:extLst>
                <a:ext uri="{FF2B5EF4-FFF2-40B4-BE49-F238E27FC236}">
                  <a16:creationId xmlns:a16="http://schemas.microsoft.com/office/drawing/2014/main" id="{B538EC86-3999-F7D0-E561-6A3AF2F42B3F}"/>
                </a:ext>
              </a:extLst>
            </p:cNvPr>
            <p:cNvSpPr/>
            <p:nvPr/>
          </p:nvSpPr>
          <p:spPr>
            <a:xfrm>
              <a:off x="4832979" y="2818619"/>
              <a:ext cx="88900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8" name="object 148">
              <a:extLst>
                <a:ext uri="{FF2B5EF4-FFF2-40B4-BE49-F238E27FC236}">
                  <a16:creationId xmlns:a16="http://schemas.microsoft.com/office/drawing/2014/main" id="{7BD542C4-A0BD-8268-5962-317099E9D185}"/>
                </a:ext>
              </a:extLst>
            </p:cNvPr>
            <p:cNvSpPr/>
            <p:nvPr/>
          </p:nvSpPr>
          <p:spPr>
            <a:xfrm>
              <a:off x="5345738" y="3875990"/>
              <a:ext cx="88900" cy="90495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9" name="object 149">
              <a:extLst>
                <a:ext uri="{FF2B5EF4-FFF2-40B4-BE49-F238E27FC236}">
                  <a16:creationId xmlns:a16="http://schemas.microsoft.com/office/drawing/2014/main" id="{CAE3B06E-FD79-F869-69C4-228A5EAA0C8A}"/>
                </a:ext>
              </a:extLst>
            </p:cNvPr>
            <p:cNvSpPr/>
            <p:nvPr/>
          </p:nvSpPr>
          <p:spPr>
            <a:xfrm>
              <a:off x="4323393" y="3875990"/>
              <a:ext cx="88900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0" name="object 150">
              <a:extLst>
                <a:ext uri="{FF2B5EF4-FFF2-40B4-BE49-F238E27FC236}">
                  <a16:creationId xmlns:a16="http://schemas.microsoft.com/office/drawing/2014/main" id="{0B6030E0-1D74-7A47-A01C-5A046D5A8087}"/>
                </a:ext>
              </a:extLst>
            </p:cNvPr>
            <p:cNvSpPr/>
            <p:nvPr/>
          </p:nvSpPr>
          <p:spPr>
            <a:xfrm>
              <a:off x="5515600" y="3172663"/>
              <a:ext cx="90487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1" name="object 151">
              <a:extLst>
                <a:ext uri="{FF2B5EF4-FFF2-40B4-BE49-F238E27FC236}">
                  <a16:creationId xmlns:a16="http://schemas.microsoft.com/office/drawing/2014/main" id="{FDFE3EE0-7317-1D55-1AEF-1C32D60C8F2F}"/>
                </a:ext>
              </a:extLst>
            </p:cNvPr>
            <p:cNvSpPr/>
            <p:nvPr/>
          </p:nvSpPr>
          <p:spPr>
            <a:xfrm>
              <a:off x="4832979" y="3053590"/>
              <a:ext cx="88900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2" name="object 152">
              <a:extLst>
                <a:ext uri="{FF2B5EF4-FFF2-40B4-BE49-F238E27FC236}">
                  <a16:creationId xmlns:a16="http://schemas.microsoft.com/office/drawing/2014/main" id="{BA2BB1CB-0F7E-6026-84F0-73D9503754E8}"/>
                </a:ext>
              </a:extLst>
            </p:cNvPr>
            <p:cNvSpPr/>
            <p:nvPr/>
          </p:nvSpPr>
          <p:spPr>
            <a:xfrm>
              <a:off x="4493255" y="2818619"/>
              <a:ext cx="90487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3" name="object 153">
              <a:extLst>
                <a:ext uri="{FF2B5EF4-FFF2-40B4-BE49-F238E27FC236}">
                  <a16:creationId xmlns:a16="http://schemas.microsoft.com/office/drawing/2014/main" id="{6CD2597F-E5E0-2951-FE91-1409D839B731}"/>
                </a:ext>
              </a:extLst>
            </p:cNvPr>
            <p:cNvSpPr/>
            <p:nvPr/>
          </p:nvSpPr>
          <p:spPr>
            <a:xfrm>
              <a:off x="5174289" y="3288562"/>
              <a:ext cx="90488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4" name="object 154">
              <a:extLst>
                <a:ext uri="{FF2B5EF4-FFF2-40B4-BE49-F238E27FC236}">
                  <a16:creationId xmlns:a16="http://schemas.microsoft.com/office/drawing/2014/main" id="{5895AF8A-1224-7FB9-F7B6-EAAFCF398277}"/>
                </a:ext>
              </a:extLst>
            </p:cNvPr>
            <p:cNvSpPr/>
            <p:nvPr/>
          </p:nvSpPr>
          <p:spPr>
            <a:xfrm>
              <a:off x="5002840" y="3875990"/>
              <a:ext cx="90488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5" name="object 155">
              <a:extLst>
                <a:ext uri="{FF2B5EF4-FFF2-40B4-BE49-F238E27FC236}">
                  <a16:creationId xmlns:a16="http://schemas.microsoft.com/office/drawing/2014/main" id="{E913845B-08E3-D6D3-E66D-2C635B4505C7}"/>
                </a:ext>
              </a:extLst>
            </p:cNvPr>
            <p:cNvSpPr/>
            <p:nvPr/>
          </p:nvSpPr>
          <p:spPr>
            <a:xfrm>
              <a:off x="5174289" y="3407635"/>
              <a:ext cx="90488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6" name="object 156">
              <a:extLst>
                <a:ext uri="{FF2B5EF4-FFF2-40B4-BE49-F238E27FC236}">
                  <a16:creationId xmlns:a16="http://schemas.microsoft.com/office/drawing/2014/main" id="{C8F3A110-6148-0D68-345E-727804E96F7C}"/>
                </a:ext>
              </a:extLst>
            </p:cNvPr>
            <p:cNvSpPr/>
            <p:nvPr/>
          </p:nvSpPr>
          <p:spPr>
            <a:xfrm>
              <a:off x="5687049" y="3053590"/>
              <a:ext cx="90487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7" name="object 157">
              <a:extLst>
                <a:ext uri="{FF2B5EF4-FFF2-40B4-BE49-F238E27FC236}">
                  <a16:creationId xmlns:a16="http://schemas.microsoft.com/office/drawing/2014/main" id="{81CB2F80-C663-CB40-70CD-9D3BDA1829EB}"/>
                </a:ext>
              </a:extLst>
            </p:cNvPr>
            <p:cNvSpPr/>
            <p:nvPr/>
          </p:nvSpPr>
          <p:spPr>
            <a:xfrm>
              <a:off x="4323393" y="3172663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8" name="object 158">
              <a:extLst>
                <a:ext uri="{FF2B5EF4-FFF2-40B4-BE49-F238E27FC236}">
                  <a16:creationId xmlns:a16="http://schemas.microsoft.com/office/drawing/2014/main" id="{1710CAF9-7358-3144-89DA-3F1C775A1964}"/>
                </a:ext>
              </a:extLst>
            </p:cNvPr>
            <p:cNvSpPr/>
            <p:nvPr/>
          </p:nvSpPr>
          <p:spPr>
            <a:xfrm>
              <a:off x="5687049" y="3875990"/>
              <a:ext cx="90487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9" name="object 159">
              <a:extLst>
                <a:ext uri="{FF2B5EF4-FFF2-40B4-BE49-F238E27FC236}">
                  <a16:creationId xmlns:a16="http://schemas.microsoft.com/office/drawing/2014/main" id="{7EDBE0BE-DF40-13E5-6CA2-6AB47AA349D8}"/>
                </a:ext>
              </a:extLst>
            </p:cNvPr>
            <p:cNvSpPr/>
            <p:nvPr/>
          </p:nvSpPr>
          <p:spPr>
            <a:xfrm>
              <a:off x="4664705" y="3172663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0" name="object 160">
              <a:extLst>
                <a:ext uri="{FF2B5EF4-FFF2-40B4-BE49-F238E27FC236}">
                  <a16:creationId xmlns:a16="http://schemas.microsoft.com/office/drawing/2014/main" id="{9CE45D2A-9192-F277-74A3-CD058D8FBB0D}"/>
                </a:ext>
              </a:extLst>
            </p:cNvPr>
            <p:cNvSpPr/>
            <p:nvPr/>
          </p:nvSpPr>
          <p:spPr>
            <a:xfrm>
              <a:off x="4832979" y="3523533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1" name="object 161">
              <a:extLst>
                <a:ext uri="{FF2B5EF4-FFF2-40B4-BE49-F238E27FC236}">
                  <a16:creationId xmlns:a16="http://schemas.microsoft.com/office/drawing/2014/main" id="{BD9E642B-5C11-DA06-B172-FE52F19D14E5}"/>
                </a:ext>
              </a:extLst>
            </p:cNvPr>
            <p:cNvSpPr/>
            <p:nvPr/>
          </p:nvSpPr>
          <p:spPr>
            <a:xfrm>
              <a:off x="5687049" y="3523533"/>
              <a:ext cx="90487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2" name="object 162">
              <a:extLst>
                <a:ext uri="{FF2B5EF4-FFF2-40B4-BE49-F238E27FC236}">
                  <a16:creationId xmlns:a16="http://schemas.microsoft.com/office/drawing/2014/main" id="{9A6E74A8-7995-8AB7-7252-8549ABC4B26A}"/>
                </a:ext>
              </a:extLst>
            </p:cNvPr>
            <p:cNvSpPr/>
            <p:nvPr/>
          </p:nvSpPr>
          <p:spPr>
            <a:xfrm>
              <a:off x="5687049" y="3758505"/>
              <a:ext cx="90487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3" name="object 163">
              <a:extLst>
                <a:ext uri="{FF2B5EF4-FFF2-40B4-BE49-F238E27FC236}">
                  <a16:creationId xmlns:a16="http://schemas.microsoft.com/office/drawing/2014/main" id="{FB40114C-165D-0E64-4BCC-22AD071FAF85}"/>
                </a:ext>
              </a:extLst>
            </p:cNvPr>
            <p:cNvSpPr/>
            <p:nvPr/>
          </p:nvSpPr>
          <p:spPr>
            <a:xfrm>
              <a:off x="4323393" y="2818619"/>
              <a:ext cx="88900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4" name="object 164">
              <a:extLst>
                <a:ext uri="{FF2B5EF4-FFF2-40B4-BE49-F238E27FC236}">
                  <a16:creationId xmlns:a16="http://schemas.microsoft.com/office/drawing/2014/main" id="{A4EE2ACD-767A-3CA5-B7FC-4BA2AA641342}"/>
                </a:ext>
              </a:extLst>
            </p:cNvPr>
            <p:cNvSpPr/>
            <p:nvPr/>
          </p:nvSpPr>
          <p:spPr>
            <a:xfrm>
              <a:off x="4664705" y="3758505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5" name="object 165">
              <a:extLst>
                <a:ext uri="{FF2B5EF4-FFF2-40B4-BE49-F238E27FC236}">
                  <a16:creationId xmlns:a16="http://schemas.microsoft.com/office/drawing/2014/main" id="{F7A5D6F5-930D-4412-3323-2CF0DE1796A2}"/>
                </a:ext>
              </a:extLst>
            </p:cNvPr>
            <p:cNvSpPr/>
            <p:nvPr/>
          </p:nvSpPr>
          <p:spPr>
            <a:xfrm>
              <a:off x="5002840" y="3407635"/>
              <a:ext cx="90488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6" name="object 166">
              <a:extLst>
                <a:ext uri="{FF2B5EF4-FFF2-40B4-BE49-F238E27FC236}">
                  <a16:creationId xmlns:a16="http://schemas.microsoft.com/office/drawing/2014/main" id="{29F39AE1-B3B9-DC62-673C-5AE00BDCCF66}"/>
                </a:ext>
              </a:extLst>
            </p:cNvPr>
            <p:cNvSpPr/>
            <p:nvPr/>
          </p:nvSpPr>
          <p:spPr>
            <a:xfrm>
              <a:off x="5858499" y="3172663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7" name="object 167">
              <a:extLst>
                <a:ext uri="{FF2B5EF4-FFF2-40B4-BE49-F238E27FC236}">
                  <a16:creationId xmlns:a16="http://schemas.microsoft.com/office/drawing/2014/main" id="{4B68DEB3-3689-D722-3E6E-22BE53230F24}"/>
                </a:ext>
              </a:extLst>
            </p:cNvPr>
            <p:cNvSpPr/>
            <p:nvPr/>
          </p:nvSpPr>
          <p:spPr>
            <a:xfrm>
              <a:off x="4493255" y="3053590"/>
              <a:ext cx="90487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8" name="object 168">
              <a:extLst>
                <a:ext uri="{FF2B5EF4-FFF2-40B4-BE49-F238E27FC236}">
                  <a16:creationId xmlns:a16="http://schemas.microsoft.com/office/drawing/2014/main" id="{657D1D5E-0DC3-ACD7-E2E8-B74BCB66BCB3}"/>
                </a:ext>
              </a:extLst>
            </p:cNvPr>
            <p:cNvSpPr/>
            <p:nvPr/>
          </p:nvSpPr>
          <p:spPr>
            <a:xfrm>
              <a:off x="4664705" y="3053590"/>
              <a:ext cx="88900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9" name="object 169">
              <a:extLst>
                <a:ext uri="{FF2B5EF4-FFF2-40B4-BE49-F238E27FC236}">
                  <a16:creationId xmlns:a16="http://schemas.microsoft.com/office/drawing/2014/main" id="{96C24288-B996-49D7-40BC-16F28C30067E}"/>
                </a:ext>
              </a:extLst>
            </p:cNvPr>
            <p:cNvSpPr/>
            <p:nvPr/>
          </p:nvSpPr>
          <p:spPr>
            <a:xfrm>
              <a:off x="5515600" y="2818619"/>
              <a:ext cx="90487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0" name="object 170">
              <a:extLst>
                <a:ext uri="{FF2B5EF4-FFF2-40B4-BE49-F238E27FC236}">
                  <a16:creationId xmlns:a16="http://schemas.microsoft.com/office/drawing/2014/main" id="{C803F8A8-FBF2-3FA1-EB6F-9C35B63DB580}"/>
                </a:ext>
              </a:extLst>
            </p:cNvPr>
            <p:cNvSpPr/>
            <p:nvPr/>
          </p:nvSpPr>
          <p:spPr>
            <a:xfrm>
              <a:off x="5002840" y="3642606"/>
              <a:ext cx="90488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1" name="object 171">
              <a:extLst>
                <a:ext uri="{FF2B5EF4-FFF2-40B4-BE49-F238E27FC236}">
                  <a16:creationId xmlns:a16="http://schemas.microsoft.com/office/drawing/2014/main" id="{314FFE55-B5E0-A149-1C5C-5FBDAFC1CEA2}"/>
                </a:ext>
              </a:extLst>
            </p:cNvPr>
            <p:cNvSpPr/>
            <p:nvPr/>
          </p:nvSpPr>
          <p:spPr>
            <a:xfrm>
              <a:off x="5687049" y="2934516"/>
              <a:ext cx="90487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2" name="object 172">
              <a:extLst>
                <a:ext uri="{FF2B5EF4-FFF2-40B4-BE49-F238E27FC236}">
                  <a16:creationId xmlns:a16="http://schemas.microsoft.com/office/drawing/2014/main" id="{C4158081-30F6-AD0F-A046-1411412AD108}"/>
                </a:ext>
              </a:extLst>
            </p:cNvPr>
            <p:cNvSpPr/>
            <p:nvPr/>
          </p:nvSpPr>
          <p:spPr>
            <a:xfrm>
              <a:off x="4664705" y="3642606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3" name="object 173">
              <a:extLst>
                <a:ext uri="{FF2B5EF4-FFF2-40B4-BE49-F238E27FC236}">
                  <a16:creationId xmlns:a16="http://schemas.microsoft.com/office/drawing/2014/main" id="{B28F0CA6-BAA0-AC1F-470D-5E4A2E5D22D1}"/>
                </a:ext>
              </a:extLst>
            </p:cNvPr>
            <p:cNvSpPr/>
            <p:nvPr/>
          </p:nvSpPr>
          <p:spPr>
            <a:xfrm>
              <a:off x="4323393" y="3758505"/>
              <a:ext cx="88900" cy="889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4" name="object 174">
              <a:extLst>
                <a:ext uri="{FF2B5EF4-FFF2-40B4-BE49-F238E27FC236}">
                  <a16:creationId xmlns:a16="http://schemas.microsoft.com/office/drawing/2014/main" id="{92B103D2-B8C5-75D3-7973-3649B23AC890}"/>
                </a:ext>
              </a:extLst>
            </p:cNvPr>
            <p:cNvSpPr/>
            <p:nvPr/>
          </p:nvSpPr>
          <p:spPr>
            <a:xfrm>
              <a:off x="5515600" y="3758505"/>
              <a:ext cx="90487" cy="889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5" name="object 175">
              <a:extLst>
                <a:ext uri="{FF2B5EF4-FFF2-40B4-BE49-F238E27FC236}">
                  <a16:creationId xmlns:a16="http://schemas.microsoft.com/office/drawing/2014/main" id="{2B4DB1D2-76E6-FA7F-7E0C-20E35E8D57A2}"/>
                </a:ext>
              </a:extLst>
            </p:cNvPr>
            <p:cNvSpPr/>
            <p:nvPr/>
          </p:nvSpPr>
          <p:spPr>
            <a:xfrm>
              <a:off x="5345738" y="3172663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6" name="object 176">
              <a:extLst>
                <a:ext uri="{FF2B5EF4-FFF2-40B4-BE49-F238E27FC236}">
                  <a16:creationId xmlns:a16="http://schemas.microsoft.com/office/drawing/2014/main" id="{D5FCE262-E632-179A-DC82-FBDF82346FF7}"/>
                </a:ext>
              </a:extLst>
            </p:cNvPr>
            <p:cNvSpPr/>
            <p:nvPr/>
          </p:nvSpPr>
          <p:spPr>
            <a:xfrm>
              <a:off x="4493255" y="3288562"/>
              <a:ext cx="90487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7" name="object 177">
              <a:extLst>
                <a:ext uri="{FF2B5EF4-FFF2-40B4-BE49-F238E27FC236}">
                  <a16:creationId xmlns:a16="http://schemas.microsoft.com/office/drawing/2014/main" id="{44236AD1-1B98-2F6E-F521-1A8A11EDD74B}"/>
                </a:ext>
              </a:extLst>
            </p:cNvPr>
            <p:cNvSpPr/>
            <p:nvPr/>
          </p:nvSpPr>
          <p:spPr>
            <a:xfrm>
              <a:off x="4832979" y="3172663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8" name="object 178">
              <a:extLst>
                <a:ext uri="{FF2B5EF4-FFF2-40B4-BE49-F238E27FC236}">
                  <a16:creationId xmlns:a16="http://schemas.microsoft.com/office/drawing/2014/main" id="{3393DE04-5974-E17B-FC44-7B6AAE961502}"/>
                </a:ext>
              </a:extLst>
            </p:cNvPr>
            <p:cNvSpPr/>
            <p:nvPr/>
          </p:nvSpPr>
          <p:spPr>
            <a:xfrm>
              <a:off x="4493255" y="3875990"/>
              <a:ext cx="90487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9" name="object 179">
              <a:extLst>
                <a:ext uri="{FF2B5EF4-FFF2-40B4-BE49-F238E27FC236}">
                  <a16:creationId xmlns:a16="http://schemas.microsoft.com/office/drawing/2014/main" id="{D5191651-AED2-9489-28E4-6BE657D8848E}"/>
                </a:ext>
              </a:extLst>
            </p:cNvPr>
            <p:cNvSpPr/>
            <p:nvPr/>
          </p:nvSpPr>
          <p:spPr>
            <a:xfrm>
              <a:off x="5345738" y="3288562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0" name="object 180">
              <a:extLst>
                <a:ext uri="{FF2B5EF4-FFF2-40B4-BE49-F238E27FC236}">
                  <a16:creationId xmlns:a16="http://schemas.microsoft.com/office/drawing/2014/main" id="{DB97B6CF-A7C8-4FDC-7AC5-FA705B1CE1ED}"/>
                </a:ext>
              </a:extLst>
            </p:cNvPr>
            <p:cNvSpPr/>
            <p:nvPr/>
          </p:nvSpPr>
          <p:spPr>
            <a:xfrm>
              <a:off x="4664705" y="3523533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1" name="object 181">
              <a:extLst>
                <a:ext uri="{FF2B5EF4-FFF2-40B4-BE49-F238E27FC236}">
                  <a16:creationId xmlns:a16="http://schemas.microsoft.com/office/drawing/2014/main" id="{BEA5B71E-4A2C-F329-ECC7-385CF1577A63}"/>
                </a:ext>
              </a:extLst>
            </p:cNvPr>
            <p:cNvSpPr/>
            <p:nvPr/>
          </p:nvSpPr>
          <p:spPr>
            <a:xfrm>
              <a:off x="4664705" y="3288562"/>
              <a:ext cx="88900" cy="889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2" name="object 182">
              <a:extLst>
                <a:ext uri="{FF2B5EF4-FFF2-40B4-BE49-F238E27FC236}">
                  <a16:creationId xmlns:a16="http://schemas.microsoft.com/office/drawing/2014/main" id="{06F0E103-F132-C64B-8EAC-2BB23CDCD33B}"/>
                </a:ext>
              </a:extLst>
            </p:cNvPr>
            <p:cNvSpPr/>
            <p:nvPr/>
          </p:nvSpPr>
          <p:spPr>
            <a:xfrm>
              <a:off x="5687049" y="3642606"/>
              <a:ext cx="90487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3" name="object 183">
              <a:extLst>
                <a:ext uri="{FF2B5EF4-FFF2-40B4-BE49-F238E27FC236}">
                  <a16:creationId xmlns:a16="http://schemas.microsoft.com/office/drawing/2014/main" id="{A934E3F3-6BBE-3496-3C85-BA1E1612BE69}"/>
                </a:ext>
              </a:extLst>
            </p:cNvPr>
            <p:cNvSpPr/>
            <p:nvPr/>
          </p:nvSpPr>
          <p:spPr>
            <a:xfrm>
              <a:off x="4664705" y="2818619"/>
              <a:ext cx="88900" cy="90495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4" name="object 184">
              <a:extLst>
                <a:ext uri="{FF2B5EF4-FFF2-40B4-BE49-F238E27FC236}">
                  <a16:creationId xmlns:a16="http://schemas.microsoft.com/office/drawing/2014/main" id="{9B13CC9C-9C89-75FD-01DB-5EA0D9FC18DC}"/>
                </a:ext>
              </a:extLst>
            </p:cNvPr>
            <p:cNvSpPr/>
            <p:nvPr/>
          </p:nvSpPr>
          <p:spPr>
            <a:xfrm>
              <a:off x="4323393" y="3053590"/>
              <a:ext cx="88900" cy="90495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5" name="object 185">
              <a:extLst>
                <a:ext uri="{FF2B5EF4-FFF2-40B4-BE49-F238E27FC236}">
                  <a16:creationId xmlns:a16="http://schemas.microsoft.com/office/drawing/2014/main" id="{932DEF1F-02A2-8958-1709-FA24F3F50B97}"/>
                </a:ext>
              </a:extLst>
            </p:cNvPr>
            <p:cNvSpPr/>
            <p:nvPr/>
          </p:nvSpPr>
          <p:spPr>
            <a:xfrm>
              <a:off x="5002840" y="3053590"/>
              <a:ext cx="90488" cy="90495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6" name="object 186">
              <a:extLst>
                <a:ext uri="{FF2B5EF4-FFF2-40B4-BE49-F238E27FC236}">
                  <a16:creationId xmlns:a16="http://schemas.microsoft.com/office/drawing/2014/main" id="{C89AF567-546D-F373-1F06-C5540A778A56}"/>
                </a:ext>
              </a:extLst>
            </p:cNvPr>
            <p:cNvSpPr/>
            <p:nvPr/>
          </p:nvSpPr>
          <p:spPr>
            <a:xfrm>
              <a:off x="5345738" y="3523533"/>
              <a:ext cx="88900" cy="88908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7" name="object 187">
              <a:extLst>
                <a:ext uri="{FF2B5EF4-FFF2-40B4-BE49-F238E27FC236}">
                  <a16:creationId xmlns:a16="http://schemas.microsoft.com/office/drawing/2014/main" id="{EAE281F4-9B3F-3E75-A691-E2E18D71C742}"/>
                </a:ext>
              </a:extLst>
            </p:cNvPr>
            <p:cNvSpPr/>
            <p:nvPr/>
          </p:nvSpPr>
          <p:spPr>
            <a:xfrm>
              <a:off x="5345738" y="3758505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8" name="object 188">
              <a:extLst>
                <a:ext uri="{FF2B5EF4-FFF2-40B4-BE49-F238E27FC236}">
                  <a16:creationId xmlns:a16="http://schemas.microsoft.com/office/drawing/2014/main" id="{E5F4B32B-2CB1-F1DA-A1F0-D1BBD01E721C}"/>
                </a:ext>
              </a:extLst>
            </p:cNvPr>
            <p:cNvSpPr txBox="1"/>
            <p:nvPr/>
          </p:nvSpPr>
          <p:spPr>
            <a:xfrm>
              <a:off x="2010418" y="3390172"/>
              <a:ext cx="63500" cy="11579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89" name="object 189">
              <a:extLst>
                <a:ext uri="{FF2B5EF4-FFF2-40B4-BE49-F238E27FC236}">
                  <a16:creationId xmlns:a16="http://schemas.microsoft.com/office/drawing/2014/main" id="{01F231AE-400C-0B11-F6E4-3CF79E190B54}"/>
                </a:ext>
              </a:extLst>
            </p:cNvPr>
            <p:cNvSpPr txBox="1"/>
            <p:nvPr/>
          </p:nvSpPr>
          <p:spPr>
            <a:xfrm>
              <a:off x="1965968" y="2802742"/>
              <a:ext cx="107949" cy="11579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0" name="object 190">
              <a:extLst>
                <a:ext uri="{FF2B5EF4-FFF2-40B4-BE49-F238E27FC236}">
                  <a16:creationId xmlns:a16="http://schemas.microsoft.com/office/drawing/2014/main" id="{D13F11C4-1C47-384C-663B-E2011AA47A62}"/>
                </a:ext>
              </a:extLst>
            </p:cNvPr>
            <p:cNvSpPr txBox="1"/>
            <p:nvPr/>
          </p:nvSpPr>
          <p:spPr>
            <a:xfrm>
              <a:off x="1965968" y="2215313"/>
              <a:ext cx="107949" cy="11579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1" name="object 191">
              <a:extLst>
                <a:ext uri="{FF2B5EF4-FFF2-40B4-BE49-F238E27FC236}">
                  <a16:creationId xmlns:a16="http://schemas.microsoft.com/office/drawing/2014/main" id="{9D293B06-0FD2-A72B-AA62-7849D0699B3C}"/>
                </a:ext>
              </a:extLst>
            </p:cNvPr>
            <p:cNvSpPr txBox="1"/>
            <p:nvPr/>
          </p:nvSpPr>
          <p:spPr>
            <a:xfrm>
              <a:off x="1965968" y="1627885"/>
              <a:ext cx="107949" cy="11579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2" name="object 192">
              <a:extLst>
                <a:ext uri="{FF2B5EF4-FFF2-40B4-BE49-F238E27FC236}">
                  <a16:creationId xmlns:a16="http://schemas.microsoft.com/office/drawing/2014/main" id="{98E2D644-47F8-5E70-EDDB-5D0F9EF353CC}"/>
                </a:ext>
              </a:extLst>
            </p:cNvPr>
            <p:cNvSpPr txBox="1"/>
            <p:nvPr/>
          </p:nvSpPr>
          <p:spPr>
            <a:xfrm>
              <a:off x="1965968" y="1040457"/>
              <a:ext cx="107949" cy="11579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3" name="object 193">
              <a:extLst>
                <a:ext uri="{FF2B5EF4-FFF2-40B4-BE49-F238E27FC236}">
                  <a16:creationId xmlns:a16="http://schemas.microsoft.com/office/drawing/2014/main" id="{EC342F3A-CFEF-CCBE-61C4-F2C05A1CC486}"/>
                </a:ext>
              </a:extLst>
            </p:cNvPr>
            <p:cNvSpPr/>
            <p:nvPr/>
          </p:nvSpPr>
          <p:spPr>
            <a:xfrm>
              <a:off x="6531595" y="1899372"/>
              <a:ext cx="77787" cy="79382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4" name="object 194">
              <a:extLst>
                <a:ext uri="{FF2B5EF4-FFF2-40B4-BE49-F238E27FC236}">
                  <a16:creationId xmlns:a16="http://schemas.microsoft.com/office/drawing/2014/main" id="{430BFEF3-A651-502F-1B2B-8AB4B87FF3B7}"/>
                </a:ext>
              </a:extLst>
            </p:cNvPr>
            <p:cNvSpPr/>
            <p:nvPr/>
          </p:nvSpPr>
          <p:spPr>
            <a:xfrm>
              <a:off x="6531595" y="1899372"/>
              <a:ext cx="77787" cy="79382"/>
            </a:xfrm>
            <a:custGeom>
              <a:avLst/>
              <a:gdLst/>
              <a:ahLst/>
              <a:cxnLst/>
              <a:rect l="l" t="t" r="r" b="b"/>
              <a:pathLst>
                <a:path w="112395" h="112394">
                  <a:moveTo>
                    <a:pt x="58190" y="0"/>
                  </a:moveTo>
                  <a:lnTo>
                    <a:pt x="112222" y="58188"/>
                  </a:lnTo>
                  <a:lnTo>
                    <a:pt x="58190" y="112221"/>
                  </a:lnTo>
                  <a:lnTo>
                    <a:pt x="0" y="58188"/>
                  </a:lnTo>
                  <a:lnTo>
                    <a:pt x="58190" y="0"/>
                  </a:lnTo>
                  <a:close/>
                </a:path>
              </a:pathLst>
            </a:custGeom>
            <a:ln w="9513">
              <a:solidFill>
                <a:srgbClr val="5B92C7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5" name="object 195">
              <a:extLst>
                <a:ext uri="{FF2B5EF4-FFF2-40B4-BE49-F238E27FC236}">
                  <a16:creationId xmlns:a16="http://schemas.microsoft.com/office/drawing/2014/main" id="{6A6BE710-2500-2905-4B15-FC8679729210}"/>
                </a:ext>
              </a:extLst>
            </p:cNvPr>
            <p:cNvSpPr txBox="1"/>
            <p:nvPr/>
          </p:nvSpPr>
          <p:spPr>
            <a:xfrm>
              <a:off x="6653832" y="1823166"/>
              <a:ext cx="536572" cy="223102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1046" spc="-37" dirty="0">
                  <a:latin typeface="Trebuchet MS"/>
                  <a:cs typeface="Trebuchet MS"/>
                </a:rPr>
                <a:t>S</a:t>
              </a:r>
              <a:r>
                <a:rPr sz="1046" spc="-44" dirty="0">
                  <a:latin typeface="Trebuchet MS"/>
                  <a:cs typeface="Trebuchet MS"/>
                </a:rPr>
                <a:t>e</a:t>
              </a:r>
              <a:r>
                <a:rPr sz="1046" spc="-47" dirty="0">
                  <a:latin typeface="Trebuchet MS"/>
                  <a:cs typeface="Trebuchet MS"/>
                </a:rPr>
                <a:t>r</a:t>
              </a:r>
              <a:r>
                <a:rPr sz="1046" spc="-39" dirty="0">
                  <a:latin typeface="Trebuchet MS"/>
                  <a:cs typeface="Trebuchet MS"/>
                </a:rPr>
                <a:t>i</a:t>
              </a:r>
              <a:r>
                <a:rPr sz="1046" spc="-76" dirty="0">
                  <a:latin typeface="Trebuchet MS"/>
                  <a:cs typeface="Trebuchet MS"/>
                </a:rPr>
                <a:t>e</a:t>
              </a:r>
              <a:r>
                <a:rPr sz="1046" spc="-18" dirty="0">
                  <a:latin typeface="Trebuchet MS"/>
                  <a:cs typeface="Trebuchet MS"/>
                </a:rPr>
                <a:t>s1</a:t>
              </a:r>
              <a:endParaRPr sz="1046">
                <a:latin typeface="Trebuchet MS"/>
                <a:cs typeface="Trebuchet MS"/>
              </a:endParaRPr>
            </a:p>
          </p:txBody>
        </p:sp>
        <p:sp>
          <p:nvSpPr>
            <p:cNvPr id="196" name="object 196">
              <a:extLst>
                <a:ext uri="{FF2B5EF4-FFF2-40B4-BE49-F238E27FC236}">
                  <a16:creationId xmlns:a16="http://schemas.microsoft.com/office/drawing/2014/main" id="{688976BF-DD6E-7569-BB10-6726152607F6}"/>
                </a:ext>
              </a:extLst>
            </p:cNvPr>
            <p:cNvSpPr/>
            <p:nvPr/>
          </p:nvSpPr>
          <p:spPr>
            <a:xfrm>
              <a:off x="6531595" y="2475687"/>
              <a:ext cx="77787" cy="79382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7" name="object 197">
              <a:extLst>
                <a:ext uri="{FF2B5EF4-FFF2-40B4-BE49-F238E27FC236}">
                  <a16:creationId xmlns:a16="http://schemas.microsoft.com/office/drawing/2014/main" id="{649D1EE5-38B9-8482-2636-FF521F1DDA0F}"/>
                </a:ext>
              </a:extLst>
            </p:cNvPr>
            <p:cNvSpPr/>
            <p:nvPr/>
          </p:nvSpPr>
          <p:spPr>
            <a:xfrm>
              <a:off x="6531595" y="2475687"/>
              <a:ext cx="77787" cy="79382"/>
            </a:xfrm>
            <a:custGeom>
              <a:avLst/>
              <a:gdLst/>
              <a:ahLst/>
              <a:cxnLst/>
              <a:rect l="l" t="t" r="r" b="b"/>
              <a:pathLst>
                <a:path w="112395" h="112395">
                  <a:moveTo>
                    <a:pt x="0" y="0"/>
                  </a:moveTo>
                  <a:lnTo>
                    <a:pt x="112222" y="0"/>
                  </a:lnTo>
                  <a:lnTo>
                    <a:pt x="112222" y="112222"/>
                  </a:lnTo>
                  <a:lnTo>
                    <a:pt x="0" y="112222"/>
                  </a:lnTo>
                  <a:lnTo>
                    <a:pt x="0" y="0"/>
                  </a:lnTo>
                  <a:close/>
                </a:path>
              </a:pathLst>
            </a:custGeom>
            <a:ln w="9513">
              <a:solidFill>
                <a:srgbClr val="CC615A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8" name="object 198">
              <a:extLst>
                <a:ext uri="{FF2B5EF4-FFF2-40B4-BE49-F238E27FC236}">
                  <a16:creationId xmlns:a16="http://schemas.microsoft.com/office/drawing/2014/main" id="{943F4191-21E1-29F2-0422-EEA01C05C456}"/>
                </a:ext>
              </a:extLst>
            </p:cNvPr>
            <p:cNvSpPr txBox="1"/>
            <p:nvPr/>
          </p:nvSpPr>
          <p:spPr>
            <a:xfrm>
              <a:off x="6653832" y="2397892"/>
              <a:ext cx="536572" cy="223102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1046" spc="-37" dirty="0">
                  <a:latin typeface="Trebuchet MS"/>
                  <a:cs typeface="Trebuchet MS"/>
                </a:rPr>
                <a:t>S</a:t>
              </a:r>
              <a:r>
                <a:rPr sz="1046" spc="-44" dirty="0">
                  <a:latin typeface="Trebuchet MS"/>
                  <a:cs typeface="Trebuchet MS"/>
                </a:rPr>
                <a:t>e</a:t>
              </a:r>
              <a:r>
                <a:rPr sz="1046" spc="-47" dirty="0">
                  <a:latin typeface="Trebuchet MS"/>
                  <a:cs typeface="Trebuchet MS"/>
                </a:rPr>
                <a:t>r</a:t>
              </a:r>
              <a:r>
                <a:rPr sz="1046" spc="-39" dirty="0">
                  <a:latin typeface="Trebuchet MS"/>
                  <a:cs typeface="Trebuchet MS"/>
                </a:rPr>
                <a:t>i</a:t>
              </a:r>
              <a:r>
                <a:rPr sz="1046" spc="-76" dirty="0">
                  <a:latin typeface="Trebuchet MS"/>
                  <a:cs typeface="Trebuchet MS"/>
                </a:rPr>
                <a:t>e</a:t>
              </a:r>
              <a:r>
                <a:rPr sz="1046" spc="-18" dirty="0">
                  <a:latin typeface="Trebuchet MS"/>
                  <a:cs typeface="Trebuchet MS"/>
                </a:rPr>
                <a:t>s2</a:t>
              </a:r>
              <a:endParaRPr sz="1046">
                <a:latin typeface="Trebuchet MS"/>
                <a:cs typeface="Trebuchet MS"/>
              </a:endParaRPr>
            </a:p>
          </p:txBody>
        </p:sp>
        <p:sp>
          <p:nvSpPr>
            <p:cNvPr id="199" name="object 199">
              <a:extLst>
                <a:ext uri="{FF2B5EF4-FFF2-40B4-BE49-F238E27FC236}">
                  <a16:creationId xmlns:a16="http://schemas.microsoft.com/office/drawing/2014/main" id="{D9160639-62AD-C9D9-5FF5-A2329020889D}"/>
                </a:ext>
              </a:extLst>
            </p:cNvPr>
            <p:cNvSpPr/>
            <p:nvPr/>
          </p:nvSpPr>
          <p:spPr>
            <a:xfrm>
              <a:off x="4074158" y="854701"/>
              <a:ext cx="98425" cy="3600779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0" name="object 200">
              <a:extLst>
                <a:ext uri="{FF2B5EF4-FFF2-40B4-BE49-F238E27FC236}">
                  <a16:creationId xmlns:a16="http://schemas.microsoft.com/office/drawing/2014/main" id="{511F3B38-B535-DA82-7006-F4F7ABD691F0}"/>
                </a:ext>
              </a:extLst>
            </p:cNvPr>
            <p:cNvSpPr/>
            <p:nvPr/>
          </p:nvSpPr>
          <p:spPr>
            <a:xfrm>
              <a:off x="4123369" y="873753"/>
              <a:ext cx="0" cy="3537274"/>
            </a:xfrm>
            <a:custGeom>
              <a:avLst/>
              <a:gdLst/>
              <a:ahLst/>
              <a:cxnLst/>
              <a:rect l="l" t="t" r="r" b="b"/>
              <a:pathLst>
                <a:path h="5074285">
                  <a:moveTo>
                    <a:pt x="0" y="0"/>
                  </a:moveTo>
                  <a:lnTo>
                    <a:pt x="1" y="5074000"/>
                  </a:lnTo>
                </a:path>
              </a:pathLst>
            </a:custGeom>
            <a:ln w="50730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1" name="object 201">
              <a:extLst>
                <a:ext uri="{FF2B5EF4-FFF2-40B4-BE49-F238E27FC236}">
                  <a16:creationId xmlns:a16="http://schemas.microsoft.com/office/drawing/2014/main" id="{B30834F4-7B2D-DF09-0D64-28D86898B434}"/>
                </a:ext>
              </a:extLst>
            </p:cNvPr>
            <p:cNvSpPr/>
            <p:nvPr/>
          </p:nvSpPr>
          <p:spPr>
            <a:xfrm>
              <a:off x="3670935" y="967424"/>
              <a:ext cx="906457" cy="3494407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2" name="object 202">
              <a:extLst>
                <a:ext uri="{FF2B5EF4-FFF2-40B4-BE49-F238E27FC236}">
                  <a16:creationId xmlns:a16="http://schemas.microsoft.com/office/drawing/2014/main" id="{59CBC709-926C-657D-043B-A84C9C510200}"/>
                </a:ext>
              </a:extLst>
            </p:cNvPr>
            <p:cNvSpPr/>
            <p:nvPr/>
          </p:nvSpPr>
          <p:spPr>
            <a:xfrm>
              <a:off x="3718559" y="988063"/>
              <a:ext cx="809621" cy="3422963"/>
            </a:xfrm>
            <a:custGeom>
              <a:avLst/>
              <a:gdLst/>
              <a:ahLst/>
              <a:cxnLst/>
              <a:rect l="l" t="t" r="r" b="b"/>
              <a:pathLst>
                <a:path w="1162050" h="4909185">
                  <a:moveTo>
                    <a:pt x="1161490" y="0"/>
                  </a:moveTo>
                  <a:lnTo>
                    <a:pt x="0" y="4909096"/>
                  </a:lnTo>
                </a:path>
              </a:pathLst>
            </a:custGeom>
            <a:ln w="50731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3" name="object 203">
              <a:extLst>
                <a:ext uri="{FF2B5EF4-FFF2-40B4-BE49-F238E27FC236}">
                  <a16:creationId xmlns:a16="http://schemas.microsoft.com/office/drawing/2014/main" id="{2B1F3EAA-61ED-B750-2456-E87259C4A15B}"/>
                </a:ext>
              </a:extLst>
            </p:cNvPr>
            <p:cNvSpPr/>
            <p:nvPr/>
          </p:nvSpPr>
          <p:spPr>
            <a:xfrm>
              <a:off x="3285173" y="1005528"/>
              <a:ext cx="1677980" cy="3311828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4" name="object 204">
              <a:extLst>
                <a:ext uri="{FF2B5EF4-FFF2-40B4-BE49-F238E27FC236}">
                  <a16:creationId xmlns:a16="http://schemas.microsoft.com/office/drawing/2014/main" id="{1B5B1CC4-72F2-0284-3599-6257937CE7E6}"/>
                </a:ext>
              </a:extLst>
            </p:cNvPr>
            <p:cNvSpPr/>
            <p:nvPr/>
          </p:nvSpPr>
          <p:spPr>
            <a:xfrm>
              <a:off x="3331211" y="1030930"/>
              <a:ext cx="1584317" cy="3232446"/>
            </a:xfrm>
            <a:custGeom>
              <a:avLst/>
              <a:gdLst/>
              <a:ahLst/>
              <a:cxnLst/>
              <a:rect l="l" t="t" r="r" b="b"/>
              <a:pathLst>
                <a:path w="2270760" h="4637405">
                  <a:moveTo>
                    <a:pt x="2270721" y="0"/>
                  </a:moveTo>
                  <a:lnTo>
                    <a:pt x="0" y="4637282"/>
                  </a:lnTo>
                </a:path>
              </a:pathLst>
            </a:custGeom>
            <a:ln w="50733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5" name="object 205">
              <a:extLst>
                <a:ext uri="{FF2B5EF4-FFF2-40B4-BE49-F238E27FC236}">
                  <a16:creationId xmlns:a16="http://schemas.microsoft.com/office/drawing/2014/main" id="{979DB74F-2A4D-C870-606B-A9010D6B0394}"/>
                </a:ext>
              </a:extLst>
            </p:cNvPr>
            <p:cNvSpPr/>
            <p:nvPr/>
          </p:nvSpPr>
          <p:spPr>
            <a:xfrm>
              <a:off x="2804164" y="1213509"/>
              <a:ext cx="2639999" cy="2949845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6" name="object 206">
              <a:extLst>
                <a:ext uri="{FF2B5EF4-FFF2-40B4-BE49-F238E27FC236}">
                  <a16:creationId xmlns:a16="http://schemas.microsoft.com/office/drawing/2014/main" id="{85E61B86-2270-E77D-02D3-9EC243BBDC2D}"/>
                </a:ext>
              </a:extLst>
            </p:cNvPr>
            <p:cNvSpPr/>
            <p:nvPr/>
          </p:nvSpPr>
          <p:spPr>
            <a:xfrm>
              <a:off x="2848614" y="1243675"/>
              <a:ext cx="2549512" cy="2864112"/>
            </a:xfrm>
            <a:custGeom>
              <a:avLst/>
              <a:gdLst/>
              <a:ahLst/>
              <a:cxnLst/>
              <a:rect l="l" t="t" r="r" b="b"/>
              <a:pathLst>
                <a:path w="3656329" h="4109085">
                  <a:moveTo>
                    <a:pt x="3655827" y="0"/>
                  </a:moveTo>
                  <a:lnTo>
                    <a:pt x="0" y="4108738"/>
                  </a:lnTo>
                </a:path>
              </a:pathLst>
            </a:custGeom>
            <a:ln w="50736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7" name="object 207">
              <a:extLst>
                <a:ext uri="{FF2B5EF4-FFF2-40B4-BE49-F238E27FC236}">
                  <a16:creationId xmlns:a16="http://schemas.microsoft.com/office/drawing/2014/main" id="{2D36FF97-9363-AE3E-421C-CDA3084A2793}"/>
                </a:ext>
              </a:extLst>
            </p:cNvPr>
            <p:cNvSpPr/>
            <p:nvPr/>
          </p:nvSpPr>
          <p:spPr>
            <a:xfrm>
              <a:off x="2172342" y="2691607"/>
              <a:ext cx="3921105" cy="98434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8" name="object 208">
              <a:extLst>
                <a:ext uri="{FF2B5EF4-FFF2-40B4-BE49-F238E27FC236}">
                  <a16:creationId xmlns:a16="http://schemas.microsoft.com/office/drawing/2014/main" id="{4E931B9B-CD9D-BE72-484D-A6E976F0DCD6}"/>
                </a:ext>
              </a:extLst>
            </p:cNvPr>
            <p:cNvSpPr/>
            <p:nvPr/>
          </p:nvSpPr>
          <p:spPr>
            <a:xfrm>
              <a:off x="2204092" y="2726535"/>
              <a:ext cx="3856018" cy="0"/>
            </a:xfrm>
            <a:custGeom>
              <a:avLst/>
              <a:gdLst/>
              <a:ahLst/>
              <a:cxnLst/>
              <a:rect l="l" t="t" r="r" b="b"/>
              <a:pathLst>
                <a:path w="5532755">
                  <a:moveTo>
                    <a:pt x="5532514" y="0"/>
                  </a:moveTo>
                  <a:lnTo>
                    <a:pt x="0" y="1"/>
                  </a:lnTo>
                </a:path>
              </a:pathLst>
            </a:custGeom>
            <a:ln w="50742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9" name="object 209">
              <a:extLst>
                <a:ext uri="{FF2B5EF4-FFF2-40B4-BE49-F238E27FC236}">
                  <a16:creationId xmlns:a16="http://schemas.microsoft.com/office/drawing/2014/main" id="{600F2ECA-6859-897D-7548-6DBA09D8C66C}"/>
                </a:ext>
              </a:extLst>
            </p:cNvPr>
            <p:cNvSpPr txBox="1"/>
            <p:nvPr/>
          </p:nvSpPr>
          <p:spPr>
            <a:xfrm>
              <a:off x="2023118" y="3988713"/>
              <a:ext cx="63500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0" name="object 210">
              <a:extLst>
                <a:ext uri="{FF2B5EF4-FFF2-40B4-BE49-F238E27FC236}">
                  <a16:creationId xmlns:a16="http://schemas.microsoft.com/office/drawing/2014/main" id="{AAF46848-2845-A7DF-6B68-A0FB3E0C31C4}"/>
                </a:ext>
              </a:extLst>
            </p:cNvPr>
            <p:cNvSpPr txBox="1"/>
            <p:nvPr/>
          </p:nvSpPr>
          <p:spPr>
            <a:xfrm>
              <a:off x="2127893" y="4096674"/>
              <a:ext cx="63500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1" name="object 211">
              <a:extLst>
                <a:ext uri="{FF2B5EF4-FFF2-40B4-BE49-F238E27FC236}">
                  <a16:creationId xmlns:a16="http://schemas.microsoft.com/office/drawing/2014/main" id="{CA800DC9-EF5A-CA23-9D9B-EB84714DE7A9}"/>
                </a:ext>
              </a:extLst>
            </p:cNvPr>
            <p:cNvSpPr txBox="1"/>
            <p:nvPr/>
          </p:nvSpPr>
          <p:spPr>
            <a:xfrm>
              <a:off x="2980375" y="4096674"/>
              <a:ext cx="61913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2" name="object 212">
              <a:extLst>
                <a:ext uri="{FF2B5EF4-FFF2-40B4-BE49-F238E27FC236}">
                  <a16:creationId xmlns:a16="http://schemas.microsoft.com/office/drawing/2014/main" id="{A2273296-BC61-6130-9101-54BA5E1D80B6}"/>
                </a:ext>
              </a:extLst>
            </p:cNvPr>
            <p:cNvSpPr txBox="1"/>
            <p:nvPr/>
          </p:nvSpPr>
          <p:spPr>
            <a:xfrm>
              <a:off x="3810635" y="4096674"/>
              <a:ext cx="106361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3" name="object 213">
              <a:extLst>
                <a:ext uri="{FF2B5EF4-FFF2-40B4-BE49-F238E27FC236}">
                  <a16:creationId xmlns:a16="http://schemas.microsoft.com/office/drawing/2014/main" id="{074A76BE-7426-D17A-3F15-C3A872BB7270}"/>
                </a:ext>
              </a:extLst>
            </p:cNvPr>
            <p:cNvSpPr txBox="1"/>
            <p:nvPr/>
          </p:nvSpPr>
          <p:spPr>
            <a:xfrm>
              <a:off x="4661530" y="4096674"/>
              <a:ext cx="107949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4" name="object 214">
              <a:extLst>
                <a:ext uri="{FF2B5EF4-FFF2-40B4-BE49-F238E27FC236}">
                  <a16:creationId xmlns:a16="http://schemas.microsoft.com/office/drawing/2014/main" id="{CEBFC43A-A64D-D70F-BEEB-2095DBB8F155}"/>
                </a:ext>
              </a:extLst>
            </p:cNvPr>
            <p:cNvSpPr txBox="1"/>
            <p:nvPr/>
          </p:nvSpPr>
          <p:spPr>
            <a:xfrm>
              <a:off x="5514013" y="4096674"/>
              <a:ext cx="107949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5" name="object 215">
              <a:extLst>
                <a:ext uri="{FF2B5EF4-FFF2-40B4-BE49-F238E27FC236}">
                  <a16:creationId xmlns:a16="http://schemas.microsoft.com/office/drawing/2014/main" id="{93C2EF8E-0DBC-C391-EDC5-060A7E3274AC}"/>
                </a:ext>
              </a:extLst>
            </p:cNvPr>
            <p:cNvSpPr txBox="1"/>
            <p:nvPr/>
          </p:nvSpPr>
          <p:spPr>
            <a:xfrm>
              <a:off x="6366496" y="4096674"/>
              <a:ext cx="107949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25</a:t>
              </a:r>
              <a:endParaRPr sz="523">
                <a:latin typeface="Trebuchet MS"/>
                <a:cs typeface="Trebuchet MS"/>
              </a:endParaRPr>
            </a:p>
          </p:txBody>
        </p:sp>
      </p:grpSp>
      <p:sp>
        <p:nvSpPr>
          <p:cNvPr id="21504" name="Título 21503">
            <a:extLst>
              <a:ext uri="{FF2B5EF4-FFF2-40B4-BE49-F238E27FC236}">
                <a16:creationId xmlns:a16="http://schemas.microsoft.com/office/drawing/2014/main" id="{C7D62D8A-CED6-2FB8-54EC-AEDD6B770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pt-BR"/>
          </a:p>
        </p:txBody>
      </p:sp>
      <p:sp>
        <p:nvSpPr>
          <p:cNvPr id="21506" name="object 2">
            <a:extLst>
              <a:ext uri="{FF2B5EF4-FFF2-40B4-BE49-F238E27FC236}">
                <a16:creationId xmlns:a16="http://schemas.microsoft.com/office/drawing/2014/main" id="{6FDF087D-5C35-10B7-06BE-140BE791AA90}"/>
              </a:ext>
            </a:extLst>
          </p:cNvPr>
          <p:cNvSpPr txBox="1">
            <a:spLocks/>
          </p:cNvSpPr>
          <p:nvPr/>
        </p:nvSpPr>
        <p:spPr>
          <a:xfrm>
            <a:off x="835223" y="346306"/>
            <a:ext cx="6725841" cy="365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08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000"/>
              <a:buFont typeface="Arial"/>
              <a:buNone/>
              <a:defRPr sz="2250" b="0" i="0" u="none" strike="noStrike" cap="none">
                <a:solidFill>
                  <a:schemeClr val="tx2"/>
                </a:solidFill>
                <a:latin typeface="Lato" panose="020B0604020202020204" charset="0"/>
                <a:ea typeface="Roboto Condensed"/>
                <a:cs typeface="Lato" panose="020B0604020202020204" charset="0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640">
              <a:spcBef>
                <a:spcPts val="50"/>
              </a:spcBef>
              <a:defRPr/>
            </a:pPr>
            <a:r>
              <a:rPr lang="pt-BR" spc="-2">
                <a:solidFill>
                  <a:schemeClr val="tx1"/>
                </a:solidFill>
              </a:rPr>
              <a:t>Aprendizagem</a:t>
            </a:r>
            <a:r>
              <a:rPr lang="pt-BR" spc="-21">
                <a:solidFill>
                  <a:schemeClr val="tx1"/>
                </a:solidFill>
              </a:rPr>
              <a:t> </a:t>
            </a:r>
            <a:r>
              <a:rPr lang="pt-BR" spc="-2">
                <a:solidFill>
                  <a:schemeClr val="tx1"/>
                </a:solidFill>
              </a:rPr>
              <a:t>Supervisionada</a:t>
            </a:r>
            <a:endParaRPr lang="pt-BR" spc="-2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29" name="Agrupar 218">
            <a:extLst>
              <a:ext uri="{FF2B5EF4-FFF2-40B4-BE49-F238E27FC236}">
                <a16:creationId xmlns:a16="http://schemas.microsoft.com/office/drawing/2014/main" id="{07D29027-AE27-189A-001B-05FA65E7590B}"/>
              </a:ext>
            </a:extLst>
          </p:cNvPr>
          <p:cNvGrpSpPr>
            <a:grpSpLocks/>
          </p:cNvGrpSpPr>
          <p:nvPr/>
        </p:nvGrpSpPr>
        <p:grpSpPr bwMode="auto">
          <a:xfrm>
            <a:off x="2770585" y="1546622"/>
            <a:ext cx="3918347" cy="2705100"/>
            <a:chOff x="1965968" y="854701"/>
            <a:chExt cx="5224436" cy="360713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F8485E1A-B5EA-148B-6BDE-98C6B59F13E9}"/>
                </a:ext>
              </a:extLst>
            </p:cNvPr>
            <p:cNvSpPr/>
            <p:nvPr/>
          </p:nvSpPr>
          <p:spPr>
            <a:xfrm>
              <a:off x="2146942" y="3452089"/>
              <a:ext cx="4267179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DF20C5D-E4C9-97E5-1265-D3C577E01588}"/>
                </a:ext>
              </a:extLst>
            </p:cNvPr>
            <p:cNvSpPr/>
            <p:nvPr/>
          </p:nvSpPr>
          <p:spPr>
            <a:xfrm>
              <a:off x="2146942" y="2864660"/>
              <a:ext cx="4267179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C95BF09-DD42-933B-719B-C224B88D9B14}"/>
                </a:ext>
              </a:extLst>
            </p:cNvPr>
            <p:cNvSpPr/>
            <p:nvPr/>
          </p:nvSpPr>
          <p:spPr>
            <a:xfrm>
              <a:off x="2146942" y="2275643"/>
              <a:ext cx="4267179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AE7C5FC7-3196-448C-959F-152BC7E46D5D}"/>
                </a:ext>
              </a:extLst>
            </p:cNvPr>
            <p:cNvSpPr/>
            <p:nvPr/>
          </p:nvSpPr>
          <p:spPr>
            <a:xfrm>
              <a:off x="2146942" y="1688214"/>
              <a:ext cx="4267179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F2942FE3-E010-FBBA-4D04-8258B7BCC189}"/>
                </a:ext>
              </a:extLst>
            </p:cNvPr>
            <p:cNvSpPr/>
            <p:nvPr/>
          </p:nvSpPr>
          <p:spPr>
            <a:xfrm>
              <a:off x="2146942" y="1102374"/>
              <a:ext cx="4267179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4B26A8CA-517E-0D52-EE74-75BF4671415D}"/>
                </a:ext>
              </a:extLst>
            </p:cNvPr>
            <p:cNvSpPr/>
            <p:nvPr/>
          </p:nvSpPr>
          <p:spPr>
            <a:xfrm>
              <a:off x="2146942" y="1102374"/>
              <a:ext cx="0" cy="2937144"/>
            </a:xfrm>
            <a:custGeom>
              <a:avLst/>
              <a:gdLst/>
              <a:ahLst/>
              <a:cxnLst/>
              <a:rect l="l" t="t" r="r" b="b"/>
              <a:pathLst>
                <a:path h="4213860">
                  <a:moveTo>
                    <a:pt x="0" y="4213490"/>
                  </a:moveTo>
                  <a:lnTo>
                    <a:pt x="0" y="0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810B021C-6158-0049-3B82-0369E414115E}"/>
                </a:ext>
              </a:extLst>
            </p:cNvPr>
            <p:cNvSpPr/>
            <p:nvPr/>
          </p:nvSpPr>
          <p:spPr>
            <a:xfrm>
              <a:off x="2118367" y="4037929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BBCB4E57-1A1D-26E2-EF77-FA7D27417F10}"/>
                </a:ext>
              </a:extLst>
            </p:cNvPr>
            <p:cNvSpPr/>
            <p:nvPr/>
          </p:nvSpPr>
          <p:spPr>
            <a:xfrm>
              <a:off x="2118367" y="3452089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4F4E2CCC-D37F-B1CF-2CAB-BB94F8DEE443}"/>
                </a:ext>
              </a:extLst>
            </p:cNvPr>
            <p:cNvSpPr/>
            <p:nvPr/>
          </p:nvSpPr>
          <p:spPr>
            <a:xfrm>
              <a:off x="2118367" y="2864660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B972CEB7-0B2C-F11A-E587-2677295183D1}"/>
                </a:ext>
              </a:extLst>
            </p:cNvPr>
            <p:cNvSpPr/>
            <p:nvPr/>
          </p:nvSpPr>
          <p:spPr>
            <a:xfrm>
              <a:off x="2118367" y="2275643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BC4F8A95-A9A8-4802-ABAC-42A8EAB79FE5}"/>
                </a:ext>
              </a:extLst>
            </p:cNvPr>
            <p:cNvSpPr/>
            <p:nvPr/>
          </p:nvSpPr>
          <p:spPr>
            <a:xfrm>
              <a:off x="2118367" y="1688214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6B7E8490-E306-C635-44A6-5B34FE45195E}"/>
                </a:ext>
              </a:extLst>
            </p:cNvPr>
            <p:cNvSpPr/>
            <p:nvPr/>
          </p:nvSpPr>
          <p:spPr>
            <a:xfrm>
              <a:off x="2118367" y="1102374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EC0D970B-B011-F9B4-E05D-08770C1F0C10}"/>
                </a:ext>
              </a:extLst>
            </p:cNvPr>
            <p:cNvSpPr/>
            <p:nvPr/>
          </p:nvSpPr>
          <p:spPr>
            <a:xfrm>
              <a:off x="2146942" y="4039517"/>
              <a:ext cx="4267179" cy="0"/>
            </a:xfrm>
            <a:custGeom>
              <a:avLst/>
              <a:gdLst/>
              <a:ahLst/>
              <a:cxnLst/>
              <a:rect l="l" t="t" r="r" b="b"/>
              <a:pathLst>
                <a:path w="6123305">
                  <a:moveTo>
                    <a:pt x="0" y="0"/>
                  </a:moveTo>
                  <a:lnTo>
                    <a:pt x="612305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17DE008C-134D-0B0D-D483-2951ACE7ED2C}"/>
                </a:ext>
              </a:extLst>
            </p:cNvPr>
            <p:cNvSpPr/>
            <p:nvPr/>
          </p:nvSpPr>
          <p:spPr>
            <a:xfrm>
              <a:off x="2146942" y="4037929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CBDF6467-BD4B-C306-9B5C-A963E14F79E0}"/>
                </a:ext>
              </a:extLst>
            </p:cNvPr>
            <p:cNvSpPr/>
            <p:nvPr/>
          </p:nvSpPr>
          <p:spPr>
            <a:xfrm>
              <a:off x="2999425" y="4037929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2855CFFF-813A-A3C9-0285-5B65CB119A84}"/>
                </a:ext>
              </a:extLst>
            </p:cNvPr>
            <p:cNvSpPr/>
            <p:nvPr/>
          </p:nvSpPr>
          <p:spPr>
            <a:xfrm>
              <a:off x="3853496" y="4037929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F7C470A9-EBB9-F19F-5603-BBF13465C2FC}"/>
                </a:ext>
              </a:extLst>
            </p:cNvPr>
            <p:cNvSpPr/>
            <p:nvPr/>
          </p:nvSpPr>
          <p:spPr>
            <a:xfrm>
              <a:off x="4709154" y="4037929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8B571663-CCFB-2E37-3B6D-261648CC60B9}"/>
                </a:ext>
              </a:extLst>
            </p:cNvPr>
            <p:cNvSpPr/>
            <p:nvPr/>
          </p:nvSpPr>
          <p:spPr>
            <a:xfrm>
              <a:off x="5560050" y="4037929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A52D4686-3970-7CC9-49E8-8BA8450746A4}"/>
                </a:ext>
              </a:extLst>
            </p:cNvPr>
            <p:cNvSpPr/>
            <p:nvPr/>
          </p:nvSpPr>
          <p:spPr>
            <a:xfrm>
              <a:off x="6414121" y="4037929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9D8394AE-03AA-A7DC-6FE5-E4CB2B50E575}"/>
                </a:ext>
              </a:extLst>
            </p:cNvPr>
            <p:cNvSpPr/>
            <p:nvPr/>
          </p:nvSpPr>
          <p:spPr>
            <a:xfrm>
              <a:off x="2413641" y="1631059"/>
              <a:ext cx="144461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87D05A3C-BED4-D6B7-583F-C47F2B5D56D0}"/>
                </a:ext>
              </a:extLst>
            </p:cNvPr>
            <p:cNvSpPr/>
            <p:nvPr/>
          </p:nvSpPr>
          <p:spPr>
            <a:xfrm>
              <a:off x="2245367" y="1515161"/>
              <a:ext cx="144461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67ED0382-9087-621A-FAC4-8F0668FD8C04}"/>
                </a:ext>
              </a:extLst>
            </p:cNvPr>
            <p:cNvSpPr/>
            <p:nvPr/>
          </p:nvSpPr>
          <p:spPr>
            <a:xfrm>
              <a:off x="3610610" y="2220076"/>
              <a:ext cx="144461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A58A91C0-0D6F-8D3D-203A-BF6D0B96ACDD}"/>
                </a:ext>
              </a:extLst>
            </p:cNvPr>
            <p:cNvSpPr/>
            <p:nvPr/>
          </p:nvSpPr>
          <p:spPr>
            <a:xfrm>
              <a:off x="3267712" y="2104177"/>
              <a:ext cx="144461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A861052E-862C-F07D-142A-70ABD5ED1BFA}"/>
                </a:ext>
              </a:extLst>
            </p:cNvPr>
            <p:cNvSpPr/>
            <p:nvPr/>
          </p:nvSpPr>
          <p:spPr>
            <a:xfrm>
              <a:off x="3610610" y="1396088"/>
              <a:ext cx="144461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C9F8C00E-A977-876A-DE9B-ADF939690151}"/>
                </a:ext>
              </a:extLst>
            </p:cNvPr>
            <p:cNvSpPr/>
            <p:nvPr/>
          </p:nvSpPr>
          <p:spPr>
            <a:xfrm>
              <a:off x="3610610" y="2104177"/>
              <a:ext cx="144461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D0ABC0C6-415F-351F-C0DB-BBFE1D662F82}"/>
                </a:ext>
              </a:extLst>
            </p:cNvPr>
            <p:cNvSpPr/>
            <p:nvPr/>
          </p:nvSpPr>
          <p:spPr>
            <a:xfrm>
              <a:off x="2769239" y="1758071"/>
              <a:ext cx="125411" cy="1254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F383C606-FA56-8D9B-049E-8F852CA79AB5}"/>
                </a:ext>
              </a:extLst>
            </p:cNvPr>
            <p:cNvSpPr/>
            <p:nvPr/>
          </p:nvSpPr>
          <p:spPr>
            <a:xfrm>
              <a:off x="2754951" y="1985104"/>
              <a:ext cx="144462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F6E3CCDD-5539-2C82-F7F2-8341CF658EB9}"/>
                </a:ext>
              </a:extLst>
            </p:cNvPr>
            <p:cNvSpPr/>
            <p:nvPr/>
          </p:nvSpPr>
          <p:spPr>
            <a:xfrm>
              <a:off x="3610610" y="2453459"/>
              <a:ext cx="144461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7D655B1B-49FC-2B27-7746-29A7A980EB96}"/>
                </a:ext>
              </a:extLst>
            </p:cNvPr>
            <p:cNvSpPr/>
            <p:nvPr/>
          </p:nvSpPr>
          <p:spPr>
            <a:xfrm>
              <a:off x="3439161" y="2453459"/>
              <a:ext cx="144461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1A161BBD-19AA-CB74-FEF3-668612D56DAC}"/>
                </a:ext>
              </a:extLst>
            </p:cNvPr>
            <p:cNvSpPr/>
            <p:nvPr/>
          </p:nvSpPr>
          <p:spPr>
            <a:xfrm>
              <a:off x="3267712" y="2453459"/>
              <a:ext cx="144461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FB27869A-5829-68A8-4ACA-96ED473D4122}"/>
                </a:ext>
              </a:extLst>
            </p:cNvPr>
            <p:cNvSpPr/>
            <p:nvPr/>
          </p:nvSpPr>
          <p:spPr>
            <a:xfrm>
              <a:off x="2413641" y="1396088"/>
              <a:ext cx="144461" cy="2635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2203FA52-38ED-8161-5E12-F48FEC318E75}"/>
                </a:ext>
              </a:extLst>
            </p:cNvPr>
            <p:cNvSpPr/>
            <p:nvPr/>
          </p:nvSpPr>
          <p:spPr>
            <a:xfrm>
              <a:off x="3439161" y="1396088"/>
              <a:ext cx="144461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B7F7D16F-E97D-A2CE-C7AB-22DFE141F9BF}"/>
                </a:ext>
              </a:extLst>
            </p:cNvPr>
            <p:cNvSpPr/>
            <p:nvPr/>
          </p:nvSpPr>
          <p:spPr>
            <a:xfrm>
              <a:off x="3097849" y="2104177"/>
              <a:ext cx="144462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213C0B7F-CDF9-7777-66FC-1D99B014B4CB}"/>
                </a:ext>
              </a:extLst>
            </p:cNvPr>
            <p:cNvSpPr/>
            <p:nvPr/>
          </p:nvSpPr>
          <p:spPr>
            <a:xfrm>
              <a:off x="3267712" y="1985104"/>
              <a:ext cx="144461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4D7CD8DB-C2DC-0DD6-3C4D-6D024BB16B33}"/>
                </a:ext>
              </a:extLst>
            </p:cNvPr>
            <p:cNvSpPr/>
            <p:nvPr/>
          </p:nvSpPr>
          <p:spPr>
            <a:xfrm>
              <a:off x="2926400" y="1631059"/>
              <a:ext cx="144462" cy="38262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B0846C7B-0040-1EE7-6E28-6CD07DFD56C7}"/>
                </a:ext>
              </a:extLst>
            </p:cNvPr>
            <p:cNvSpPr/>
            <p:nvPr/>
          </p:nvSpPr>
          <p:spPr>
            <a:xfrm>
              <a:off x="3453448" y="1993042"/>
              <a:ext cx="123824" cy="24291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EA847C78-1721-E041-24CF-4060BE91E358}"/>
                </a:ext>
              </a:extLst>
            </p:cNvPr>
            <p:cNvSpPr/>
            <p:nvPr/>
          </p:nvSpPr>
          <p:spPr>
            <a:xfrm>
              <a:off x="2427928" y="1993042"/>
              <a:ext cx="123824" cy="1254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00F29EBC-935E-90B4-151C-B9DB27B8E5D7}"/>
                </a:ext>
              </a:extLst>
            </p:cNvPr>
            <p:cNvSpPr/>
            <p:nvPr/>
          </p:nvSpPr>
          <p:spPr>
            <a:xfrm>
              <a:off x="2245367" y="1631059"/>
              <a:ext cx="144461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59C6A4C7-D65E-9D6F-81F5-F5A83B2BAF3F}"/>
                </a:ext>
              </a:extLst>
            </p:cNvPr>
            <p:cNvSpPr/>
            <p:nvPr/>
          </p:nvSpPr>
          <p:spPr>
            <a:xfrm>
              <a:off x="3097849" y="1515161"/>
              <a:ext cx="144462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4DA6CA1B-0DD2-A9FF-BC7B-FC165E7518A8}"/>
                </a:ext>
              </a:extLst>
            </p:cNvPr>
            <p:cNvSpPr/>
            <p:nvPr/>
          </p:nvSpPr>
          <p:spPr>
            <a:xfrm>
              <a:off x="3794759" y="1405613"/>
              <a:ext cx="125411" cy="1238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EA03A844-3733-17A2-2BC7-7BD74A8C7442}"/>
                </a:ext>
              </a:extLst>
            </p:cNvPr>
            <p:cNvSpPr/>
            <p:nvPr/>
          </p:nvSpPr>
          <p:spPr>
            <a:xfrm>
              <a:off x="2754951" y="2220076"/>
              <a:ext cx="144462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C4A3057B-BBCF-1051-D072-87D790680E14}"/>
                </a:ext>
              </a:extLst>
            </p:cNvPr>
            <p:cNvSpPr/>
            <p:nvPr/>
          </p:nvSpPr>
          <p:spPr>
            <a:xfrm>
              <a:off x="3439161" y="1985104"/>
              <a:ext cx="144461" cy="144475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1E84C76F-7FA6-094C-FB4D-CC01B9E37A62}"/>
                </a:ext>
              </a:extLst>
            </p:cNvPr>
            <p:cNvSpPr/>
            <p:nvPr/>
          </p:nvSpPr>
          <p:spPr>
            <a:xfrm>
              <a:off x="2245367" y="2104177"/>
              <a:ext cx="144461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74632ACA-846F-DB5C-4CA0-A5B44AC293A6}"/>
                </a:ext>
              </a:extLst>
            </p:cNvPr>
            <p:cNvSpPr/>
            <p:nvPr/>
          </p:nvSpPr>
          <p:spPr>
            <a:xfrm>
              <a:off x="2413641" y="1869206"/>
              <a:ext cx="144461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BF113CA3-BEDE-2DE8-2E4E-E15E7E6221B4}"/>
                </a:ext>
              </a:extLst>
            </p:cNvPr>
            <p:cNvSpPr/>
            <p:nvPr/>
          </p:nvSpPr>
          <p:spPr>
            <a:xfrm>
              <a:off x="3439161" y="1631059"/>
              <a:ext cx="144461" cy="2635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0A36A2A0-B23F-0417-F3C2-ACCE44B585E7}"/>
                </a:ext>
              </a:extLst>
            </p:cNvPr>
            <p:cNvSpPr/>
            <p:nvPr/>
          </p:nvSpPr>
          <p:spPr>
            <a:xfrm>
              <a:off x="3097849" y="1869206"/>
              <a:ext cx="144462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EDFE0244-C520-CD13-68E0-AFC953E2E8F2}"/>
                </a:ext>
              </a:extLst>
            </p:cNvPr>
            <p:cNvSpPr/>
            <p:nvPr/>
          </p:nvSpPr>
          <p:spPr>
            <a:xfrm>
              <a:off x="3112137" y="2347088"/>
              <a:ext cx="123824" cy="1238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B5A34420-B7DA-6417-79F1-B6F6D39B31F1}"/>
                </a:ext>
              </a:extLst>
            </p:cNvPr>
            <p:cNvSpPr/>
            <p:nvPr/>
          </p:nvSpPr>
          <p:spPr>
            <a:xfrm>
              <a:off x="3267712" y="1515161"/>
              <a:ext cx="144461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EAEDFBD8-741B-B0A2-B753-2D7B4790A8B7}"/>
                </a:ext>
              </a:extLst>
            </p:cNvPr>
            <p:cNvSpPr/>
            <p:nvPr/>
          </p:nvSpPr>
          <p:spPr>
            <a:xfrm>
              <a:off x="2585090" y="2220076"/>
              <a:ext cx="144461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D4C6FA25-BA0A-10F9-5EA6-6F8273999A67}"/>
                </a:ext>
              </a:extLst>
            </p:cNvPr>
            <p:cNvSpPr/>
            <p:nvPr/>
          </p:nvSpPr>
          <p:spPr>
            <a:xfrm>
              <a:off x="2585090" y="1631059"/>
              <a:ext cx="144461" cy="38262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DC04CDB8-B080-97D4-B50D-95161E9806D7}"/>
                </a:ext>
              </a:extLst>
            </p:cNvPr>
            <p:cNvSpPr/>
            <p:nvPr/>
          </p:nvSpPr>
          <p:spPr>
            <a:xfrm>
              <a:off x="3267712" y="2220076"/>
              <a:ext cx="144461" cy="2635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CE681AF9-C12D-5F38-D5F6-46989F09713D}"/>
                </a:ext>
              </a:extLst>
            </p:cNvPr>
            <p:cNvSpPr/>
            <p:nvPr/>
          </p:nvSpPr>
          <p:spPr>
            <a:xfrm>
              <a:off x="2926400" y="1396088"/>
              <a:ext cx="144462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60771F07-B5B7-50A6-0564-D959DF23280B}"/>
                </a:ext>
              </a:extLst>
            </p:cNvPr>
            <p:cNvSpPr/>
            <p:nvPr/>
          </p:nvSpPr>
          <p:spPr>
            <a:xfrm>
              <a:off x="3794759" y="2462985"/>
              <a:ext cx="125411" cy="1238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6F52CF88-08BF-2EAA-2860-2C20F9321568}"/>
                </a:ext>
              </a:extLst>
            </p:cNvPr>
            <p:cNvSpPr/>
            <p:nvPr/>
          </p:nvSpPr>
          <p:spPr>
            <a:xfrm>
              <a:off x="2926400" y="2220076"/>
              <a:ext cx="144462" cy="2635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240D3A61-3231-C884-61DC-B64654E0114D}"/>
                </a:ext>
              </a:extLst>
            </p:cNvPr>
            <p:cNvSpPr/>
            <p:nvPr/>
          </p:nvSpPr>
          <p:spPr>
            <a:xfrm>
              <a:off x="2427928" y="2462985"/>
              <a:ext cx="123824" cy="1238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85E9E839-9E7F-61AC-BFFF-ADB597A2A6F7}"/>
                </a:ext>
              </a:extLst>
            </p:cNvPr>
            <p:cNvSpPr/>
            <p:nvPr/>
          </p:nvSpPr>
          <p:spPr>
            <a:xfrm>
              <a:off x="2585090" y="1396088"/>
              <a:ext cx="144461" cy="26354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EBA36905-9F04-64A2-C6AF-193F5308516B}"/>
                </a:ext>
              </a:extLst>
            </p:cNvPr>
            <p:cNvSpPr/>
            <p:nvPr/>
          </p:nvSpPr>
          <p:spPr>
            <a:xfrm>
              <a:off x="2245367" y="2453459"/>
              <a:ext cx="144461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7909F92A-393D-AE74-0247-F33F047BAE46}"/>
                </a:ext>
              </a:extLst>
            </p:cNvPr>
            <p:cNvSpPr/>
            <p:nvPr/>
          </p:nvSpPr>
          <p:spPr>
            <a:xfrm>
              <a:off x="2585090" y="1985104"/>
              <a:ext cx="144461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22D1D646-B410-552E-B299-6B286F182982}"/>
                </a:ext>
              </a:extLst>
            </p:cNvPr>
            <p:cNvSpPr/>
            <p:nvPr/>
          </p:nvSpPr>
          <p:spPr>
            <a:xfrm>
              <a:off x="4804404" y="2807505"/>
              <a:ext cx="144461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5A44A147-19DE-9441-83F5-3703C7849CA5}"/>
                </a:ext>
              </a:extLst>
            </p:cNvPr>
            <p:cNvSpPr/>
            <p:nvPr/>
          </p:nvSpPr>
          <p:spPr>
            <a:xfrm>
              <a:off x="5487025" y="3161549"/>
              <a:ext cx="144461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F40424BF-06DC-E02C-1014-0CE7FEA0E25E}"/>
                </a:ext>
              </a:extLst>
            </p:cNvPr>
            <p:cNvSpPr/>
            <p:nvPr/>
          </p:nvSpPr>
          <p:spPr>
            <a:xfrm>
              <a:off x="4464681" y="2807505"/>
              <a:ext cx="144461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6D3E4C42-7B8F-1ECC-7868-91BFBBAF0639}"/>
                </a:ext>
              </a:extLst>
            </p:cNvPr>
            <p:cNvSpPr/>
            <p:nvPr/>
          </p:nvSpPr>
          <p:spPr>
            <a:xfrm>
              <a:off x="4636130" y="3277448"/>
              <a:ext cx="144461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BD72D103-80F3-F61B-346F-70D402CF9D35}"/>
                </a:ext>
              </a:extLst>
            </p:cNvPr>
            <p:cNvSpPr/>
            <p:nvPr/>
          </p:nvSpPr>
          <p:spPr>
            <a:xfrm>
              <a:off x="4974265" y="3864876"/>
              <a:ext cx="144462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9AE3C9D8-BE4B-E8A5-AF47-0CD1C7F881CA}"/>
                </a:ext>
              </a:extLst>
            </p:cNvPr>
            <p:cNvSpPr/>
            <p:nvPr/>
          </p:nvSpPr>
          <p:spPr>
            <a:xfrm>
              <a:off x="5145714" y="3277448"/>
              <a:ext cx="144462" cy="26354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B4AE5484-C89B-F508-3732-92A988262F34}"/>
                </a:ext>
              </a:extLst>
            </p:cNvPr>
            <p:cNvSpPr/>
            <p:nvPr/>
          </p:nvSpPr>
          <p:spPr>
            <a:xfrm>
              <a:off x="4302756" y="2926578"/>
              <a:ext cx="133349" cy="36992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90577FB5-8082-E707-EAAA-15130BEC28D4}"/>
                </a:ext>
              </a:extLst>
            </p:cNvPr>
            <p:cNvSpPr/>
            <p:nvPr/>
          </p:nvSpPr>
          <p:spPr>
            <a:xfrm>
              <a:off x="4804404" y="3510831"/>
              <a:ext cx="144461" cy="14606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9" name="object 69">
              <a:extLst>
                <a:ext uri="{FF2B5EF4-FFF2-40B4-BE49-F238E27FC236}">
                  <a16:creationId xmlns:a16="http://schemas.microsoft.com/office/drawing/2014/main" id="{D4A6D1BF-C857-EDA1-65A9-4BD704B8695D}"/>
                </a:ext>
              </a:extLst>
            </p:cNvPr>
            <p:cNvSpPr/>
            <p:nvPr/>
          </p:nvSpPr>
          <p:spPr>
            <a:xfrm>
              <a:off x="5666412" y="3748978"/>
              <a:ext cx="133349" cy="252436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0" name="object 70">
              <a:extLst>
                <a:ext uri="{FF2B5EF4-FFF2-40B4-BE49-F238E27FC236}">
                  <a16:creationId xmlns:a16="http://schemas.microsoft.com/office/drawing/2014/main" id="{559069E8-35E5-99F8-BF1F-7416EF0B27FF}"/>
                </a:ext>
              </a:extLst>
            </p:cNvPr>
            <p:cNvSpPr/>
            <p:nvPr/>
          </p:nvSpPr>
          <p:spPr>
            <a:xfrm>
              <a:off x="4293231" y="2807505"/>
              <a:ext cx="146049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3969D1C1-57F5-FE76-FE70-B71DBEF93802}"/>
                </a:ext>
              </a:extLst>
            </p:cNvPr>
            <p:cNvSpPr/>
            <p:nvPr/>
          </p:nvSpPr>
          <p:spPr>
            <a:xfrm>
              <a:off x="4636130" y="3745802"/>
              <a:ext cx="144461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2" name="object 72">
              <a:extLst>
                <a:ext uri="{FF2B5EF4-FFF2-40B4-BE49-F238E27FC236}">
                  <a16:creationId xmlns:a16="http://schemas.microsoft.com/office/drawing/2014/main" id="{B8B83862-6103-9D17-9B7A-11B5E611F0B3}"/>
                </a:ext>
              </a:extLst>
            </p:cNvPr>
            <p:cNvSpPr/>
            <p:nvPr/>
          </p:nvSpPr>
          <p:spPr>
            <a:xfrm>
              <a:off x="4974265" y="3277448"/>
              <a:ext cx="144462" cy="26354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3" name="object 73">
              <a:extLst>
                <a:ext uri="{FF2B5EF4-FFF2-40B4-BE49-F238E27FC236}">
                  <a16:creationId xmlns:a16="http://schemas.microsoft.com/office/drawing/2014/main" id="{63549940-4D12-7263-40B7-E5EFF5164A31}"/>
                </a:ext>
              </a:extLst>
            </p:cNvPr>
            <p:cNvSpPr/>
            <p:nvPr/>
          </p:nvSpPr>
          <p:spPr>
            <a:xfrm>
              <a:off x="5837861" y="2926578"/>
              <a:ext cx="133349" cy="36992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4" name="object 74">
              <a:extLst>
                <a:ext uri="{FF2B5EF4-FFF2-40B4-BE49-F238E27FC236}">
                  <a16:creationId xmlns:a16="http://schemas.microsoft.com/office/drawing/2014/main" id="{43581A17-BB5F-8A21-ACD1-1C81EDFCA067}"/>
                </a:ext>
              </a:extLst>
            </p:cNvPr>
            <p:cNvSpPr/>
            <p:nvPr/>
          </p:nvSpPr>
          <p:spPr>
            <a:xfrm>
              <a:off x="4302756" y="3748978"/>
              <a:ext cx="133349" cy="252436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5" name="object 75">
              <a:extLst>
                <a:ext uri="{FF2B5EF4-FFF2-40B4-BE49-F238E27FC236}">
                  <a16:creationId xmlns:a16="http://schemas.microsoft.com/office/drawing/2014/main" id="{D0DDF7BE-EFD5-81C3-5C30-8F5BD93D7703}"/>
                </a:ext>
              </a:extLst>
            </p:cNvPr>
            <p:cNvSpPr/>
            <p:nvPr/>
          </p:nvSpPr>
          <p:spPr>
            <a:xfrm>
              <a:off x="4464681" y="3042476"/>
              <a:ext cx="144461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6" name="object 76">
              <a:extLst>
                <a:ext uri="{FF2B5EF4-FFF2-40B4-BE49-F238E27FC236}">
                  <a16:creationId xmlns:a16="http://schemas.microsoft.com/office/drawing/2014/main" id="{B5AF0C94-1CB8-822E-6601-8BE428D4114D}"/>
                </a:ext>
              </a:extLst>
            </p:cNvPr>
            <p:cNvSpPr/>
            <p:nvPr/>
          </p:nvSpPr>
          <p:spPr>
            <a:xfrm>
              <a:off x="4636130" y="3042476"/>
              <a:ext cx="144461" cy="26354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7" name="object 77">
              <a:extLst>
                <a:ext uri="{FF2B5EF4-FFF2-40B4-BE49-F238E27FC236}">
                  <a16:creationId xmlns:a16="http://schemas.microsoft.com/office/drawing/2014/main" id="{04B84A0E-58F1-5939-781B-35FA0CBCA50C}"/>
                </a:ext>
              </a:extLst>
            </p:cNvPr>
            <p:cNvSpPr/>
            <p:nvPr/>
          </p:nvSpPr>
          <p:spPr>
            <a:xfrm>
              <a:off x="5487025" y="2807505"/>
              <a:ext cx="144461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8" name="object 78">
              <a:extLst>
                <a:ext uri="{FF2B5EF4-FFF2-40B4-BE49-F238E27FC236}">
                  <a16:creationId xmlns:a16="http://schemas.microsoft.com/office/drawing/2014/main" id="{891B475E-0FC9-86B8-A3C3-B069B3F89E3D}"/>
                </a:ext>
              </a:extLst>
            </p:cNvPr>
            <p:cNvSpPr/>
            <p:nvPr/>
          </p:nvSpPr>
          <p:spPr>
            <a:xfrm>
              <a:off x="4974265" y="3629905"/>
              <a:ext cx="144462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9" name="object 79">
              <a:extLst>
                <a:ext uri="{FF2B5EF4-FFF2-40B4-BE49-F238E27FC236}">
                  <a16:creationId xmlns:a16="http://schemas.microsoft.com/office/drawing/2014/main" id="{9BC85F78-DAFD-B1C7-DC14-CC6C954F2918}"/>
                </a:ext>
              </a:extLst>
            </p:cNvPr>
            <p:cNvSpPr/>
            <p:nvPr/>
          </p:nvSpPr>
          <p:spPr>
            <a:xfrm>
              <a:off x="5666412" y="2926578"/>
              <a:ext cx="133349" cy="252436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0" name="object 80">
              <a:extLst>
                <a:ext uri="{FF2B5EF4-FFF2-40B4-BE49-F238E27FC236}">
                  <a16:creationId xmlns:a16="http://schemas.microsoft.com/office/drawing/2014/main" id="{2A142492-CD69-27E9-5922-12AAA11E5D90}"/>
                </a:ext>
              </a:extLst>
            </p:cNvPr>
            <p:cNvSpPr/>
            <p:nvPr/>
          </p:nvSpPr>
          <p:spPr>
            <a:xfrm>
              <a:off x="4293231" y="3745802"/>
              <a:ext cx="146049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1" name="object 81">
              <a:extLst>
                <a:ext uri="{FF2B5EF4-FFF2-40B4-BE49-F238E27FC236}">
                  <a16:creationId xmlns:a16="http://schemas.microsoft.com/office/drawing/2014/main" id="{BA250A84-CA05-C1DE-50A3-98B939FF58C2}"/>
                </a:ext>
              </a:extLst>
            </p:cNvPr>
            <p:cNvSpPr/>
            <p:nvPr/>
          </p:nvSpPr>
          <p:spPr>
            <a:xfrm>
              <a:off x="5496550" y="3748978"/>
              <a:ext cx="133349" cy="133362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2" name="object 82">
              <a:extLst>
                <a:ext uri="{FF2B5EF4-FFF2-40B4-BE49-F238E27FC236}">
                  <a16:creationId xmlns:a16="http://schemas.microsoft.com/office/drawing/2014/main" id="{D090E68D-1F57-0F92-FA87-E37F4103E549}"/>
                </a:ext>
              </a:extLst>
            </p:cNvPr>
            <p:cNvSpPr/>
            <p:nvPr/>
          </p:nvSpPr>
          <p:spPr>
            <a:xfrm>
              <a:off x="5317163" y="3161549"/>
              <a:ext cx="144462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3" name="object 83">
              <a:extLst>
                <a:ext uri="{FF2B5EF4-FFF2-40B4-BE49-F238E27FC236}">
                  <a16:creationId xmlns:a16="http://schemas.microsoft.com/office/drawing/2014/main" id="{AFBE04F7-D56E-BF6D-DBBF-B2640EFF7C6B}"/>
                </a:ext>
              </a:extLst>
            </p:cNvPr>
            <p:cNvSpPr/>
            <p:nvPr/>
          </p:nvSpPr>
          <p:spPr>
            <a:xfrm>
              <a:off x="4464681" y="3277448"/>
              <a:ext cx="144461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4" name="object 84">
              <a:extLst>
                <a:ext uri="{FF2B5EF4-FFF2-40B4-BE49-F238E27FC236}">
                  <a16:creationId xmlns:a16="http://schemas.microsoft.com/office/drawing/2014/main" id="{35473261-2986-DCD2-9158-A56D82F6B150}"/>
                </a:ext>
              </a:extLst>
            </p:cNvPr>
            <p:cNvSpPr/>
            <p:nvPr/>
          </p:nvSpPr>
          <p:spPr>
            <a:xfrm>
              <a:off x="4812341" y="3045651"/>
              <a:ext cx="133349" cy="25084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5" name="object 85">
              <a:extLst>
                <a:ext uri="{FF2B5EF4-FFF2-40B4-BE49-F238E27FC236}">
                  <a16:creationId xmlns:a16="http://schemas.microsoft.com/office/drawing/2014/main" id="{8CDE7043-F9C5-2D6E-0D1E-E09F040C2CAA}"/>
                </a:ext>
              </a:extLst>
            </p:cNvPr>
            <p:cNvSpPr/>
            <p:nvPr/>
          </p:nvSpPr>
          <p:spPr>
            <a:xfrm>
              <a:off x="4464681" y="3864876"/>
              <a:ext cx="144461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6" name="object 86">
              <a:extLst>
                <a:ext uri="{FF2B5EF4-FFF2-40B4-BE49-F238E27FC236}">
                  <a16:creationId xmlns:a16="http://schemas.microsoft.com/office/drawing/2014/main" id="{CF2C026C-6740-EC60-94CE-3EA4A1EF2FD2}"/>
                </a:ext>
              </a:extLst>
            </p:cNvPr>
            <p:cNvSpPr/>
            <p:nvPr/>
          </p:nvSpPr>
          <p:spPr>
            <a:xfrm>
              <a:off x="5317163" y="3277448"/>
              <a:ext cx="144462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7" name="object 87">
              <a:extLst>
                <a:ext uri="{FF2B5EF4-FFF2-40B4-BE49-F238E27FC236}">
                  <a16:creationId xmlns:a16="http://schemas.microsoft.com/office/drawing/2014/main" id="{009CAB30-1842-698F-F8BC-146B3C40958C}"/>
                </a:ext>
              </a:extLst>
            </p:cNvPr>
            <p:cNvSpPr/>
            <p:nvPr/>
          </p:nvSpPr>
          <p:spPr>
            <a:xfrm>
              <a:off x="4636130" y="3510831"/>
              <a:ext cx="144461" cy="26354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265B7F94-FEEA-5B76-F4EC-0083B118120C}"/>
                </a:ext>
              </a:extLst>
            </p:cNvPr>
            <p:cNvSpPr/>
            <p:nvPr/>
          </p:nvSpPr>
          <p:spPr>
            <a:xfrm>
              <a:off x="4636130" y="3277448"/>
              <a:ext cx="144461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07C2258F-B448-164D-78E3-D7B4D910C90A}"/>
                </a:ext>
              </a:extLst>
            </p:cNvPr>
            <p:cNvSpPr/>
            <p:nvPr/>
          </p:nvSpPr>
          <p:spPr>
            <a:xfrm>
              <a:off x="5658475" y="3510831"/>
              <a:ext cx="144461" cy="26354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BD158110-6572-9FE4-2955-D29126943D92}"/>
                </a:ext>
              </a:extLst>
            </p:cNvPr>
            <p:cNvSpPr/>
            <p:nvPr/>
          </p:nvSpPr>
          <p:spPr>
            <a:xfrm>
              <a:off x="4636130" y="2807505"/>
              <a:ext cx="144461" cy="14447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1" name="object 91">
              <a:extLst>
                <a:ext uri="{FF2B5EF4-FFF2-40B4-BE49-F238E27FC236}">
                  <a16:creationId xmlns:a16="http://schemas.microsoft.com/office/drawing/2014/main" id="{ADECDADE-8C49-0950-793B-8058B876444E}"/>
                </a:ext>
              </a:extLst>
            </p:cNvPr>
            <p:cNvSpPr/>
            <p:nvPr/>
          </p:nvSpPr>
          <p:spPr>
            <a:xfrm>
              <a:off x="4293231" y="3042476"/>
              <a:ext cx="146049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2" name="object 92">
              <a:extLst>
                <a:ext uri="{FF2B5EF4-FFF2-40B4-BE49-F238E27FC236}">
                  <a16:creationId xmlns:a16="http://schemas.microsoft.com/office/drawing/2014/main" id="{5C69AC52-6617-5A76-3B3E-F4B8F5751A44}"/>
                </a:ext>
              </a:extLst>
            </p:cNvPr>
            <p:cNvSpPr/>
            <p:nvPr/>
          </p:nvSpPr>
          <p:spPr>
            <a:xfrm>
              <a:off x="4983790" y="3045651"/>
              <a:ext cx="133349" cy="13336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3" name="object 93">
              <a:extLst>
                <a:ext uri="{FF2B5EF4-FFF2-40B4-BE49-F238E27FC236}">
                  <a16:creationId xmlns:a16="http://schemas.microsoft.com/office/drawing/2014/main" id="{79DB4F0E-38B3-9691-DDFD-A919606755EF}"/>
                </a:ext>
              </a:extLst>
            </p:cNvPr>
            <p:cNvSpPr/>
            <p:nvPr/>
          </p:nvSpPr>
          <p:spPr>
            <a:xfrm>
              <a:off x="5325101" y="3514006"/>
              <a:ext cx="133349" cy="13336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4" name="object 94">
              <a:extLst>
                <a:ext uri="{FF2B5EF4-FFF2-40B4-BE49-F238E27FC236}">
                  <a16:creationId xmlns:a16="http://schemas.microsoft.com/office/drawing/2014/main" id="{4C21870B-DE74-037F-2EF6-4976329BA51D}"/>
                </a:ext>
              </a:extLst>
            </p:cNvPr>
            <p:cNvSpPr/>
            <p:nvPr/>
          </p:nvSpPr>
          <p:spPr>
            <a:xfrm>
              <a:off x="5325101" y="3748978"/>
              <a:ext cx="133349" cy="252436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5" name="object 95">
              <a:extLst>
                <a:ext uri="{FF2B5EF4-FFF2-40B4-BE49-F238E27FC236}">
                  <a16:creationId xmlns:a16="http://schemas.microsoft.com/office/drawing/2014/main" id="{E9C0A2DA-4B40-A397-FA54-88D32E52C339}"/>
                </a:ext>
              </a:extLst>
            </p:cNvPr>
            <p:cNvSpPr/>
            <p:nvPr/>
          </p:nvSpPr>
          <p:spPr>
            <a:xfrm>
              <a:off x="2442216" y="1642173"/>
              <a:ext cx="90487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6" name="object 96">
              <a:extLst>
                <a:ext uri="{FF2B5EF4-FFF2-40B4-BE49-F238E27FC236}">
                  <a16:creationId xmlns:a16="http://schemas.microsoft.com/office/drawing/2014/main" id="{32509166-FF3C-3FCB-BCA4-9E04B3091040}"/>
                </a:ext>
              </a:extLst>
            </p:cNvPr>
            <p:cNvSpPr/>
            <p:nvPr/>
          </p:nvSpPr>
          <p:spPr>
            <a:xfrm>
              <a:off x="2273941" y="1526274"/>
              <a:ext cx="90487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7" name="object 97">
              <a:extLst>
                <a:ext uri="{FF2B5EF4-FFF2-40B4-BE49-F238E27FC236}">
                  <a16:creationId xmlns:a16="http://schemas.microsoft.com/office/drawing/2014/main" id="{7A6C0FEE-6148-2B81-9422-3CECB72BA01A}"/>
                </a:ext>
              </a:extLst>
            </p:cNvPr>
            <p:cNvSpPr/>
            <p:nvPr/>
          </p:nvSpPr>
          <p:spPr>
            <a:xfrm>
              <a:off x="3639185" y="2231189"/>
              <a:ext cx="88900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8" name="object 98">
              <a:extLst>
                <a:ext uri="{FF2B5EF4-FFF2-40B4-BE49-F238E27FC236}">
                  <a16:creationId xmlns:a16="http://schemas.microsoft.com/office/drawing/2014/main" id="{DABD2DFE-2DFC-A764-1420-9582A9B3A0D2}"/>
                </a:ext>
              </a:extLst>
            </p:cNvPr>
            <p:cNvSpPr/>
            <p:nvPr/>
          </p:nvSpPr>
          <p:spPr>
            <a:xfrm>
              <a:off x="3296286" y="2115291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9" name="object 99">
              <a:extLst>
                <a:ext uri="{FF2B5EF4-FFF2-40B4-BE49-F238E27FC236}">
                  <a16:creationId xmlns:a16="http://schemas.microsoft.com/office/drawing/2014/main" id="{885E3551-3CCB-1040-5C83-7EDF452FA03D}"/>
                </a:ext>
              </a:extLst>
            </p:cNvPr>
            <p:cNvSpPr/>
            <p:nvPr/>
          </p:nvSpPr>
          <p:spPr>
            <a:xfrm>
              <a:off x="3639185" y="1408789"/>
              <a:ext cx="88900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0" name="object 100">
              <a:extLst>
                <a:ext uri="{FF2B5EF4-FFF2-40B4-BE49-F238E27FC236}">
                  <a16:creationId xmlns:a16="http://schemas.microsoft.com/office/drawing/2014/main" id="{B3D4F291-5895-2197-419E-F2C4EC0E0C17}"/>
                </a:ext>
              </a:extLst>
            </p:cNvPr>
            <p:cNvSpPr/>
            <p:nvPr/>
          </p:nvSpPr>
          <p:spPr>
            <a:xfrm>
              <a:off x="3639185" y="2115291"/>
              <a:ext cx="88900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1" name="object 101">
              <a:extLst>
                <a:ext uri="{FF2B5EF4-FFF2-40B4-BE49-F238E27FC236}">
                  <a16:creationId xmlns:a16="http://schemas.microsoft.com/office/drawing/2014/main" id="{68E33434-0804-1753-BDC3-301A226D7AAF}"/>
                </a:ext>
              </a:extLst>
            </p:cNvPr>
            <p:cNvSpPr/>
            <p:nvPr/>
          </p:nvSpPr>
          <p:spPr>
            <a:xfrm>
              <a:off x="2783526" y="1761246"/>
              <a:ext cx="90488" cy="9049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2" name="object 102">
              <a:extLst>
                <a:ext uri="{FF2B5EF4-FFF2-40B4-BE49-F238E27FC236}">
                  <a16:creationId xmlns:a16="http://schemas.microsoft.com/office/drawing/2014/main" id="{B89352B0-1027-443C-E9DE-017AEA13033C}"/>
                </a:ext>
              </a:extLst>
            </p:cNvPr>
            <p:cNvSpPr/>
            <p:nvPr/>
          </p:nvSpPr>
          <p:spPr>
            <a:xfrm>
              <a:off x="2954975" y="1880320"/>
              <a:ext cx="90488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3" name="object 103">
              <a:extLst>
                <a:ext uri="{FF2B5EF4-FFF2-40B4-BE49-F238E27FC236}">
                  <a16:creationId xmlns:a16="http://schemas.microsoft.com/office/drawing/2014/main" id="{7B1A809B-F06D-0EE9-648D-9B1F76AA025D}"/>
                </a:ext>
              </a:extLst>
            </p:cNvPr>
            <p:cNvSpPr/>
            <p:nvPr/>
          </p:nvSpPr>
          <p:spPr>
            <a:xfrm>
              <a:off x="2954975" y="1642173"/>
              <a:ext cx="90488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4" name="object 104">
              <a:extLst>
                <a:ext uri="{FF2B5EF4-FFF2-40B4-BE49-F238E27FC236}">
                  <a16:creationId xmlns:a16="http://schemas.microsoft.com/office/drawing/2014/main" id="{2B0D4D77-8A46-1D90-DF4D-7D7ED0D92395}"/>
                </a:ext>
              </a:extLst>
            </p:cNvPr>
            <p:cNvSpPr/>
            <p:nvPr/>
          </p:nvSpPr>
          <p:spPr>
            <a:xfrm>
              <a:off x="2783526" y="1996217"/>
              <a:ext cx="90488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5" name="object 105">
              <a:extLst>
                <a:ext uri="{FF2B5EF4-FFF2-40B4-BE49-F238E27FC236}">
                  <a16:creationId xmlns:a16="http://schemas.microsoft.com/office/drawing/2014/main" id="{2895CA43-D1B3-E5A3-00BB-BA123BF874B7}"/>
                </a:ext>
              </a:extLst>
            </p:cNvPr>
            <p:cNvSpPr/>
            <p:nvPr/>
          </p:nvSpPr>
          <p:spPr>
            <a:xfrm>
              <a:off x="3639185" y="2466160"/>
              <a:ext cx="88900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6" name="object 106">
              <a:extLst>
                <a:ext uri="{FF2B5EF4-FFF2-40B4-BE49-F238E27FC236}">
                  <a16:creationId xmlns:a16="http://schemas.microsoft.com/office/drawing/2014/main" id="{58BB7034-0F34-0A80-CFC5-409D6D96EF54}"/>
                </a:ext>
              </a:extLst>
            </p:cNvPr>
            <p:cNvSpPr/>
            <p:nvPr/>
          </p:nvSpPr>
          <p:spPr>
            <a:xfrm>
              <a:off x="3467736" y="1761246"/>
              <a:ext cx="90487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7" name="object 107">
              <a:extLst>
                <a:ext uri="{FF2B5EF4-FFF2-40B4-BE49-F238E27FC236}">
                  <a16:creationId xmlns:a16="http://schemas.microsoft.com/office/drawing/2014/main" id="{C3E3B307-1242-4832-B559-CC3B26840D27}"/>
                </a:ext>
              </a:extLst>
            </p:cNvPr>
            <p:cNvSpPr/>
            <p:nvPr/>
          </p:nvSpPr>
          <p:spPr>
            <a:xfrm>
              <a:off x="2442216" y="1408789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8" name="object 108">
              <a:extLst>
                <a:ext uri="{FF2B5EF4-FFF2-40B4-BE49-F238E27FC236}">
                  <a16:creationId xmlns:a16="http://schemas.microsoft.com/office/drawing/2014/main" id="{F9BC4CF6-5387-C06D-616C-274C442C252E}"/>
                </a:ext>
              </a:extLst>
            </p:cNvPr>
            <p:cNvSpPr/>
            <p:nvPr/>
          </p:nvSpPr>
          <p:spPr>
            <a:xfrm>
              <a:off x="3467736" y="2115291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9" name="object 109">
              <a:extLst>
                <a:ext uri="{FF2B5EF4-FFF2-40B4-BE49-F238E27FC236}">
                  <a16:creationId xmlns:a16="http://schemas.microsoft.com/office/drawing/2014/main" id="{EB5BD75F-30B4-6100-FA01-362C2BC64F80}"/>
                </a:ext>
              </a:extLst>
            </p:cNvPr>
            <p:cNvSpPr/>
            <p:nvPr/>
          </p:nvSpPr>
          <p:spPr>
            <a:xfrm>
              <a:off x="3296286" y="2231189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0" name="object 110">
              <a:extLst>
                <a:ext uri="{FF2B5EF4-FFF2-40B4-BE49-F238E27FC236}">
                  <a16:creationId xmlns:a16="http://schemas.microsoft.com/office/drawing/2014/main" id="{FEF76381-28DF-ABF7-2CC2-7BDD4F4387D5}"/>
                </a:ext>
              </a:extLst>
            </p:cNvPr>
            <p:cNvSpPr/>
            <p:nvPr/>
          </p:nvSpPr>
          <p:spPr>
            <a:xfrm>
              <a:off x="3467736" y="2466160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1" name="object 111">
              <a:extLst>
                <a:ext uri="{FF2B5EF4-FFF2-40B4-BE49-F238E27FC236}">
                  <a16:creationId xmlns:a16="http://schemas.microsoft.com/office/drawing/2014/main" id="{E0498B53-AE82-22E2-E03A-FE042CC6CE01}"/>
                </a:ext>
              </a:extLst>
            </p:cNvPr>
            <p:cNvSpPr/>
            <p:nvPr/>
          </p:nvSpPr>
          <p:spPr>
            <a:xfrm>
              <a:off x="3296286" y="2466160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2" name="object 112">
              <a:extLst>
                <a:ext uri="{FF2B5EF4-FFF2-40B4-BE49-F238E27FC236}">
                  <a16:creationId xmlns:a16="http://schemas.microsoft.com/office/drawing/2014/main" id="{B90A4007-6E62-2D4E-D559-DF44A7EAE3C1}"/>
                </a:ext>
              </a:extLst>
            </p:cNvPr>
            <p:cNvSpPr/>
            <p:nvPr/>
          </p:nvSpPr>
          <p:spPr>
            <a:xfrm>
              <a:off x="2442216" y="1526274"/>
              <a:ext cx="90487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3" name="object 113">
              <a:extLst>
                <a:ext uri="{FF2B5EF4-FFF2-40B4-BE49-F238E27FC236}">
                  <a16:creationId xmlns:a16="http://schemas.microsoft.com/office/drawing/2014/main" id="{3981BF75-740A-1E3E-7509-883A1D9BB856}"/>
                </a:ext>
              </a:extLst>
            </p:cNvPr>
            <p:cNvSpPr/>
            <p:nvPr/>
          </p:nvSpPr>
          <p:spPr>
            <a:xfrm>
              <a:off x="3467736" y="1408789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4" name="object 114">
              <a:extLst>
                <a:ext uri="{FF2B5EF4-FFF2-40B4-BE49-F238E27FC236}">
                  <a16:creationId xmlns:a16="http://schemas.microsoft.com/office/drawing/2014/main" id="{4A986769-3512-B8D4-188B-25528032A55B}"/>
                </a:ext>
              </a:extLst>
            </p:cNvPr>
            <p:cNvSpPr/>
            <p:nvPr/>
          </p:nvSpPr>
          <p:spPr>
            <a:xfrm>
              <a:off x="3126424" y="2115291"/>
              <a:ext cx="88900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5" name="object 115">
              <a:extLst>
                <a:ext uri="{FF2B5EF4-FFF2-40B4-BE49-F238E27FC236}">
                  <a16:creationId xmlns:a16="http://schemas.microsoft.com/office/drawing/2014/main" id="{3541B677-F47C-A716-6C59-0D93158A243B}"/>
                </a:ext>
              </a:extLst>
            </p:cNvPr>
            <p:cNvSpPr/>
            <p:nvPr/>
          </p:nvSpPr>
          <p:spPr>
            <a:xfrm>
              <a:off x="3296286" y="1996217"/>
              <a:ext cx="90487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6" name="object 116">
              <a:extLst>
                <a:ext uri="{FF2B5EF4-FFF2-40B4-BE49-F238E27FC236}">
                  <a16:creationId xmlns:a16="http://schemas.microsoft.com/office/drawing/2014/main" id="{318F9B8E-8E6C-7BBF-9A3C-9D857CC92C50}"/>
                </a:ext>
              </a:extLst>
            </p:cNvPr>
            <p:cNvSpPr/>
            <p:nvPr/>
          </p:nvSpPr>
          <p:spPr>
            <a:xfrm>
              <a:off x="2954975" y="1761246"/>
              <a:ext cx="90488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7" name="object 117">
              <a:extLst>
                <a:ext uri="{FF2B5EF4-FFF2-40B4-BE49-F238E27FC236}">
                  <a16:creationId xmlns:a16="http://schemas.microsoft.com/office/drawing/2014/main" id="{FAABD286-EBA0-D0E4-EA8A-A0A9F6553F92}"/>
                </a:ext>
              </a:extLst>
            </p:cNvPr>
            <p:cNvSpPr/>
            <p:nvPr/>
          </p:nvSpPr>
          <p:spPr>
            <a:xfrm>
              <a:off x="2442216" y="1996217"/>
              <a:ext cx="90487" cy="90496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8" name="object 118">
              <a:extLst>
                <a:ext uri="{FF2B5EF4-FFF2-40B4-BE49-F238E27FC236}">
                  <a16:creationId xmlns:a16="http://schemas.microsoft.com/office/drawing/2014/main" id="{618E36DA-E651-9406-F2E7-B3BD0F175954}"/>
                </a:ext>
              </a:extLst>
            </p:cNvPr>
            <p:cNvSpPr/>
            <p:nvPr/>
          </p:nvSpPr>
          <p:spPr>
            <a:xfrm>
              <a:off x="2273941" y="1642173"/>
              <a:ext cx="90487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9" name="object 119">
              <a:extLst>
                <a:ext uri="{FF2B5EF4-FFF2-40B4-BE49-F238E27FC236}">
                  <a16:creationId xmlns:a16="http://schemas.microsoft.com/office/drawing/2014/main" id="{7CF0ED8C-0175-8B4F-202B-47A6A4E7F2FA}"/>
                </a:ext>
              </a:extLst>
            </p:cNvPr>
            <p:cNvSpPr/>
            <p:nvPr/>
          </p:nvSpPr>
          <p:spPr>
            <a:xfrm>
              <a:off x="3126424" y="1526274"/>
              <a:ext cx="88900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0" name="object 120">
              <a:extLst>
                <a:ext uri="{FF2B5EF4-FFF2-40B4-BE49-F238E27FC236}">
                  <a16:creationId xmlns:a16="http://schemas.microsoft.com/office/drawing/2014/main" id="{F06A0497-5466-D3FB-1B5B-09B03F595F78}"/>
                </a:ext>
              </a:extLst>
            </p:cNvPr>
            <p:cNvSpPr/>
            <p:nvPr/>
          </p:nvSpPr>
          <p:spPr>
            <a:xfrm>
              <a:off x="2613665" y="1880320"/>
              <a:ext cx="88900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1" name="object 121">
              <a:extLst>
                <a:ext uri="{FF2B5EF4-FFF2-40B4-BE49-F238E27FC236}">
                  <a16:creationId xmlns:a16="http://schemas.microsoft.com/office/drawing/2014/main" id="{EBBE81BC-7C03-1948-C9EF-BA25B92D5424}"/>
                </a:ext>
              </a:extLst>
            </p:cNvPr>
            <p:cNvSpPr/>
            <p:nvPr/>
          </p:nvSpPr>
          <p:spPr>
            <a:xfrm>
              <a:off x="2954975" y="2350263"/>
              <a:ext cx="90488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2" name="object 122">
              <a:extLst>
                <a:ext uri="{FF2B5EF4-FFF2-40B4-BE49-F238E27FC236}">
                  <a16:creationId xmlns:a16="http://schemas.microsoft.com/office/drawing/2014/main" id="{0C0F13FB-F542-B761-7CD9-B2D35D5BF341}"/>
                </a:ext>
              </a:extLst>
            </p:cNvPr>
            <p:cNvSpPr/>
            <p:nvPr/>
          </p:nvSpPr>
          <p:spPr>
            <a:xfrm>
              <a:off x="3810634" y="1408789"/>
              <a:ext cx="88900" cy="8890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3" name="object 123">
              <a:extLst>
                <a:ext uri="{FF2B5EF4-FFF2-40B4-BE49-F238E27FC236}">
                  <a16:creationId xmlns:a16="http://schemas.microsoft.com/office/drawing/2014/main" id="{9066F439-EE30-CA56-748C-451B2FF157BD}"/>
                </a:ext>
              </a:extLst>
            </p:cNvPr>
            <p:cNvSpPr/>
            <p:nvPr/>
          </p:nvSpPr>
          <p:spPr>
            <a:xfrm>
              <a:off x="2783526" y="2231189"/>
              <a:ext cx="90488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4" name="object 124">
              <a:extLst>
                <a:ext uri="{FF2B5EF4-FFF2-40B4-BE49-F238E27FC236}">
                  <a16:creationId xmlns:a16="http://schemas.microsoft.com/office/drawing/2014/main" id="{325394F3-024E-E809-17E0-23BE4934FA00}"/>
                </a:ext>
              </a:extLst>
            </p:cNvPr>
            <p:cNvSpPr/>
            <p:nvPr/>
          </p:nvSpPr>
          <p:spPr>
            <a:xfrm>
              <a:off x="3467736" y="1996217"/>
              <a:ext cx="90487" cy="90496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5" name="object 125">
              <a:extLst>
                <a:ext uri="{FF2B5EF4-FFF2-40B4-BE49-F238E27FC236}">
                  <a16:creationId xmlns:a16="http://schemas.microsoft.com/office/drawing/2014/main" id="{F1BA13AD-D57B-6125-17F8-4215D3F72B50}"/>
                </a:ext>
              </a:extLst>
            </p:cNvPr>
            <p:cNvSpPr/>
            <p:nvPr/>
          </p:nvSpPr>
          <p:spPr>
            <a:xfrm>
              <a:off x="2273941" y="2115291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6" name="object 126">
              <a:extLst>
                <a:ext uri="{FF2B5EF4-FFF2-40B4-BE49-F238E27FC236}">
                  <a16:creationId xmlns:a16="http://schemas.microsoft.com/office/drawing/2014/main" id="{A97262A4-5D7E-8A1A-0EF1-1FB14C444799}"/>
                </a:ext>
              </a:extLst>
            </p:cNvPr>
            <p:cNvSpPr/>
            <p:nvPr/>
          </p:nvSpPr>
          <p:spPr>
            <a:xfrm>
              <a:off x="2442216" y="1880320"/>
              <a:ext cx="90487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7" name="object 127">
              <a:extLst>
                <a:ext uri="{FF2B5EF4-FFF2-40B4-BE49-F238E27FC236}">
                  <a16:creationId xmlns:a16="http://schemas.microsoft.com/office/drawing/2014/main" id="{1E782394-89D5-C6F0-5213-3AD42AF836D4}"/>
                </a:ext>
              </a:extLst>
            </p:cNvPr>
            <p:cNvSpPr/>
            <p:nvPr/>
          </p:nvSpPr>
          <p:spPr>
            <a:xfrm>
              <a:off x="3467736" y="1642173"/>
              <a:ext cx="90487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8" name="object 128">
              <a:extLst>
                <a:ext uri="{FF2B5EF4-FFF2-40B4-BE49-F238E27FC236}">
                  <a16:creationId xmlns:a16="http://schemas.microsoft.com/office/drawing/2014/main" id="{3B15EFF3-526E-ACA1-94A7-AB6424252D10}"/>
                </a:ext>
              </a:extLst>
            </p:cNvPr>
            <p:cNvSpPr/>
            <p:nvPr/>
          </p:nvSpPr>
          <p:spPr>
            <a:xfrm>
              <a:off x="3126424" y="1880320"/>
              <a:ext cx="88900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9" name="object 129">
              <a:extLst>
                <a:ext uri="{FF2B5EF4-FFF2-40B4-BE49-F238E27FC236}">
                  <a16:creationId xmlns:a16="http://schemas.microsoft.com/office/drawing/2014/main" id="{5C6E9EF2-79F6-8C51-C303-B432C5B1DA0A}"/>
                </a:ext>
              </a:extLst>
            </p:cNvPr>
            <p:cNvSpPr/>
            <p:nvPr/>
          </p:nvSpPr>
          <p:spPr>
            <a:xfrm>
              <a:off x="3126424" y="2350263"/>
              <a:ext cx="88900" cy="8890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0" name="object 130">
              <a:extLst>
                <a:ext uri="{FF2B5EF4-FFF2-40B4-BE49-F238E27FC236}">
                  <a16:creationId xmlns:a16="http://schemas.microsoft.com/office/drawing/2014/main" id="{0821DE89-91CA-A624-96D7-4987BC3ED180}"/>
                </a:ext>
              </a:extLst>
            </p:cNvPr>
            <p:cNvSpPr/>
            <p:nvPr/>
          </p:nvSpPr>
          <p:spPr>
            <a:xfrm>
              <a:off x="2613665" y="1642173"/>
              <a:ext cx="88900" cy="90495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1" name="object 131">
              <a:extLst>
                <a:ext uri="{FF2B5EF4-FFF2-40B4-BE49-F238E27FC236}">
                  <a16:creationId xmlns:a16="http://schemas.microsoft.com/office/drawing/2014/main" id="{BB0FF59D-4807-962B-A8BB-DDF238B8BF99}"/>
                </a:ext>
              </a:extLst>
            </p:cNvPr>
            <p:cNvSpPr/>
            <p:nvPr/>
          </p:nvSpPr>
          <p:spPr>
            <a:xfrm>
              <a:off x="3296286" y="1526274"/>
              <a:ext cx="90487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2" name="object 132">
              <a:extLst>
                <a:ext uri="{FF2B5EF4-FFF2-40B4-BE49-F238E27FC236}">
                  <a16:creationId xmlns:a16="http://schemas.microsoft.com/office/drawing/2014/main" id="{DA5F2C45-AFB6-FFA0-4260-6ED935B705E0}"/>
                </a:ext>
              </a:extLst>
            </p:cNvPr>
            <p:cNvSpPr/>
            <p:nvPr/>
          </p:nvSpPr>
          <p:spPr>
            <a:xfrm>
              <a:off x="2613665" y="2231189"/>
              <a:ext cx="88900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3" name="object 133">
              <a:extLst>
                <a:ext uri="{FF2B5EF4-FFF2-40B4-BE49-F238E27FC236}">
                  <a16:creationId xmlns:a16="http://schemas.microsoft.com/office/drawing/2014/main" id="{3E3FF00C-581C-50FF-B98E-5ADA6F8BB23E}"/>
                </a:ext>
              </a:extLst>
            </p:cNvPr>
            <p:cNvSpPr/>
            <p:nvPr/>
          </p:nvSpPr>
          <p:spPr>
            <a:xfrm>
              <a:off x="2613665" y="1761246"/>
              <a:ext cx="88900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4" name="object 134">
              <a:extLst>
                <a:ext uri="{FF2B5EF4-FFF2-40B4-BE49-F238E27FC236}">
                  <a16:creationId xmlns:a16="http://schemas.microsoft.com/office/drawing/2014/main" id="{07DD73C2-5866-EBEA-DBF8-37721B6CBFD4}"/>
                </a:ext>
              </a:extLst>
            </p:cNvPr>
            <p:cNvSpPr/>
            <p:nvPr/>
          </p:nvSpPr>
          <p:spPr>
            <a:xfrm>
              <a:off x="2613665" y="1408789"/>
              <a:ext cx="88900" cy="8890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5" name="object 135">
              <a:extLst>
                <a:ext uri="{FF2B5EF4-FFF2-40B4-BE49-F238E27FC236}">
                  <a16:creationId xmlns:a16="http://schemas.microsoft.com/office/drawing/2014/main" id="{B28B19A7-3DDC-C110-4293-1C6969954076}"/>
                </a:ext>
              </a:extLst>
            </p:cNvPr>
            <p:cNvSpPr/>
            <p:nvPr/>
          </p:nvSpPr>
          <p:spPr>
            <a:xfrm>
              <a:off x="3296286" y="2350263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6" name="object 136">
              <a:extLst>
                <a:ext uri="{FF2B5EF4-FFF2-40B4-BE49-F238E27FC236}">
                  <a16:creationId xmlns:a16="http://schemas.microsoft.com/office/drawing/2014/main" id="{94F7A948-B01C-3B3C-93A7-8DFADB3A64A2}"/>
                </a:ext>
              </a:extLst>
            </p:cNvPr>
            <p:cNvSpPr/>
            <p:nvPr/>
          </p:nvSpPr>
          <p:spPr>
            <a:xfrm>
              <a:off x="2954975" y="1408789"/>
              <a:ext cx="90488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7" name="object 137">
              <a:extLst>
                <a:ext uri="{FF2B5EF4-FFF2-40B4-BE49-F238E27FC236}">
                  <a16:creationId xmlns:a16="http://schemas.microsoft.com/office/drawing/2014/main" id="{D4FE9CF2-72DC-1116-CB05-52AFB967F838}"/>
                </a:ext>
              </a:extLst>
            </p:cNvPr>
            <p:cNvSpPr/>
            <p:nvPr/>
          </p:nvSpPr>
          <p:spPr>
            <a:xfrm>
              <a:off x="3810634" y="2466160"/>
              <a:ext cx="88900" cy="8890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8" name="object 138">
              <a:extLst>
                <a:ext uri="{FF2B5EF4-FFF2-40B4-BE49-F238E27FC236}">
                  <a16:creationId xmlns:a16="http://schemas.microsoft.com/office/drawing/2014/main" id="{BC518D52-3C5B-D32E-6141-4E3E88F8D8CC}"/>
                </a:ext>
              </a:extLst>
            </p:cNvPr>
            <p:cNvSpPr/>
            <p:nvPr/>
          </p:nvSpPr>
          <p:spPr>
            <a:xfrm>
              <a:off x="2954975" y="2231189"/>
              <a:ext cx="90488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9" name="object 139">
              <a:extLst>
                <a:ext uri="{FF2B5EF4-FFF2-40B4-BE49-F238E27FC236}">
                  <a16:creationId xmlns:a16="http://schemas.microsoft.com/office/drawing/2014/main" id="{00344827-0E41-266D-6BA6-4E3FA87273F4}"/>
                </a:ext>
              </a:extLst>
            </p:cNvPr>
            <p:cNvSpPr/>
            <p:nvPr/>
          </p:nvSpPr>
          <p:spPr>
            <a:xfrm>
              <a:off x="2442216" y="2466160"/>
              <a:ext cx="90487" cy="8890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0" name="object 140">
              <a:extLst>
                <a:ext uri="{FF2B5EF4-FFF2-40B4-BE49-F238E27FC236}">
                  <a16:creationId xmlns:a16="http://schemas.microsoft.com/office/drawing/2014/main" id="{0C724518-0BB0-5731-62CB-C3A1A2DFA664}"/>
                </a:ext>
              </a:extLst>
            </p:cNvPr>
            <p:cNvSpPr/>
            <p:nvPr/>
          </p:nvSpPr>
          <p:spPr>
            <a:xfrm>
              <a:off x="2613665" y="1526274"/>
              <a:ext cx="88900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1" name="object 141">
              <a:extLst>
                <a:ext uri="{FF2B5EF4-FFF2-40B4-BE49-F238E27FC236}">
                  <a16:creationId xmlns:a16="http://schemas.microsoft.com/office/drawing/2014/main" id="{8F332BC0-0B2C-E4F3-33C4-DC1199C0A7F2}"/>
                </a:ext>
              </a:extLst>
            </p:cNvPr>
            <p:cNvSpPr/>
            <p:nvPr/>
          </p:nvSpPr>
          <p:spPr>
            <a:xfrm>
              <a:off x="2273941" y="2466160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2" name="object 142">
              <a:extLst>
                <a:ext uri="{FF2B5EF4-FFF2-40B4-BE49-F238E27FC236}">
                  <a16:creationId xmlns:a16="http://schemas.microsoft.com/office/drawing/2014/main" id="{AE64767C-E15F-3058-0F34-2D3EB0BE3141}"/>
                </a:ext>
              </a:extLst>
            </p:cNvPr>
            <p:cNvSpPr/>
            <p:nvPr/>
          </p:nvSpPr>
          <p:spPr>
            <a:xfrm>
              <a:off x="2613665" y="1996217"/>
              <a:ext cx="88900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3" name="object 143">
              <a:extLst>
                <a:ext uri="{FF2B5EF4-FFF2-40B4-BE49-F238E27FC236}">
                  <a16:creationId xmlns:a16="http://schemas.microsoft.com/office/drawing/2014/main" id="{F5E26F9E-7924-F286-B9DC-602078863755}"/>
                </a:ext>
              </a:extLst>
            </p:cNvPr>
            <p:cNvSpPr/>
            <p:nvPr/>
          </p:nvSpPr>
          <p:spPr>
            <a:xfrm>
              <a:off x="4323393" y="2934516"/>
              <a:ext cx="88900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4" name="object 144">
              <a:extLst>
                <a:ext uri="{FF2B5EF4-FFF2-40B4-BE49-F238E27FC236}">
                  <a16:creationId xmlns:a16="http://schemas.microsoft.com/office/drawing/2014/main" id="{392AD6A8-5E21-6850-CB59-D84A184593CD}"/>
                </a:ext>
              </a:extLst>
            </p:cNvPr>
            <p:cNvSpPr/>
            <p:nvPr/>
          </p:nvSpPr>
          <p:spPr>
            <a:xfrm>
              <a:off x="5858499" y="2934516"/>
              <a:ext cx="88900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5" name="object 145">
              <a:extLst>
                <a:ext uri="{FF2B5EF4-FFF2-40B4-BE49-F238E27FC236}">
                  <a16:creationId xmlns:a16="http://schemas.microsoft.com/office/drawing/2014/main" id="{88D10B97-9B78-DF64-AF8D-3B4B8088D427}"/>
                </a:ext>
              </a:extLst>
            </p:cNvPr>
            <p:cNvSpPr/>
            <p:nvPr/>
          </p:nvSpPr>
          <p:spPr>
            <a:xfrm>
              <a:off x="5002840" y="3288561"/>
              <a:ext cx="90488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6" name="object 146">
              <a:extLst>
                <a:ext uri="{FF2B5EF4-FFF2-40B4-BE49-F238E27FC236}">
                  <a16:creationId xmlns:a16="http://schemas.microsoft.com/office/drawing/2014/main" id="{63FB508B-3AEA-027D-A22C-78F173314424}"/>
                </a:ext>
              </a:extLst>
            </p:cNvPr>
            <p:cNvSpPr/>
            <p:nvPr/>
          </p:nvSpPr>
          <p:spPr>
            <a:xfrm>
              <a:off x="5858499" y="3053589"/>
              <a:ext cx="88900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7" name="object 147">
              <a:extLst>
                <a:ext uri="{FF2B5EF4-FFF2-40B4-BE49-F238E27FC236}">
                  <a16:creationId xmlns:a16="http://schemas.microsoft.com/office/drawing/2014/main" id="{2E0FE126-84AD-ECC0-A360-475DC14E7815}"/>
                </a:ext>
              </a:extLst>
            </p:cNvPr>
            <p:cNvSpPr/>
            <p:nvPr/>
          </p:nvSpPr>
          <p:spPr>
            <a:xfrm>
              <a:off x="4832979" y="2818618"/>
              <a:ext cx="88900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8" name="object 148">
              <a:extLst>
                <a:ext uri="{FF2B5EF4-FFF2-40B4-BE49-F238E27FC236}">
                  <a16:creationId xmlns:a16="http://schemas.microsoft.com/office/drawing/2014/main" id="{C19405B0-8899-7928-B6D0-14E86E06619C}"/>
                </a:ext>
              </a:extLst>
            </p:cNvPr>
            <p:cNvSpPr/>
            <p:nvPr/>
          </p:nvSpPr>
          <p:spPr>
            <a:xfrm>
              <a:off x="5345738" y="3875989"/>
              <a:ext cx="88900" cy="90496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9" name="object 149">
              <a:extLst>
                <a:ext uri="{FF2B5EF4-FFF2-40B4-BE49-F238E27FC236}">
                  <a16:creationId xmlns:a16="http://schemas.microsoft.com/office/drawing/2014/main" id="{F54E2F69-7D09-BBAF-D6DF-6E9691B5402E}"/>
                </a:ext>
              </a:extLst>
            </p:cNvPr>
            <p:cNvSpPr/>
            <p:nvPr/>
          </p:nvSpPr>
          <p:spPr>
            <a:xfrm>
              <a:off x="4323393" y="3875989"/>
              <a:ext cx="88900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0" name="object 150">
              <a:extLst>
                <a:ext uri="{FF2B5EF4-FFF2-40B4-BE49-F238E27FC236}">
                  <a16:creationId xmlns:a16="http://schemas.microsoft.com/office/drawing/2014/main" id="{76167FF5-C423-9147-5430-85B442DF3E66}"/>
                </a:ext>
              </a:extLst>
            </p:cNvPr>
            <p:cNvSpPr/>
            <p:nvPr/>
          </p:nvSpPr>
          <p:spPr>
            <a:xfrm>
              <a:off x="5515600" y="3172663"/>
              <a:ext cx="90487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1" name="object 151">
              <a:extLst>
                <a:ext uri="{FF2B5EF4-FFF2-40B4-BE49-F238E27FC236}">
                  <a16:creationId xmlns:a16="http://schemas.microsoft.com/office/drawing/2014/main" id="{B992B7F3-AD90-076D-8588-3A3E8AE43167}"/>
                </a:ext>
              </a:extLst>
            </p:cNvPr>
            <p:cNvSpPr/>
            <p:nvPr/>
          </p:nvSpPr>
          <p:spPr>
            <a:xfrm>
              <a:off x="4832979" y="3053589"/>
              <a:ext cx="88900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2" name="object 152">
              <a:extLst>
                <a:ext uri="{FF2B5EF4-FFF2-40B4-BE49-F238E27FC236}">
                  <a16:creationId xmlns:a16="http://schemas.microsoft.com/office/drawing/2014/main" id="{9C5A52D2-C93F-224D-6D71-B811B54A6470}"/>
                </a:ext>
              </a:extLst>
            </p:cNvPr>
            <p:cNvSpPr/>
            <p:nvPr/>
          </p:nvSpPr>
          <p:spPr>
            <a:xfrm>
              <a:off x="4493255" y="2818618"/>
              <a:ext cx="90487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3" name="object 153">
              <a:extLst>
                <a:ext uri="{FF2B5EF4-FFF2-40B4-BE49-F238E27FC236}">
                  <a16:creationId xmlns:a16="http://schemas.microsoft.com/office/drawing/2014/main" id="{346E5E50-06F7-7D68-B7ED-2AB3A5065893}"/>
                </a:ext>
              </a:extLst>
            </p:cNvPr>
            <p:cNvSpPr/>
            <p:nvPr/>
          </p:nvSpPr>
          <p:spPr>
            <a:xfrm>
              <a:off x="5174289" y="3288561"/>
              <a:ext cx="90488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4" name="object 154">
              <a:extLst>
                <a:ext uri="{FF2B5EF4-FFF2-40B4-BE49-F238E27FC236}">
                  <a16:creationId xmlns:a16="http://schemas.microsoft.com/office/drawing/2014/main" id="{26E78199-E521-4AC6-D1E7-66818195A8FC}"/>
                </a:ext>
              </a:extLst>
            </p:cNvPr>
            <p:cNvSpPr/>
            <p:nvPr/>
          </p:nvSpPr>
          <p:spPr>
            <a:xfrm>
              <a:off x="5002840" y="3875989"/>
              <a:ext cx="90488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5" name="object 155">
              <a:extLst>
                <a:ext uri="{FF2B5EF4-FFF2-40B4-BE49-F238E27FC236}">
                  <a16:creationId xmlns:a16="http://schemas.microsoft.com/office/drawing/2014/main" id="{8BA6B3E0-0267-C518-BA98-0E679F349001}"/>
                </a:ext>
              </a:extLst>
            </p:cNvPr>
            <p:cNvSpPr/>
            <p:nvPr/>
          </p:nvSpPr>
          <p:spPr>
            <a:xfrm>
              <a:off x="5174289" y="3407635"/>
              <a:ext cx="90488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6" name="object 156">
              <a:extLst>
                <a:ext uri="{FF2B5EF4-FFF2-40B4-BE49-F238E27FC236}">
                  <a16:creationId xmlns:a16="http://schemas.microsoft.com/office/drawing/2014/main" id="{BC803808-E810-393B-21BE-EE55CFCFF035}"/>
                </a:ext>
              </a:extLst>
            </p:cNvPr>
            <p:cNvSpPr/>
            <p:nvPr/>
          </p:nvSpPr>
          <p:spPr>
            <a:xfrm>
              <a:off x="5687049" y="3053589"/>
              <a:ext cx="90487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7" name="object 157">
              <a:extLst>
                <a:ext uri="{FF2B5EF4-FFF2-40B4-BE49-F238E27FC236}">
                  <a16:creationId xmlns:a16="http://schemas.microsoft.com/office/drawing/2014/main" id="{A82FDDA9-9C87-E6D9-55A7-586310461636}"/>
                </a:ext>
              </a:extLst>
            </p:cNvPr>
            <p:cNvSpPr/>
            <p:nvPr/>
          </p:nvSpPr>
          <p:spPr>
            <a:xfrm>
              <a:off x="4323393" y="3172663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8" name="object 158">
              <a:extLst>
                <a:ext uri="{FF2B5EF4-FFF2-40B4-BE49-F238E27FC236}">
                  <a16:creationId xmlns:a16="http://schemas.microsoft.com/office/drawing/2014/main" id="{2A4EB688-F64A-62E4-B615-56521CADA476}"/>
                </a:ext>
              </a:extLst>
            </p:cNvPr>
            <p:cNvSpPr/>
            <p:nvPr/>
          </p:nvSpPr>
          <p:spPr>
            <a:xfrm>
              <a:off x="5687049" y="3875989"/>
              <a:ext cx="90487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9" name="object 159">
              <a:extLst>
                <a:ext uri="{FF2B5EF4-FFF2-40B4-BE49-F238E27FC236}">
                  <a16:creationId xmlns:a16="http://schemas.microsoft.com/office/drawing/2014/main" id="{5947E10F-0404-B90C-A1B9-C653482B9947}"/>
                </a:ext>
              </a:extLst>
            </p:cNvPr>
            <p:cNvSpPr/>
            <p:nvPr/>
          </p:nvSpPr>
          <p:spPr>
            <a:xfrm>
              <a:off x="4664705" y="3172663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0" name="object 160">
              <a:extLst>
                <a:ext uri="{FF2B5EF4-FFF2-40B4-BE49-F238E27FC236}">
                  <a16:creationId xmlns:a16="http://schemas.microsoft.com/office/drawing/2014/main" id="{1C18D14A-6327-7F94-CFC1-C5DAF725A608}"/>
                </a:ext>
              </a:extLst>
            </p:cNvPr>
            <p:cNvSpPr/>
            <p:nvPr/>
          </p:nvSpPr>
          <p:spPr>
            <a:xfrm>
              <a:off x="4832979" y="3523532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1" name="object 161">
              <a:extLst>
                <a:ext uri="{FF2B5EF4-FFF2-40B4-BE49-F238E27FC236}">
                  <a16:creationId xmlns:a16="http://schemas.microsoft.com/office/drawing/2014/main" id="{CBEFFBA3-C3C9-AD76-8A0F-1957F64ED243}"/>
                </a:ext>
              </a:extLst>
            </p:cNvPr>
            <p:cNvSpPr/>
            <p:nvPr/>
          </p:nvSpPr>
          <p:spPr>
            <a:xfrm>
              <a:off x="5687049" y="3523532"/>
              <a:ext cx="90487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2" name="object 162">
              <a:extLst>
                <a:ext uri="{FF2B5EF4-FFF2-40B4-BE49-F238E27FC236}">
                  <a16:creationId xmlns:a16="http://schemas.microsoft.com/office/drawing/2014/main" id="{47E0AC5C-2323-838D-87F7-4FAD05F33E1B}"/>
                </a:ext>
              </a:extLst>
            </p:cNvPr>
            <p:cNvSpPr/>
            <p:nvPr/>
          </p:nvSpPr>
          <p:spPr>
            <a:xfrm>
              <a:off x="5687049" y="3758504"/>
              <a:ext cx="90487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3" name="object 163">
              <a:extLst>
                <a:ext uri="{FF2B5EF4-FFF2-40B4-BE49-F238E27FC236}">
                  <a16:creationId xmlns:a16="http://schemas.microsoft.com/office/drawing/2014/main" id="{D21F8B0E-B223-F35B-85EB-F2193C17D38B}"/>
                </a:ext>
              </a:extLst>
            </p:cNvPr>
            <p:cNvSpPr/>
            <p:nvPr/>
          </p:nvSpPr>
          <p:spPr>
            <a:xfrm>
              <a:off x="4323393" y="2818618"/>
              <a:ext cx="88900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4" name="object 164">
              <a:extLst>
                <a:ext uri="{FF2B5EF4-FFF2-40B4-BE49-F238E27FC236}">
                  <a16:creationId xmlns:a16="http://schemas.microsoft.com/office/drawing/2014/main" id="{F8E619B1-7ECB-6DBF-337D-87FA9B7860E6}"/>
                </a:ext>
              </a:extLst>
            </p:cNvPr>
            <p:cNvSpPr/>
            <p:nvPr/>
          </p:nvSpPr>
          <p:spPr>
            <a:xfrm>
              <a:off x="4664705" y="3758504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5" name="object 165">
              <a:extLst>
                <a:ext uri="{FF2B5EF4-FFF2-40B4-BE49-F238E27FC236}">
                  <a16:creationId xmlns:a16="http://schemas.microsoft.com/office/drawing/2014/main" id="{95C21127-305A-ECAD-B879-FA79B66A5F05}"/>
                </a:ext>
              </a:extLst>
            </p:cNvPr>
            <p:cNvSpPr/>
            <p:nvPr/>
          </p:nvSpPr>
          <p:spPr>
            <a:xfrm>
              <a:off x="5002840" y="3407635"/>
              <a:ext cx="90488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6" name="object 166">
              <a:extLst>
                <a:ext uri="{FF2B5EF4-FFF2-40B4-BE49-F238E27FC236}">
                  <a16:creationId xmlns:a16="http://schemas.microsoft.com/office/drawing/2014/main" id="{B8FA8132-9BA6-D125-930D-26BE3DF329E8}"/>
                </a:ext>
              </a:extLst>
            </p:cNvPr>
            <p:cNvSpPr/>
            <p:nvPr/>
          </p:nvSpPr>
          <p:spPr>
            <a:xfrm>
              <a:off x="5858499" y="3172663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7" name="object 167">
              <a:extLst>
                <a:ext uri="{FF2B5EF4-FFF2-40B4-BE49-F238E27FC236}">
                  <a16:creationId xmlns:a16="http://schemas.microsoft.com/office/drawing/2014/main" id="{92D8D337-5AA4-7EB8-E3AF-421C9E8F5FEB}"/>
                </a:ext>
              </a:extLst>
            </p:cNvPr>
            <p:cNvSpPr/>
            <p:nvPr/>
          </p:nvSpPr>
          <p:spPr>
            <a:xfrm>
              <a:off x="4493255" y="3053589"/>
              <a:ext cx="90487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8" name="object 168">
              <a:extLst>
                <a:ext uri="{FF2B5EF4-FFF2-40B4-BE49-F238E27FC236}">
                  <a16:creationId xmlns:a16="http://schemas.microsoft.com/office/drawing/2014/main" id="{E5D091FB-15CE-E299-F914-BE07FA741B32}"/>
                </a:ext>
              </a:extLst>
            </p:cNvPr>
            <p:cNvSpPr/>
            <p:nvPr/>
          </p:nvSpPr>
          <p:spPr>
            <a:xfrm>
              <a:off x="4664705" y="3053589"/>
              <a:ext cx="88900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9" name="object 169">
              <a:extLst>
                <a:ext uri="{FF2B5EF4-FFF2-40B4-BE49-F238E27FC236}">
                  <a16:creationId xmlns:a16="http://schemas.microsoft.com/office/drawing/2014/main" id="{EF8AB5BC-1C4F-5F4C-42C5-7E853A8EDDD0}"/>
                </a:ext>
              </a:extLst>
            </p:cNvPr>
            <p:cNvSpPr/>
            <p:nvPr/>
          </p:nvSpPr>
          <p:spPr>
            <a:xfrm>
              <a:off x="5515600" y="2818618"/>
              <a:ext cx="90487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0" name="object 170">
              <a:extLst>
                <a:ext uri="{FF2B5EF4-FFF2-40B4-BE49-F238E27FC236}">
                  <a16:creationId xmlns:a16="http://schemas.microsoft.com/office/drawing/2014/main" id="{46D3C0F9-2A9D-6171-D2F2-EB047DD54C1D}"/>
                </a:ext>
              </a:extLst>
            </p:cNvPr>
            <p:cNvSpPr/>
            <p:nvPr/>
          </p:nvSpPr>
          <p:spPr>
            <a:xfrm>
              <a:off x="5002840" y="3642606"/>
              <a:ext cx="90488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1" name="object 171">
              <a:extLst>
                <a:ext uri="{FF2B5EF4-FFF2-40B4-BE49-F238E27FC236}">
                  <a16:creationId xmlns:a16="http://schemas.microsoft.com/office/drawing/2014/main" id="{9CCE1550-64E8-32E8-D506-DEAAFDB48014}"/>
                </a:ext>
              </a:extLst>
            </p:cNvPr>
            <p:cNvSpPr/>
            <p:nvPr/>
          </p:nvSpPr>
          <p:spPr>
            <a:xfrm>
              <a:off x="5687049" y="2934516"/>
              <a:ext cx="90487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2" name="object 172">
              <a:extLst>
                <a:ext uri="{FF2B5EF4-FFF2-40B4-BE49-F238E27FC236}">
                  <a16:creationId xmlns:a16="http://schemas.microsoft.com/office/drawing/2014/main" id="{C835D6AD-960D-BA6D-4E62-498A602DD566}"/>
                </a:ext>
              </a:extLst>
            </p:cNvPr>
            <p:cNvSpPr/>
            <p:nvPr/>
          </p:nvSpPr>
          <p:spPr>
            <a:xfrm>
              <a:off x="4664705" y="3642606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3" name="object 173">
              <a:extLst>
                <a:ext uri="{FF2B5EF4-FFF2-40B4-BE49-F238E27FC236}">
                  <a16:creationId xmlns:a16="http://schemas.microsoft.com/office/drawing/2014/main" id="{64EA42A9-BA90-15EB-D84D-E3EBE68567BF}"/>
                </a:ext>
              </a:extLst>
            </p:cNvPr>
            <p:cNvSpPr/>
            <p:nvPr/>
          </p:nvSpPr>
          <p:spPr>
            <a:xfrm>
              <a:off x="4323393" y="3758504"/>
              <a:ext cx="88900" cy="889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4" name="object 174">
              <a:extLst>
                <a:ext uri="{FF2B5EF4-FFF2-40B4-BE49-F238E27FC236}">
                  <a16:creationId xmlns:a16="http://schemas.microsoft.com/office/drawing/2014/main" id="{4A3D52B2-A944-0F25-A848-A0981DACB28B}"/>
                </a:ext>
              </a:extLst>
            </p:cNvPr>
            <p:cNvSpPr/>
            <p:nvPr/>
          </p:nvSpPr>
          <p:spPr>
            <a:xfrm>
              <a:off x="5515600" y="3758504"/>
              <a:ext cx="90487" cy="889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5" name="object 175">
              <a:extLst>
                <a:ext uri="{FF2B5EF4-FFF2-40B4-BE49-F238E27FC236}">
                  <a16:creationId xmlns:a16="http://schemas.microsoft.com/office/drawing/2014/main" id="{D697A5D0-802A-A927-0E79-4F4879165477}"/>
                </a:ext>
              </a:extLst>
            </p:cNvPr>
            <p:cNvSpPr/>
            <p:nvPr/>
          </p:nvSpPr>
          <p:spPr>
            <a:xfrm>
              <a:off x="5345738" y="3172663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6" name="object 176">
              <a:extLst>
                <a:ext uri="{FF2B5EF4-FFF2-40B4-BE49-F238E27FC236}">
                  <a16:creationId xmlns:a16="http://schemas.microsoft.com/office/drawing/2014/main" id="{E1D58637-7624-2DC9-0BFB-D4F3B741BC92}"/>
                </a:ext>
              </a:extLst>
            </p:cNvPr>
            <p:cNvSpPr/>
            <p:nvPr/>
          </p:nvSpPr>
          <p:spPr>
            <a:xfrm>
              <a:off x="4493255" y="3288561"/>
              <a:ext cx="90487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7" name="object 177">
              <a:extLst>
                <a:ext uri="{FF2B5EF4-FFF2-40B4-BE49-F238E27FC236}">
                  <a16:creationId xmlns:a16="http://schemas.microsoft.com/office/drawing/2014/main" id="{3ED56C89-4391-3F9D-536E-F2AC1D98E10A}"/>
                </a:ext>
              </a:extLst>
            </p:cNvPr>
            <p:cNvSpPr/>
            <p:nvPr/>
          </p:nvSpPr>
          <p:spPr>
            <a:xfrm>
              <a:off x="4832979" y="3172663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8" name="object 178">
              <a:extLst>
                <a:ext uri="{FF2B5EF4-FFF2-40B4-BE49-F238E27FC236}">
                  <a16:creationId xmlns:a16="http://schemas.microsoft.com/office/drawing/2014/main" id="{8CC379CB-8509-06B2-A224-F3C7EEC3D09D}"/>
                </a:ext>
              </a:extLst>
            </p:cNvPr>
            <p:cNvSpPr/>
            <p:nvPr/>
          </p:nvSpPr>
          <p:spPr>
            <a:xfrm>
              <a:off x="4493255" y="3875989"/>
              <a:ext cx="90487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9" name="object 179">
              <a:extLst>
                <a:ext uri="{FF2B5EF4-FFF2-40B4-BE49-F238E27FC236}">
                  <a16:creationId xmlns:a16="http://schemas.microsoft.com/office/drawing/2014/main" id="{8C949F5C-910A-221A-563F-31004FD6043A}"/>
                </a:ext>
              </a:extLst>
            </p:cNvPr>
            <p:cNvSpPr/>
            <p:nvPr/>
          </p:nvSpPr>
          <p:spPr>
            <a:xfrm>
              <a:off x="5345738" y="3288561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0" name="object 180">
              <a:extLst>
                <a:ext uri="{FF2B5EF4-FFF2-40B4-BE49-F238E27FC236}">
                  <a16:creationId xmlns:a16="http://schemas.microsoft.com/office/drawing/2014/main" id="{9E421680-6811-5FDF-D282-7A651ED4F8D7}"/>
                </a:ext>
              </a:extLst>
            </p:cNvPr>
            <p:cNvSpPr/>
            <p:nvPr/>
          </p:nvSpPr>
          <p:spPr>
            <a:xfrm>
              <a:off x="4664705" y="3523532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1" name="object 181">
              <a:extLst>
                <a:ext uri="{FF2B5EF4-FFF2-40B4-BE49-F238E27FC236}">
                  <a16:creationId xmlns:a16="http://schemas.microsoft.com/office/drawing/2014/main" id="{D1690F54-6E52-CDA0-E4ED-32D7214DE5D0}"/>
                </a:ext>
              </a:extLst>
            </p:cNvPr>
            <p:cNvSpPr/>
            <p:nvPr/>
          </p:nvSpPr>
          <p:spPr>
            <a:xfrm>
              <a:off x="4664705" y="3288561"/>
              <a:ext cx="88900" cy="889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2" name="object 182">
              <a:extLst>
                <a:ext uri="{FF2B5EF4-FFF2-40B4-BE49-F238E27FC236}">
                  <a16:creationId xmlns:a16="http://schemas.microsoft.com/office/drawing/2014/main" id="{4BF5CCC3-B979-607A-78F8-C005ABFE99CD}"/>
                </a:ext>
              </a:extLst>
            </p:cNvPr>
            <p:cNvSpPr/>
            <p:nvPr/>
          </p:nvSpPr>
          <p:spPr>
            <a:xfrm>
              <a:off x="5687049" y="3642606"/>
              <a:ext cx="90487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3" name="object 183">
              <a:extLst>
                <a:ext uri="{FF2B5EF4-FFF2-40B4-BE49-F238E27FC236}">
                  <a16:creationId xmlns:a16="http://schemas.microsoft.com/office/drawing/2014/main" id="{725B0D02-45C3-A2B0-1F5A-AC8172C27DDC}"/>
                </a:ext>
              </a:extLst>
            </p:cNvPr>
            <p:cNvSpPr/>
            <p:nvPr/>
          </p:nvSpPr>
          <p:spPr>
            <a:xfrm>
              <a:off x="4664705" y="2818618"/>
              <a:ext cx="88900" cy="90496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4" name="object 184">
              <a:extLst>
                <a:ext uri="{FF2B5EF4-FFF2-40B4-BE49-F238E27FC236}">
                  <a16:creationId xmlns:a16="http://schemas.microsoft.com/office/drawing/2014/main" id="{50A94B19-514A-E26B-6EF5-A262202FF83A}"/>
                </a:ext>
              </a:extLst>
            </p:cNvPr>
            <p:cNvSpPr/>
            <p:nvPr/>
          </p:nvSpPr>
          <p:spPr>
            <a:xfrm>
              <a:off x="4323393" y="3053589"/>
              <a:ext cx="88900" cy="90496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5" name="object 185">
              <a:extLst>
                <a:ext uri="{FF2B5EF4-FFF2-40B4-BE49-F238E27FC236}">
                  <a16:creationId xmlns:a16="http://schemas.microsoft.com/office/drawing/2014/main" id="{2D231F9D-607A-F300-4C86-AA944C090E59}"/>
                </a:ext>
              </a:extLst>
            </p:cNvPr>
            <p:cNvSpPr/>
            <p:nvPr/>
          </p:nvSpPr>
          <p:spPr>
            <a:xfrm>
              <a:off x="5002840" y="3053589"/>
              <a:ext cx="90488" cy="90496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6" name="object 186">
              <a:extLst>
                <a:ext uri="{FF2B5EF4-FFF2-40B4-BE49-F238E27FC236}">
                  <a16:creationId xmlns:a16="http://schemas.microsoft.com/office/drawing/2014/main" id="{BFA1411A-F729-A6E0-C5CB-76C6CA78E69A}"/>
                </a:ext>
              </a:extLst>
            </p:cNvPr>
            <p:cNvSpPr/>
            <p:nvPr/>
          </p:nvSpPr>
          <p:spPr>
            <a:xfrm>
              <a:off x="5345738" y="3523532"/>
              <a:ext cx="88900" cy="88908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7" name="object 187">
              <a:extLst>
                <a:ext uri="{FF2B5EF4-FFF2-40B4-BE49-F238E27FC236}">
                  <a16:creationId xmlns:a16="http://schemas.microsoft.com/office/drawing/2014/main" id="{01AC9E9F-2E72-8F90-7560-3C61739E310E}"/>
                </a:ext>
              </a:extLst>
            </p:cNvPr>
            <p:cNvSpPr/>
            <p:nvPr/>
          </p:nvSpPr>
          <p:spPr>
            <a:xfrm>
              <a:off x="5345738" y="3758504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8" name="object 188">
              <a:extLst>
                <a:ext uri="{FF2B5EF4-FFF2-40B4-BE49-F238E27FC236}">
                  <a16:creationId xmlns:a16="http://schemas.microsoft.com/office/drawing/2014/main" id="{E8B167F5-2997-B8E2-029B-DEF720270F82}"/>
                </a:ext>
              </a:extLst>
            </p:cNvPr>
            <p:cNvSpPr txBox="1"/>
            <p:nvPr/>
          </p:nvSpPr>
          <p:spPr>
            <a:xfrm>
              <a:off x="2010418" y="3390170"/>
              <a:ext cx="63500" cy="11579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89" name="object 189">
              <a:extLst>
                <a:ext uri="{FF2B5EF4-FFF2-40B4-BE49-F238E27FC236}">
                  <a16:creationId xmlns:a16="http://schemas.microsoft.com/office/drawing/2014/main" id="{CF370233-FCC6-AD3D-3FDA-9D272A04DC5C}"/>
                </a:ext>
              </a:extLst>
            </p:cNvPr>
            <p:cNvSpPr txBox="1"/>
            <p:nvPr/>
          </p:nvSpPr>
          <p:spPr>
            <a:xfrm>
              <a:off x="1965968" y="2802741"/>
              <a:ext cx="107949" cy="11579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0" name="object 190">
              <a:extLst>
                <a:ext uri="{FF2B5EF4-FFF2-40B4-BE49-F238E27FC236}">
                  <a16:creationId xmlns:a16="http://schemas.microsoft.com/office/drawing/2014/main" id="{392F3371-92D2-EB96-4882-5FAC527CC19D}"/>
                </a:ext>
              </a:extLst>
            </p:cNvPr>
            <p:cNvSpPr txBox="1"/>
            <p:nvPr/>
          </p:nvSpPr>
          <p:spPr>
            <a:xfrm>
              <a:off x="1965968" y="2215312"/>
              <a:ext cx="107949" cy="11579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1" name="object 191">
              <a:extLst>
                <a:ext uri="{FF2B5EF4-FFF2-40B4-BE49-F238E27FC236}">
                  <a16:creationId xmlns:a16="http://schemas.microsoft.com/office/drawing/2014/main" id="{BFBAF34C-B271-F3DE-11FE-017B1135D06D}"/>
                </a:ext>
              </a:extLst>
            </p:cNvPr>
            <p:cNvSpPr txBox="1"/>
            <p:nvPr/>
          </p:nvSpPr>
          <p:spPr>
            <a:xfrm>
              <a:off x="1965968" y="1627884"/>
              <a:ext cx="107949" cy="11579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2" name="object 192">
              <a:extLst>
                <a:ext uri="{FF2B5EF4-FFF2-40B4-BE49-F238E27FC236}">
                  <a16:creationId xmlns:a16="http://schemas.microsoft.com/office/drawing/2014/main" id="{A17FF6AD-6743-0900-FA5D-C84464ADB1B6}"/>
                </a:ext>
              </a:extLst>
            </p:cNvPr>
            <p:cNvSpPr txBox="1"/>
            <p:nvPr/>
          </p:nvSpPr>
          <p:spPr>
            <a:xfrm>
              <a:off x="1965968" y="1040455"/>
              <a:ext cx="107949" cy="11579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3" name="object 193">
              <a:extLst>
                <a:ext uri="{FF2B5EF4-FFF2-40B4-BE49-F238E27FC236}">
                  <a16:creationId xmlns:a16="http://schemas.microsoft.com/office/drawing/2014/main" id="{64B83781-8F32-7621-09B7-20F996A722B2}"/>
                </a:ext>
              </a:extLst>
            </p:cNvPr>
            <p:cNvSpPr/>
            <p:nvPr/>
          </p:nvSpPr>
          <p:spPr>
            <a:xfrm>
              <a:off x="6531595" y="1899372"/>
              <a:ext cx="77787" cy="79382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4" name="object 194">
              <a:extLst>
                <a:ext uri="{FF2B5EF4-FFF2-40B4-BE49-F238E27FC236}">
                  <a16:creationId xmlns:a16="http://schemas.microsoft.com/office/drawing/2014/main" id="{FCCB70AD-9762-E924-E08C-E45DCCEA8AEA}"/>
                </a:ext>
              </a:extLst>
            </p:cNvPr>
            <p:cNvSpPr/>
            <p:nvPr/>
          </p:nvSpPr>
          <p:spPr>
            <a:xfrm>
              <a:off x="6531595" y="1899372"/>
              <a:ext cx="77787" cy="79382"/>
            </a:xfrm>
            <a:custGeom>
              <a:avLst/>
              <a:gdLst/>
              <a:ahLst/>
              <a:cxnLst/>
              <a:rect l="l" t="t" r="r" b="b"/>
              <a:pathLst>
                <a:path w="112395" h="112394">
                  <a:moveTo>
                    <a:pt x="58190" y="0"/>
                  </a:moveTo>
                  <a:lnTo>
                    <a:pt x="112222" y="58188"/>
                  </a:lnTo>
                  <a:lnTo>
                    <a:pt x="58190" y="112221"/>
                  </a:lnTo>
                  <a:lnTo>
                    <a:pt x="0" y="58188"/>
                  </a:lnTo>
                  <a:lnTo>
                    <a:pt x="58190" y="0"/>
                  </a:lnTo>
                  <a:close/>
                </a:path>
              </a:pathLst>
            </a:custGeom>
            <a:ln w="9513">
              <a:solidFill>
                <a:srgbClr val="5B92C7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5" name="object 195">
              <a:extLst>
                <a:ext uri="{FF2B5EF4-FFF2-40B4-BE49-F238E27FC236}">
                  <a16:creationId xmlns:a16="http://schemas.microsoft.com/office/drawing/2014/main" id="{E03B347B-BE81-D2DF-F8DD-C3FBD4293981}"/>
                </a:ext>
              </a:extLst>
            </p:cNvPr>
            <p:cNvSpPr txBox="1"/>
            <p:nvPr/>
          </p:nvSpPr>
          <p:spPr>
            <a:xfrm>
              <a:off x="6653832" y="1823166"/>
              <a:ext cx="536572" cy="223102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1046" spc="-37" dirty="0">
                  <a:latin typeface="Trebuchet MS"/>
                  <a:cs typeface="Trebuchet MS"/>
                </a:rPr>
                <a:t>S</a:t>
              </a:r>
              <a:r>
                <a:rPr sz="1046" spc="-44" dirty="0">
                  <a:latin typeface="Trebuchet MS"/>
                  <a:cs typeface="Trebuchet MS"/>
                </a:rPr>
                <a:t>e</a:t>
              </a:r>
              <a:r>
                <a:rPr sz="1046" spc="-47" dirty="0">
                  <a:latin typeface="Trebuchet MS"/>
                  <a:cs typeface="Trebuchet MS"/>
                </a:rPr>
                <a:t>r</a:t>
              </a:r>
              <a:r>
                <a:rPr sz="1046" spc="-39" dirty="0">
                  <a:latin typeface="Trebuchet MS"/>
                  <a:cs typeface="Trebuchet MS"/>
                </a:rPr>
                <a:t>i</a:t>
              </a:r>
              <a:r>
                <a:rPr sz="1046" spc="-76" dirty="0">
                  <a:latin typeface="Trebuchet MS"/>
                  <a:cs typeface="Trebuchet MS"/>
                </a:rPr>
                <a:t>e</a:t>
              </a:r>
              <a:r>
                <a:rPr sz="1046" spc="-18" dirty="0">
                  <a:latin typeface="Trebuchet MS"/>
                  <a:cs typeface="Trebuchet MS"/>
                </a:rPr>
                <a:t>s1</a:t>
              </a:r>
              <a:endParaRPr sz="1046">
                <a:latin typeface="Trebuchet MS"/>
                <a:cs typeface="Trebuchet MS"/>
              </a:endParaRPr>
            </a:p>
          </p:txBody>
        </p:sp>
        <p:sp>
          <p:nvSpPr>
            <p:cNvPr id="196" name="object 196">
              <a:extLst>
                <a:ext uri="{FF2B5EF4-FFF2-40B4-BE49-F238E27FC236}">
                  <a16:creationId xmlns:a16="http://schemas.microsoft.com/office/drawing/2014/main" id="{7B1BE7F7-0796-96C9-157F-3F48DDEF79E6}"/>
                </a:ext>
              </a:extLst>
            </p:cNvPr>
            <p:cNvSpPr/>
            <p:nvPr/>
          </p:nvSpPr>
          <p:spPr>
            <a:xfrm>
              <a:off x="6531595" y="2475686"/>
              <a:ext cx="77787" cy="79382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7" name="object 197">
              <a:extLst>
                <a:ext uri="{FF2B5EF4-FFF2-40B4-BE49-F238E27FC236}">
                  <a16:creationId xmlns:a16="http://schemas.microsoft.com/office/drawing/2014/main" id="{8F3035FA-2CE9-EBB6-BBA1-29D023112792}"/>
                </a:ext>
              </a:extLst>
            </p:cNvPr>
            <p:cNvSpPr/>
            <p:nvPr/>
          </p:nvSpPr>
          <p:spPr>
            <a:xfrm>
              <a:off x="6531595" y="2475686"/>
              <a:ext cx="77787" cy="79382"/>
            </a:xfrm>
            <a:custGeom>
              <a:avLst/>
              <a:gdLst/>
              <a:ahLst/>
              <a:cxnLst/>
              <a:rect l="l" t="t" r="r" b="b"/>
              <a:pathLst>
                <a:path w="112395" h="112395">
                  <a:moveTo>
                    <a:pt x="0" y="0"/>
                  </a:moveTo>
                  <a:lnTo>
                    <a:pt x="112222" y="0"/>
                  </a:lnTo>
                  <a:lnTo>
                    <a:pt x="112222" y="112222"/>
                  </a:lnTo>
                  <a:lnTo>
                    <a:pt x="0" y="112222"/>
                  </a:lnTo>
                  <a:lnTo>
                    <a:pt x="0" y="0"/>
                  </a:lnTo>
                  <a:close/>
                </a:path>
              </a:pathLst>
            </a:custGeom>
            <a:ln w="9513">
              <a:solidFill>
                <a:srgbClr val="CC615A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8" name="object 198">
              <a:extLst>
                <a:ext uri="{FF2B5EF4-FFF2-40B4-BE49-F238E27FC236}">
                  <a16:creationId xmlns:a16="http://schemas.microsoft.com/office/drawing/2014/main" id="{1D9A7D1D-702A-643A-482D-B25BBCDA9C1E}"/>
                </a:ext>
              </a:extLst>
            </p:cNvPr>
            <p:cNvSpPr txBox="1"/>
            <p:nvPr/>
          </p:nvSpPr>
          <p:spPr>
            <a:xfrm>
              <a:off x="6653832" y="2397892"/>
              <a:ext cx="536572" cy="223102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1046" spc="-37" dirty="0">
                  <a:latin typeface="Trebuchet MS"/>
                  <a:cs typeface="Trebuchet MS"/>
                </a:rPr>
                <a:t>S</a:t>
              </a:r>
              <a:r>
                <a:rPr sz="1046" spc="-44" dirty="0">
                  <a:latin typeface="Trebuchet MS"/>
                  <a:cs typeface="Trebuchet MS"/>
                </a:rPr>
                <a:t>e</a:t>
              </a:r>
              <a:r>
                <a:rPr sz="1046" spc="-47" dirty="0">
                  <a:latin typeface="Trebuchet MS"/>
                  <a:cs typeface="Trebuchet MS"/>
                </a:rPr>
                <a:t>r</a:t>
              </a:r>
              <a:r>
                <a:rPr sz="1046" spc="-39" dirty="0">
                  <a:latin typeface="Trebuchet MS"/>
                  <a:cs typeface="Trebuchet MS"/>
                </a:rPr>
                <a:t>i</a:t>
              </a:r>
              <a:r>
                <a:rPr sz="1046" spc="-76" dirty="0">
                  <a:latin typeface="Trebuchet MS"/>
                  <a:cs typeface="Trebuchet MS"/>
                </a:rPr>
                <a:t>e</a:t>
              </a:r>
              <a:r>
                <a:rPr sz="1046" spc="-18" dirty="0">
                  <a:latin typeface="Trebuchet MS"/>
                  <a:cs typeface="Trebuchet MS"/>
                </a:rPr>
                <a:t>s2</a:t>
              </a:r>
              <a:endParaRPr sz="1046">
                <a:latin typeface="Trebuchet MS"/>
                <a:cs typeface="Trebuchet MS"/>
              </a:endParaRPr>
            </a:p>
          </p:txBody>
        </p:sp>
        <p:sp>
          <p:nvSpPr>
            <p:cNvPr id="199" name="object 199">
              <a:extLst>
                <a:ext uri="{FF2B5EF4-FFF2-40B4-BE49-F238E27FC236}">
                  <a16:creationId xmlns:a16="http://schemas.microsoft.com/office/drawing/2014/main" id="{979B17D4-2572-405C-F031-5DED7171CD99}"/>
                </a:ext>
              </a:extLst>
            </p:cNvPr>
            <p:cNvSpPr/>
            <p:nvPr/>
          </p:nvSpPr>
          <p:spPr>
            <a:xfrm>
              <a:off x="4074158" y="854701"/>
              <a:ext cx="98425" cy="3600779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0" name="object 200">
              <a:extLst>
                <a:ext uri="{FF2B5EF4-FFF2-40B4-BE49-F238E27FC236}">
                  <a16:creationId xmlns:a16="http://schemas.microsoft.com/office/drawing/2014/main" id="{E6EB9CBF-5F34-65D5-0484-2FAB76E70D36}"/>
                </a:ext>
              </a:extLst>
            </p:cNvPr>
            <p:cNvSpPr/>
            <p:nvPr/>
          </p:nvSpPr>
          <p:spPr>
            <a:xfrm>
              <a:off x="4123369" y="873753"/>
              <a:ext cx="0" cy="3537274"/>
            </a:xfrm>
            <a:custGeom>
              <a:avLst/>
              <a:gdLst/>
              <a:ahLst/>
              <a:cxnLst/>
              <a:rect l="l" t="t" r="r" b="b"/>
              <a:pathLst>
                <a:path h="5074285">
                  <a:moveTo>
                    <a:pt x="0" y="0"/>
                  </a:moveTo>
                  <a:lnTo>
                    <a:pt x="1" y="5074000"/>
                  </a:lnTo>
                </a:path>
              </a:pathLst>
            </a:custGeom>
            <a:ln w="50730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1" name="object 201">
              <a:extLst>
                <a:ext uri="{FF2B5EF4-FFF2-40B4-BE49-F238E27FC236}">
                  <a16:creationId xmlns:a16="http://schemas.microsoft.com/office/drawing/2014/main" id="{1BBDA967-0C0D-3EC5-C756-8BB60487019D}"/>
                </a:ext>
              </a:extLst>
            </p:cNvPr>
            <p:cNvSpPr/>
            <p:nvPr/>
          </p:nvSpPr>
          <p:spPr>
            <a:xfrm>
              <a:off x="3670935" y="967423"/>
              <a:ext cx="906457" cy="3494408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2" name="object 202">
              <a:extLst>
                <a:ext uri="{FF2B5EF4-FFF2-40B4-BE49-F238E27FC236}">
                  <a16:creationId xmlns:a16="http://schemas.microsoft.com/office/drawing/2014/main" id="{B6A61E03-988C-80FA-4F12-F80C3E26544C}"/>
                </a:ext>
              </a:extLst>
            </p:cNvPr>
            <p:cNvSpPr/>
            <p:nvPr/>
          </p:nvSpPr>
          <p:spPr>
            <a:xfrm>
              <a:off x="3718559" y="988063"/>
              <a:ext cx="809621" cy="3422963"/>
            </a:xfrm>
            <a:custGeom>
              <a:avLst/>
              <a:gdLst/>
              <a:ahLst/>
              <a:cxnLst/>
              <a:rect l="l" t="t" r="r" b="b"/>
              <a:pathLst>
                <a:path w="1162050" h="4909185">
                  <a:moveTo>
                    <a:pt x="1161490" y="0"/>
                  </a:moveTo>
                  <a:lnTo>
                    <a:pt x="0" y="4909096"/>
                  </a:lnTo>
                </a:path>
              </a:pathLst>
            </a:custGeom>
            <a:ln w="50731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3" name="object 203">
              <a:extLst>
                <a:ext uri="{FF2B5EF4-FFF2-40B4-BE49-F238E27FC236}">
                  <a16:creationId xmlns:a16="http://schemas.microsoft.com/office/drawing/2014/main" id="{96F0FD04-C794-9375-18C2-93181AB2B7A0}"/>
                </a:ext>
              </a:extLst>
            </p:cNvPr>
            <p:cNvSpPr/>
            <p:nvPr/>
          </p:nvSpPr>
          <p:spPr>
            <a:xfrm>
              <a:off x="3285173" y="1005527"/>
              <a:ext cx="1677980" cy="3311828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4" name="object 204">
              <a:extLst>
                <a:ext uri="{FF2B5EF4-FFF2-40B4-BE49-F238E27FC236}">
                  <a16:creationId xmlns:a16="http://schemas.microsoft.com/office/drawing/2014/main" id="{202EE9CB-D12B-FC3C-B9EB-8AB97336CE07}"/>
                </a:ext>
              </a:extLst>
            </p:cNvPr>
            <p:cNvSpPr/>
            <p:nvPr/>
          </p:nvSpPr>
          <p:spPr>
            <a:xfrm>
              <a:off x="3331211" y="1030929"/>
              <a:ext cx="1584317" cy="3232446"/>
            </a:xfrm>
            <a:custGeom>
              <a:avLst/>
              <a:gdLst/>
              <a:ahLst/>
              <a:cxnLst/>
              <a:rect l="l" t="t" r="r" b="b"/>
              <a:pathLst>
                <a:path w="2270760" h="4637405">
                  <a:moveTo>
                    <a:pt x="2270721" y="0"/>
                  </a:moveTo>
                  <a:lnTo>
                    <a:pt x="0" y="4637282"/>
                  </a:lnTo>
                </a:path>
              </a:pathLst>
            </a:custGeom>
            <a:ln w="50733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5" name="object 205">
              <a:extLst>
                <a:ext uri="{FF2B5EF4-FFF2-40B4-BE49-F238E27FC236}">
                  <a16:creationId xmlns:a16="http://schemas.microsoft.com/office/drawing/2014/main" id="{CE5977CE-F047-8816-40DF-39E3AD71D0E7}"/>
                </a:ext>
              </a:extLst>
            </p:cNvPr>
            <p:cNvSpPr/>
            <p:nvPr/>
          </p:nvSpPr>
          <p:spPr>
            <a:xfrm>
              <a:off x="2804164" y="1213509"/>
              <a:ext cx="2639999" cy="2949845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6" name="object 206">
              <a:extLst>
                <a:ext uri="{FF2B5EF4-FFF2-40B4-BE49-F238E27FC236}">
                  <a16:creationId xmlns:a16="http://schemas.microsoft.com/office/drawing/2014/main" id="{2EB7D3C5-BBF3-E879-DDE7-D44D68CEC936}"/>
                </a:ext>
              </a:extLst>
            </p:cNvPr>
            <p:cNvSpPr/>
            <p:nvPr/>
          </p:nvSpPr>
          <p:spPr>
            <a:xfrm>
              <a:off x="2848614" y="1243674"/>
              <a:ext cx="2549512" cy="2864112"/>
            </a:xfrm>
            <a:custGeom>
              <a:avLst/>
              <a:gdLst/>
              <a:ahLst/>
              <a:cxnLst/>
              <a:rect l="l" t="t" r="r" b="b"/>
              <a:pathLst>
                <a:path w="3656329" h="4109085">
                  <a:moveTo>
                    <a:pt x="3655827" y="0"/>
                  </a:moveTo>
                  <a:lnTo>
                    <a:pt x="0" y="4108738"/>
                  </a:lnTo>
                </a:path>
              </a:pathLst>
            </a:custGeom>
            <a:ln w="50736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7" name="object 207">
              <a:extLst>
                <a:ext uri="{FF2B5EF4-FFF2-40B4-BE49-F238E27FC236}">
                  <a16:creationId xmlns:a16="http://schemas.microsoft.com/office/drawing/2014/main" id="{9A331682-269B-D186-2362-4BB4D47785CC}"/>
                </a:ext>
              </a:extLst>
            </p:cNvPr>
            <p:cNvSpPr/>
            <p:nvPr/>
          </p:nvSpPr>
          <p:spPr>
            <a:xfrm>
              <a:off x="2512065" y="1535800"/>
              <a:ext cx="3170221" cy="2346540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8" name="object 208">
              <a:extLst>
                <a:ext uri="{FF2B5EF4-FFF2-40B4-BE49-F238E27FC236}">
                  <a16:creationId xmlns:a16="http://schemas.microsoft.com/office/drawing/2014/main" id="{36C9DCD0-2FB0-F241-F125-9B200CF7CCE3}"/>
                </a:ext>
              </a:extLst>
            </p:cNvPr>
            <p:cNvSpPr/>
            <p:nvPr/>
          </p:nvSpPr>
          <p:spPr>
            <a:xfrm>
              <a:off x="2554927" y="1569141"/>
              <a:ext cx="3084498" cy="2254456"/>
            </a:xfrm>
            <a:custGeom>
              <a:avLst/>
              <a:gdLst/>
              <a:ahLst/>
              <a:cxnLst/>
              <a:rect l="l" t="t" r="r" b="b"/>
              <a:pathLst>
                <a:path w="4424045" h="3234690">
                  <a:moveTo>
                    <a:pt x="4423872" y="0"/>
                  </a:moveTo>
                  <a:lnTo>
                    <a:pt x="0" y="3234084"/>
                  </a:lnTo>
                </a:path>
              </a:pathLst>
            </a:custGeom>
            <a:ln w="50738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9" name="object 209">
              <a:extLst>
                <a:ext uri="{FF2B5EF4-FFF2-40B4-BE49-F238E27FC236}">
                  <a16:creationId xmlns:a16="http://schemas.microsoft.com/office/drawing/2014/main" id="{A665EBA3-1E08-03F6-5F15-BB0350CFE652}"/>
                </a:ext>
              </a:extLst>
            </p:cNvPr>
            <p:cNvSpPr/>
            <p:nvPr/>
          </p:nvSpPr>
          <p:spPr>
            <a:xfrm>
              <a:off x="2172342" y="2691606"/>
              <a:ext cx="3921105" cy="98434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0" name="object 210">
              <a:extLst>
                <a:ext uri="{FF2B5EF4-FFF2-40B4-BE49-F238E27FC236}">
                  <a16:creationId xmlns:a16="http://schemas.microsoft.com/office/drawing/2014/main" id="{636362DC-8368-8CD8-8282-69E760F7F77A}"/>
                </a:ext>
              </a:extLst>
            </p:cNvPr>
            <p:cNvSpPr/>
            <p:nvPr/>
          </p:nvSpPr>
          <p:spPr>
            <a:xfrm>
              <a:off x="2204092" y="2726534"/>
              <a:ext cx="3856018" cy="0"/>
            </a:xfrm>
            <a:custGeom>
              <a:avLst/>
              <a:gdLst/>
              <a:ahLst/>
              <a:cxnLst/>
              <a:rect l="l" t="t" r="r" b="b"/>
              <a:pathLst>
                <a:path w="5532755">
                  <a:moveTo>
                    <a:pt x="5532514" y="0"/>
                  </a:moveTo>
                  <a:lnTo>
                    <a:pt x="0" y="1"/>
                  </a:lnTo>
                </a:path>
              </a:pathLst>
            </a:custGeom>
            <a:ln w="50742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1" name="object 211">
              <a:extLst>
                <a:ext uri="{FF2B5EF4-FFF2-40B4-BE49-F238E27FC236}">
                  <a16:creationId xmlns:a16="http://schemas.microsoft.com/office/drawing/2014/main" id="{7087B96E-DE92-88E9-5D78-69BC7950610C}"/>
                </a:ext>
              </a:extLst>
            </p:cNvPr>
            <p:cNvSpPr txBox="1"/>
            <p:nvPr/>
          </p:nvSpPr>
          <p:spPr>
            <a:xfrm>
              <a:off x="2023118" y="3988713"/>
              <a:ext cx="63500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2" name="object 212">
              <a:extLst>
                <a:ext uri="{FF2B5EF4-FFF2-40B4-BE49-F238E27FC236}">
                  <a16:creationId xmlns:a16="http://schemas.microsoft.com/office/drawing/2014/main" id="{68570780-2416-50FA-22A1-DEF844E1DDA1}"/>
                </a:ext>
              </a:extLst>
            </p:cNvPr>
            <p:cNvSpPr txBox="1"/>
            <p:nvPr/>
          </p:nvSpPr>
          <p:spPr>
            <a:xfrm>
              <a:off x="2127893" y="4096674"/>
              <a:ext cx="63500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3" name="object 213">
              <a:extLst>
                <a:ext uri="{FF2B5EF4-FFF2-40B4-BE49-F238E27FC236}">
                  <a16:creationId xmlns:a16="http://schemas.microsoft.com/office/drawing/2014/main" id="{053A9AFD-1D30-65E5-8A4A-35619601A1F6}"/>
                </a:ext>
              </a:extLst>
            </p:cNvPr>
            <p:cNvSpPr txBox="1"/>
            <p:nvPr/>
          </p:nvSpPr>
          <p:spPr>
            <a:xfrm>
              <a:off x="2980375" y="4096674"/>
              <a:ext cx="61913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4" name="object 214">
              <a:extLst>
                <a:ext uri="{FF2B5EF4-FFF2-40B4-BE49-F238E27FC236}">
                  <a16:creationId xmlns:a16="http://schemas.microsoft.com/office/drawing/2014/main" id="{5EE60307-766C-6D32-8525-1D43C05399D6}"/>
                </a:ext>
              </a:extLst>
            </p:cNvPr>
            <p:cNvSpPr txBox="1"/>
            <p:nvPr/>
          </p:nvSpPr>
          <p:spPr>
            <a:xfrm>
              <a:off x="3810635" y="4096674"/>
              <a:ext cx="106361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5" name="object 215">
              <a:extLst>
                <a:ext uri="{FF2B5EF4-FFF2-40B4-BE49-F238E27FC236}">
                  <a16:creationId xmlns:a16="http://schemas.microsoft.com/office/drawing/2014/main" id="{87A4C091-AB4F-4885-EB6F-0BB3D01108B1}"/>
                </a:ext>
              </a:extLst>
            </p:cNvPr>
            <p:cNvSpPr txBox="1"/>
            <p:nvPr/>
          </p:nvSpPr>
          <p:spPr>
            <a:xfrm>
              <a:off x="4661530" y="4096674"/>
              <a:ext cx="107949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6" name="object 216">
              <a:extLst>
                <a:ext uri="{FF2B5EF4-FFF2-40B4-BE49-F238E27FC236}">
                  <a16:creationId xmlns:a16="http://schemas.microsoft.com/office/drawing/2014/main" id="{1E7CED94-6EAC-AF00-7642-6ED0DE1A5533}"/>
                </a:ext>
              </a:extLst>
            </p:cNvPr>
            <p:cNvSpPr txBox="1"/>
            <p:nvPr/>
          </p:nvSpPr>
          <p:spPr>
            <a:xfrm>
              <a:off x="5514013" y="4096674"/>
              <a:ext cx="107949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7" name="object 217">
              <a:extLst>
                <a:ext uri="{FF2B5EF4-FFF2-40B4-BE49-F238E27FC236}">
                  <a16:creationId xmlns:a16="http://schemas.microsoft.com/office/drawing/2014/main" id="{F90E6C84-6115-80BF-7771-88E8EA86D4C7}"/>
                </a:ext>
              </a:extLst>
            </p:cNvPr>
            <p:cNvSpPr txBox="1"/>
            <p:nvPr/>
          </p:nvSpPr>
          <p:spPr>
            <a:xfrm>
              <a:off x="6366496" y="4096674"/>
              <a:ext cx="107949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25</a:t>
              </a:r>
              <a:endParaRPr sz="523">
                <a:latin typeface="Trebuchet MS"/>
                <a:cs typeface="Trebuchet MS"/>
              </a:endParaRPr>
            </a:p>
          </p:txBody>
        </p:sp>
      </p:grpSp>
      <p:sp>
        <p:nvSpPr>
          <p:cNvPr id="22528" name="Título 22527">
            <a:extLst>
              <a:ext uri="{FF2B5EF4-FFF2-40B4-BE49-F238E27FC236}">
                <a16:creationId xmlns:a16="http://schemas.microsoft.com/office/drawing/2014/main" id="{8B662A37-6C29-AEA2-D95D-A6E6F314F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pt-BR"/>
          </a:p>
        </p:txBody>
      </p:sp>
      <p:sp>
        <p:nvSpPr>
          <p:cNvPr id="22530" name="object 2">
            <a:extLst>
              <a:ext uri="{FF2B5EF4-FFF2-40B4-BE49-F238E27FC236}">
                <a16:creationId xmlns:a16="http://schemas.microsoft.com/office/drawing/2014/main" id="{92DBE150-48AB-B82B-275F-0DA64DD12B3D}"/>
              </a:ext>
            </a:extLst>
          </p:cNvPr>
          <p:cNvSpPr txBox="1">
            <a:spLocks/>
          </p:cNvSpPr>
          <p:nvPr/>
        </p:nvSpPr>
        <p:spPr>
          <a:xfrm>
            <a:off x="835223" y="346306"/>
            <a:ext cx="6725841" cy="365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08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000"/>
              <a:buFont typeface="Arial"/>
              <a:buNone/>
              <a:defRPr sz="2250" b="0" i="0" u="none" strike="noStrike" cap="none">
                <a:solidFill>
                  <a:schemeClr val="tx2"/>
                </a:solidFill>
                <a:latin typeface="Lato" panose="020B0604020202020204" charset="0"/>
                <a:ea typeface="Roboto Condensed"/>
                <a:cs typeface="Lato" panose="020B0604020202020204" charset="0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640">
              <a:spcBef>
                <a:spcPts val="50"/>
              </a:spcBef>
              <a:defRPr/>
            </a:pPr>
            <a:r>
              <a:rPr lang="pt-BR" spc="-2">
                <a:solidFill>
                  <a:schemeClr val="tx1"/>
                </a:solidFill>
              </a:rPr>
              <a:t>Aprendizagem</a:t>
            </a:r>
            <a:r>
              <a:rPr lang="pt-BR" spc="-21">
                <a:solidFill>
                  <a:schemeClr val="tx1"/>
                </a:solidFill>
              </a:rPr>
              <a:t> </a:t>
            </a:r>
            <a:r>
              <a:rPr lang="pt-BR" spc="-2">
                <a:solidFill>
                  <a:schemeClr val="tx1"/>
                </a:solidFill>
              </a:rPr>
              <a:t>Supervisionada</a:t>
            </a:r>
            <a:endParaRPr lang="pt-BR" spc="-2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3" name="Agrupar 220">
            <a:extLst>
              <a:ext uri="{FF2B5EF4-FFF2-40B4-BE49-F238E27FC236}">
                <a16:creationId xmlns:a16="http://schemas.microsoft.com/office/drawing/2014/main" id="{958FD9A1-041D-F74B-B134-BC618E7D9A77}"/>
              </a:ext>
            </a:extLst>
          </p:cNvPr>
          <p:cNvGrpSpPr>
            <a:grpSpLocks/>
          </p:cNvGrpSpPr>
          <p:nvPr/>
        </p:nvGrpSpPr>
        <p:grpSpPr bwMode="auto">
          <a:xfrm>
            <a:off x="2670572" y="1578769"/>
            <a:ext cx="3918347" cy="2705100"/>
            <a:chOff x="1965968" y="854701"/>
            <a:chExt cx="5224436" cy="360713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08221959-4218-B91D-F934-4031D205EC6F}"/>
                </a:ext>
              </a:extLst>
            </p:cNvPr>
            <p:cNvSpPr/>
            <p:nvPr/>
          </p:nvSpPr>
          <p:spPr>
            <a:xfrm>
              <a:off x="2146942" y="3452089"/>
              <a:ext cx="4267179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CA408F3-D852-5B94-5B9B-1F09AE8A53B1}"/>
                </a:ext>
              </a:extLst>
            </p:cNvPr>
            <p:cNvSpPr/>
            <p:nvPr/>
          </p:nvSpPr>
          <p:spPr>
            <a:xfrm>
              <a:off x="2146942" y="2864660"/>
              <a:ext cx="4267179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6EDFD12-F2EF-AC3A-E463-C5A49CF3C8FE}"/>
                </a:ext>
              </a:extLst>
            </p:cNvPr>
            <p:cNvSpPr/>
            <p:nvPr/>
          </p:nvSpPr>
          <p:spPr>
            <a:xfrm>
              <a:off x="2146942" y="2275644"/>
              <a:ext cx="4267179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85F80EB-D09D-D2FA-1D41-6081D617A9F9}"/>
                </a:ext>
              </a:extLst>
            </p:cNvPr>
            <p:cNvSpPr/>
            <p:nvPr/>
          </p:nvSpPr>
          <p:spPr>
            <a:xfrm>
              <a:off x="2146942" y="1688215"/>
              <a:ext cx="4267179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7C0AE0A1-3E0F-02FD-9AD9-3605B3A2A007}"/>
                </a:ext>
              </a:extLst>
            </p:cNvPr>
            <p:cNvSpPr/>
            <p:nvPr/>
          </p:nvSpPr>
          <p:spPr>
            <a:xfrm>
              <a:off x="2146942" y="1102374"/>
              <a:ext cx="4267179" cy="0"/>
            </a:xfrm>
            <a:custGeom>
              <a:avLst/>
              <a:gdLst/>
              <a:ahLst/>
              <a:cxnLst/>
              <a:rect l="l" t="t" r="r" b="b"/>
              <a:pathLst>
                <a:path w="6121400">
                  <a:moveTo>
                    <a:pt x="0" y="0"/>
                  </a:moveTo>
                  <a:lnTo>
                    <a:pt x="6121369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F2EA3541-9C6E-4E8C-A318-034AA168764C}"/>
                </a:ext>
              </a:extLst>
            </p:cNvPr>
            <p:cNvSpPr/>
            <p:nvPr/>
          </p:nvSpPr>
          <p:spPr>
            <a:xfrm>
              <a:off x="2146942" y="1102374"/>
              <a:ext cx="0" cy="2937144"/>
            </a:xfrm>
            <a:custGeom>
              <a:avLst/>
              <a:gdLst/>
              <a:ahLst/>
              <a:cxnLst/>
              <a:rect l="l" t="t" r="r" b="b"/>
              <a:pathLst>
                <a:path h="4213860">
                  <a:moveTo>
                    <a:pt x="0" y="4213490"/>
                  </a:moveTo>
                  <a:lnTo>
                    <a:pt x="0" y="0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02A217DA-27C3-FC09-834A-A394EBEDCED3}"/>
                </a:ext>
              </a:extLst>
            </p:cNvPr>
            <p:cNvSpPr/>
            <p:nvPr/>
          </p:nvSpPr>
          <p:spPr>
            <a:xfrm>
              <a:off x="2118367" y="4037930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DAC7D792-4750-3BCF-8E19-E7A243C5C9CA}"/>
                </a:ext>
              </a:extLst>
            </p:cNvPr>
            <p:cNvSpPr/>
            <p:nvPr/>
          </p:nvSpPr>
          <p:spPr>
            <a:xfrm>
              <a:off x="2118367" y="3452089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F1C0A955-4FCC-1565-9C01-312BCDC1E633}"/>
                </a:ext>
              </a:extLst>
            </p:cNvPr>
            <p:cNvSpPr/>
            <p:nvPr/>
          </p:nvSpPr>
          <p:spPr>
            <a:xfrm>
              <a:off x="2118367" y="2864660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53A2A43A-A2A5-1703-A414-2A05ADCE164B}"/>
                </a:ext>
              </a:extLst>
            </p:cNvPr>
            <p:cNvSpPr/>
            <p:nvPr/>
          </p:nvSpPr>
          <p:spPr>
            <a:xfrm>
              <a:off x="2118367" y="2275644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781C3A82-7596-36F5-D93C-1804F9A72658}"/>
                </a:ext>
              </a:extLst>
            </p:cNvPr>
            <p:cNvSpPr/>
            <p:nvPr/>
          </p:nvSpPr>
          <p:spPr>
            <a:xfrm>
              <a:off x="2118367" y="1688215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05347A7F-A211-3726-D691-FB12D0F036AD}"/>
                </a:ext>
              </a:extLst>
            </p:cNvPr>
            <p:cNvSpPr/>
            <p:nvPr/>
          </p:nvSpPr>
          <p:spPr>
            <a:xfrm>
              <a:off x="2118367" y="1102374"/>
              <a:ext cx="28575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88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82B8ED32-3868-B530-081F-BA112000E8D3}"/>
                </a:ext>
              </a:extLst>
            </p:cNvPr>
            <p:cNvSpPr/>
            <p:nvPr/>
          </p:nvSpPr>
          <p:spPr>
            <a:xfrm>
              <a:off x="2146942" y="4039517"/>
              <a:ext cx="4267179" cy="0"/>
            </a:xfrm>
            <a:custGeom>
              <a:avLst/>
              <a:gdLst/>
              <a:ahLst/>
              <a:cxnLst/>
              <a:rect l="l" t="t" r="r" b="b"/>
              <a:pathLst>
                <a:path w="6123305">
                  <a:moveTo>
                    <a:pt x="0" y="0"/>
                  </a:moveTo>
                  <a:lnTo>
                    <a:pt x="6123051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22901B2C-A688-4014-97A0-0C8B78DA3E77}"/>
                </a:ext>
              </a:extLst>
            </p:cNvPr>
            <p:cNvSpPr/>
            <p:nvPr/>
          </p:nvSpPr>
          <p:spPr>
            <a:xfrm>
              <a:off x="2146942" y="4037930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86DA2F51-28B1-F874-D6FB-28393B255E5D}"/>
                </a:ext>
              </a:extLst>
            </p:cNvPr>
            <p:cNvSpPr/>
            <p:nvPr/>
          </p:nvSpPr>
          <p:spPr>
            <a:xfrm>
              <a:off x="2999425" y="4037930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32588287-BFC5-44BF-CF74-322361D2B20C}"/>
                </a:ext>
              </a:extLst>
            </p:cNvPr>
            <p:cNvSpPr/>
            <p:nvPr/>
          </p:nvSpPr>
          <p:spPr>
            <a:xfrm>
              <a:off x="3853496" y="4037930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793AC9E3-2FEA-69AB-895E-13FB4716848B}"/>
                </a:ext>
              </a:extLst>
            </p:cNvPr>
            <p:cNvSpPr/>
            <p:nvPr/>
          </p:nvSpPr>
          <p:spPr>
            <a:xfrm>
              <a:off x="4709154" y="4037930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9665C0BE-4C6A-57EA-E25B-E8D444892D7D}"/>
                </a:ext>
              </a:extLst>
            </p:cNvPr>
            <p:cNvSpPr/>
            <p:nvPr/>
          </p:nvSpPr>
          <p:spPr>
            <a:xfrm>
              <a:off x="5560050" y="4037930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888F3984-ECDD-BC26-C2E7-DF1EBE39B612}"/>
                </a:ext>
              </a:extLst>
            </p:cNvPr>
            <p:cNvSpPr/>
            <p:nvPr/>
          </p:nvSpPr>
          <p:spPr>
            <a:xfrm>
              <a:off x="6414121" y="4037930"/>
              <a:ext cx="0" cy="28578"/>
            </a:xfrm>
            <a:custGeom>
              <a:avLst/>
              <a:gdLst/>
              <a:ahLst/>
              <a:cxnLst/>
              <a:rect l="l" t="t" r="r" b="b"/>
              <a:pathLst>
                <a:path h="41910">
                  <a:moveTo>
                    <a:pt x="0" y="0"/>
                  </a:moveTo>
                  <a:lnTo>
                    <a:pt x="0" y="41564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5321F6CF-5D38-2CA8-D5BC-477B8A546CA9}"/>
                </a:ext>
              </a:extLst>
            </p:cNvPr>
            <p:cNvSpPr/>
            <p:nvPr/>
          </p:nvSpPr>
          <p:spPr>
            <a:xfrm>
              <a:off x="2413641" y="1631060"/>
              <a:ext cx="144461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C6005B64-28BD-3040-861E-8422A899E860}"/>
                </a:ext>
              </a:extLst>
            </p:cNvPr>
            <p:cNvSpPr/>
            <p:nvPr/>
          </p:nvSpPr>
          <p:spPr>
            <a:xfrm>
              <a:off x="2245367" y="1515161"/>
              <a:ext cx="144461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4FB6D055-DC1D-7F82-B23E-C74A4BE98635}"/>
                </a:ext>
              </a:extLst>
            </p:cNvPr>
            <p:cNvSpPr/>
            <p:nvPr/>
          </p:nvSpPr>
          <p:spPr>
            <a:xfrm>
              <a:off x="3610610" y="2220076"/>
              <a:ext cx="144461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C98CC5E9-C205-066B-8382-A081746A2592}"/>
                </a:ext>
              </a:extLst>
            </p:cNvPr>
            <p:cNvSpPr/>
            <p:nvPr/>
          </p:nvSpPr>
          <p:spPr>
            <a:xfrm>
              <a:off x="3267712" y="2104178"/>
              <a:ext cx="144461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60377706-5BBF-A73D-CFD9-E85A77DE9006}"/>
                </a:ext>
              </a:extLst>
            </p:cNvPr>
            <p:cNvSpPr/>
            <p:nvPr/>
          </p:nvSpPr>
          <p:spPr>
            <a:xfrm>
              <a:off x="3610610" y="1396089"/>
              <a:ext cx="144461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B62E7920-64F0-B1D1-F684-5287128BCA9A}"/>
                </a:ext>
              </a:extLst>
            </p:cNvPr>
            <p:cNvSpPr/>
            <p:nvPr/>
          </p:nvSpPr>
          <p:spPr>
            <a:xfrm>
              <a:off x="3610610" y="2104178"/>
              <a:ext cx="144461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E3C89D1B-A37E-854C-003C-11AF7D62F25B}"/>
                </a:ext>
              </a:extLst>
            </p:cNvPr>
            <p:cNvSpPr/>
            <p:nvPr/>
          </p:nvSpPr>
          <p:spPr>
            <a:xfrm>
              <a:off x="2769239" y="1758072"/>
              <a:ext cx="125411" cy="1254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D7E3AD33-81F3-87DB-7585-2F38FF914521}"/>
                </a:ext>
              </a:extLst>
            </p:cNvPr>
            <p:cNvSpPr/>
            <p:nvPr/>
          </p:nvSpPr>
          <p:spPr>
            <a:xfrm>
              <a:off x="2754951" y="1985104"/>
              <a:ext cx="144462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CE669FD4-4FCF-DCDF-C151-855579E5CBB4}"/>
                </a:ext>
              </a:extLst>
            </p:cNvPr>
            <p:cNvSpPr/>
            <p:nvPr/>
          </p:nvSpPr>
          <p:spPr>
            <a:xfrm>
              <a:off x="3610610" y="2453460"/>
              <a:ext cx="144461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0684B012-8B5C-6902-545D-6FDBAE0871D4}"/>
                </a:ext>
              </a:extLst>
            </p:cNvPr>
            <p:cNvSpPr/>
            <p:nvPr/>
          </p:nvSpPr>
          <p:spPr>
            <a:xfrm>
              <a:off x="3439161" y="2453460"/>
              <a:ext cx="144461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10239E0F-89EC-AFA8-338D-BE26F0BFB346}"/>
                </a:ext>
              </a:extLst>
            </p:cNvPr>
            <p:cNvSpPr/>
            <p:nvPr/>
          </p:nvSpPr>
          <p:spPr>
            <a:xfrm>
              <a:off x="3267712" y="2453460"/>
              <a:ext cx="144461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CD077990-C018-DD8C-2C37-B3DE079B3A63}"/>
                </a:ext>
              </a:extLst>
            </p:cNvPr>
            <p:cNvSpPr/>
            <p:nvPr/>
          </p:nvSpPr>
          <p:spPr>
            <a:xfrm>
              <a:off x="2413641" y="1396089"/>
              <a:ext cx="144461" cy="2635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403DFA78-E129-27F9-7639-FCEF4A5BD9D3}"/>
                </a:ext>
              </a:extLst>
            </p:cNvPr>
            <p:cNvSpPr/>
            <p:nvPr/>
          </p:nvSpPr>
          <p:spPr>
            <a:xfrm>
              <a:off x="3439161" y="1396089"/>
              <a:ext cx="144461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E446B2CC-D2D1-DD3A-4EE1-93CE893BC82C}"/>
                </a:ext>
              </a:extLst>
            </p:cNvPr>
            <p:cNvSpPr/>
            <p:nvPr/>
          </p:nvSpPr>
          <p:spPr>
            <a:xfrm>
              <a:off x="3097849" y="2104178"/>
              <a:ext cx="144462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1D4C481D-7CCE-5557-B673-7901A6CC9679}"/>
                </a:ext>
              </a:extLst>
            </p:cNvPr>
            <p:cNvSpPr/>
            <p:nvPr/>
          </p:nvSpPr>
          <p:spPr>
            <a:xfrm>
              <a:off x="3267712" y="1985104"/>
              <a:ext cx="144461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5459B5ED-2CDD-B874-9704-28A0C51E6FFA}"/>
                </a:ext>
              </a:extLst>
            </p:cNvPr>
            <p:cNvSpPr/>
            <p:nvPr/>
          </p:nvSpPr>
          <p:spPr>
            <a:xfrm>
              <a:off x="2926400" y="1631060"/>
              <a:ext cx="144462" cy="38262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CEC3B099-2351-8B4D-7A7D-EA0C701FEDAF}"/>
                </a:ext>
              </a:extLst>
            </p:cNvPr>
            <p:cNvSpPr/>
            <p:nvPr/>
          </p:nvSpPr>
          <p:spPr>
            <a:xfrm>
              <a:off x="3453448" y="1993043"/>
              <a:ext cx="123824" cy="24290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5728AE3C-32EA-841E-517A-15468776D9AE}"/>
                </a:ext>
              </a:extLst>
            </p:cNvPr>
            <p:cNvSpPr/>
            <p:nvPr/>
          </p:nvSpPr>
          <p:spPr>
            <a:xfrm>
              <a:off x="2427928" y="1993043"/>
              <a:ext cx="123824" cy="12542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C895F672-2143-4230-CE84-11F68D99F934}"/>
                </a:ext>
              </a:extLst>
            </p:cNvPr>
            <p:cNvSpPr/>
            <p:nvPr/>
          </p:nvSpPr>
          <p:spPr>
            <a:xfrm>
              <a:off x="2245367" y="1631060"/>
              <a:ext cx="144461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5D6FAE64-F90B-0653-76E6-DA11526B6996}"/>
                </a:ext>
              </a:extLst>
            </p:cNvPr>
            <p:cNvSpPr/>
            <p:nvPr/>
          </p:nvSpPr>
          <p:spPr>
            <a:xfrm>
              <a:off x="3097849" y="1515161"/>
              <a:ext cx="144462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D5DCC579-9BCF-5F19-4E42-63C006C2B367}"/>
                </a:ext>
              </a:extLst>
            </p:cNvPr>
            <p:cNvSpPr/>
            <p:nvPr/>
          </p:nvSpPr>
          <p:spPr>
            <a:xfrm>
              <a:off x="3794759" y="1405614"/>
              <a:ext cx="125411" cy="1238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CA576FBF-C7C3-A0A4-64F1-2D893A22ED3F}"/>
                </a:ext>
              </a:extLst>
            </p:cNvPr>
            <p:cNvSpPr/>
            <p:nvPr/>
          </p:nvSpPr>
          <p:spPr>
            <a:xfrm>
              <a:off x="2754951" y="2220076"/>
              <a:ext cx="144462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647F3446-EB50-744E-3DEF-9FE7EAA20CCC}"/>
                </a:ext>
              </a:extLst>
            </p:cNvPr>
            <p:cNvSpPr/>
            <p:nvPr/>
          </p:nvSpPr>
          <p:spPr>
            <a:xfrm>
              <a:off x="3439161" y="1985104"/>
              <a:ext cx="144461" cy="14447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98F60367-DE46-2C12-4B87-07CD79F712AE}"/>
                </a:ext>
              </a:extLst>
            </p:cNvPr>
            <p:cNvSpPr/>
            <p:nvPr/>
          </p:nvSpPr>
          <p:spPr>
            <a:xfrm>
              <a:off x="2245367" y="2104178"/>
              <a:ext cx="144461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6D52E584-360D-6EAF-DAA7-A63EB4E5CF8B}"/>
                </a:ext>
              </a:extLst>
            </p:cNvPr>
            <p:cNvSpPr/>
            <p:nvPr/>
          </p:nvSpPr>
          <p:spPr>
            <a:xfrm>
              <a:off x="2413641" y="1869207"/>
              <a:ext cx="144461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9A92DDD9-83E4-6A90-9767-BA98134772A5}"/>
                </a:ext>
              </a:extLst>
            </p:cNvPr>
            <p:cNvSpPr/>
            <p:nvPr/>
          </p:nvSpPr>
          <p:spPr>
            <a:xfrm>
              <a:off x="3439161" y="1631060"/>
              <a:ext cx="144461" cy="2635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9F694C15-B6FF-404D-B721-5D58C9B1BF27}"/>
                </a:ext>
              </a:extLst>
            </p:cNvPr>
            <p:cNvSpPr/>
            <p:nvPr/>
          </p:nvSpPr>
          <p:spPr>
            <a:xfrm>
              <a:off x="3097849" y="1869207"/>
              <a:ext cx="144462" cy="1444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56BE05F5-FA17-0913-E8E1-EBAB5D4A80BB}"/>
                </a:ext>
              </a:extLst>
            </p:cNvPr>
            <p:cNvSpPr/>
            <p:nvPr/>
          </p:nvSpPr>
          <p:spPr>
            <a:xfrm>
              <a:off x="3112137" y="2347088"/>
              <a:ext cx="123824" cy="1238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3F740347-987D-BD3D-8FBD-C5AA375DC2F7}"/>
                </a:ext>
              </a:extLst>
            </p:cNvPr>
            <p:cNvSpPr/>
            <p:nvPr/>
          </p:nvSpPr>
          <p:spPr>
            <a:xfrm>
              <a:off x="3267712" y="1515161"/>
              <a:ext cx="144461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B6643362-2DAF-205C-3964-D15F0751D8AA}"/>
                </a:ext>
              </a:extLst>
            </p:cNvPr>
            <p:cNvSpPr/>
            <p:nvPr/>
          </p:nvSpPr>
          <p:spPr>
            <a:xfrm>
              <a:off x="2585090" y="2220076"/>
              <a:ext cx="144461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E33A777F-CC50-6F63-CA0A-04EB834C14E7}"/>
                </a:ext>
              </a:extLst>
            </p:cNvPr>
            <p:cNvSpPr/>
            <p:nvPr/>
          </p:nvSpPr>
          <p:spPr>
            <a:xfrm>
              <a:off x="2585090" y="1631060"/>
              <a:ext cx="144461" cy="38262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92676231-AB16-471A-1EB8-7AAA4D2E51D8}"/>
                </a:ext>
              </a:extLst>
            </p:cNvPr>
            <p:cNvSpPr/>
            <p:nvPr/>
          </p:nvSpPr>
          <p:spPr>
            <a:xfrm>
              <a:off x="3267712" y="2220076"/>
              <a:ext cx="144461" cy="2635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9CBBD7BB-4375-C114-080B-AB4FEDB25E0B}"/>
                </a:ext>
              </a:extLst>
            </p:cNvPr>
            <p:cNvSpPr/>
            <p:nvPr/>
          </p:nvSpPr>
          <p:spPr>
            <a:xfrm>
              <a:off x="2926400" y="1396089"/>
              <a:ext cx="144462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BD1FEB7C-CB54-E579-C5A7-44EEC3BBAC7E}"/>
                </a:ext>
              </a:extLst>
            </p:cNvPr>
            <p:cNvSpPr/>
            <p:nvPr/>
          </p:nvSpPr>
          <p:spPr>
            <a:xfrm>
              <a:off x="3794759" y="2462986"/>
              <a:ext cx="125411" cy="1238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64B808EA-FF10-8194-3A0C-E15D284200FD}"/>
                </a:ext>
              </a:extLst>
            </p:cNvPr>
            <p:cNvSpPr/>
            <p:nvPr/>
          </p:nvSpPr>
          <p:spPr>
            <a:xfrm>
              <a:off x="2926400" y="2220076"/>
              <a:ext cx="144462" cy="26354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CD52EDC7-7D6B-242A-5D63-907ED91A83EC}"/>
                </a:ext>
              </a:extLst>
            </p:cNvPr>
            <p:cNvSpPr/>
            <p:nvPr/>
          </p:nvSpPr>
          <p:spPr>
            <a:xfrm>
              <a:off x="2427928" y="2462986"/>
              <a:ext cx="123824" cy="12383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6A4184C1-D723-A3C9-8FE6-A76902EAB3BD}"/>
                </a:ext>
              </a:extLst>
            </p:cNvPr>
            <p:cNvSpPr/>
            <p:nvPr/>
          </p:nvSpPr>
          <p:spPr>
            <a:xfrm>
              <a:off x="2585090" y="1396089"/>
              <a:ext cx="144461" cy="26354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3354970D-85A2-849C-71BB-DF8B74277036}"/>
                </a:ext>
              </a:extLst>
            </p:cNvPr>
            <p:cNvSpPr/>
            <p:nvPr/>
          </p:nvSpPr>
          <p:spPr>
            <a:xfrm>
              <a:off x="2245367" y="2453460"/>
              <a:ext cx="144461" cy="14606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348D284F-3060-02DC-A000-F86CDC2AB198}"/>
                </a:ext>
              </a:extLst>
            </p:cNvPr>
            <p:cNvSpPr/>
            <p:nvPr/>
          </p:nvSpPr>
          <p:spPr>
            <a:xfrm>
              <a:off x="2585090" y="1985104"/>
              <a:ext cx="144461" cy="144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655A413C-6C7B-85B4-A4BE-F664745988C6}"/>
                </a:ext>
              </a:extLst>
            </p:cNvPr>
            <p:cNvSpPr/>
            <p:nvPr/>
          </p:nvSpPr>
          <p:spPr>
            <a:xfrm>
              <a:off x="4804404" y="2807505"/>
              <a:ext cx="144461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A1474D10-B07A-BB2C-FBA5-93541329D174}"/>
                </a:ext>
              </a:extLst>
            </p:cNvPr>
            <p:cNvSpPr/>
            <p:nvPr/>
          </p:nvSpPr>
          <p:spPr>
            <a:xfrm>
              <a:off x="5487025" y="3161550"/>
              <a:ext cx="144461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61DC122A-3EF4-EDDC-D792-A216A8494745}"/>
                </a:ext>
              </a:extLst>
            </p:cNvPr>
            <p:cNvSpPr/>
            <p:nvPr/>
          </p:nvSpPr>
          <p:spPr>
            <a:xfrm>
              <a:off x="4464681" y="2807505"/>
              <a:ext cx="144461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2C1257FE-D5EA-1FFF-5AEB-C0940DAA272F}"/>
                </a:ext>
              </a:extLst>
            </p:cNvPr>
            <p:cNvSpPr/>
            <p:nvPr/>
          </p:nvSpPr>
          <p:spPr>
            <a:xfrm>
              <a:off x="4636130" y="3277448"/>
              <a:ext cx="144461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4E8737F2-AB0D-FFC9-2AAF-8AB30B35FB61}"/>
                </a:ext>
              </a:extLst>
            </p:cNvPr>
            <p:cNvSpPr/>
            <p:nvPr/>
          </p:nvSpPr>
          <p:spPr>
            <a:xfrm>
              <a:off x="4974265" y="3864876"/>
              <a:ext cx="144462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9261ABB9-1BE6-BC39-9925-5371007CD5A8}"/>
                </a:ext>
              </a:extLst>
            </p:cNvPr>
            <p:cNvSpPr/>
            <p:nvPr/>
          </p:nvSpPr>
          <p:spPr>
            <a:xfrm>
              <a:off x="5145714" y="3277448"/>
              <a:ext cx="144462" cy="26354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852B6CB1-AECF-6B47-4C1C-3FC8BD864200}"/>
                </a:ext>
              </a:extLst>
            </p:cNvPr>
            <p:cNvSpPr/>
            <p:nvPr/>
          </p:nvSpPr>
          <p:spPr>
            <a:xfrm>
              <a:off x="4302756" y="2926579"/>
              <a:ext cx="133349" cy="36992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1CD38F31-DF3C-7644-57FB-FCD4E2B887C3}"/>
                </a:ext>
              </a:extLst>
            </p:cNvPr>
            <p:cNvSpPr/>
            <p:nvPr/>
          </p:nvSpPr>
          <p:spPr>
            <a:xfrm>
              <a:off x="4804404" y="3510832"/>
              <a:ext cx="144461" cy="14606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9" name="object 69">
              <a:extLst>
                <a:ext uri="{FF2B5EF4-FFF2-40B4-BE49-F238E27FC236}">
                  <a16:creationId xmlns:a16="http://schemas.microsoft.com/office/drawing/2014/main" id="{E9E74BD4-721A-8AD0-DFD3-5E1C181B46F1}"/>
                </a:ext>
              </a:extLst>
            </p:cNvPr>
            <p:cNvSpPr/>
            <p:nvPr/>
          </p:nvSpPr>
          <p:spPr>
            <a:xfrm>
              <a:off x="5666412" y="3748979"/>
              <a:ext cx="133349" cy="252435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0" name="object 70">
              <a:extLst>
                <a:ext uri="{FF2B5EF4-FFF2-40B4-BE49-F238E27FC236}">
                  <a16:creationId xmlns:a16="http://schemas.microsoft.com/office/drawing/2014/main" id="{83B40D59-29C2-0B4C-DEA6-EDC8E0390183}"/>
                </a:ext>
              </a:extLst>
            </p:cNvPr>
            <p:cNvSpPr/>
            <p:nvPr/>
          </p:nvSpPr>
          <p:spPr>
            <a:xfrm>
              <a:off x="4293231" y="2807505"/>
              <a:ext cx="146049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DF496F47-6DE6-5617-1A53-DBE96BD99293}"/>
                </a:ext>
              </a:extLst>
            </p:cNvPr>
            <p:cNvSpPr/>
            <p:nvPr/>
          </p:nvSpPr>
          <p:spPr>
            <a:xfrm>
              <a:off x="4636130" y="3745803"/>
              <a:ext cx="144461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2" name="object 72">
              <a:extLst>
                <a:ext uri="{FF2B5EF4-FFF2-40B4-BE49-F238E27FC236}">
                  <a16:creationId xmlns:a16="http://schemas.microsoft.com/office/drawing/2014/main" id="{ECC20895-EB42-EB82-EB5C-D90EDC6F4CE1}"/>
                </a:ext>
              </a:extLst>
            </p:cNvPr>
            <p:cNvSpPr/>
            <p:nvPr/>
          </p:nvSpPr>
          <p:spPr>
            <a:xfrm>
              <a:off x="4974265" y="3277448"/>
              <a:ext cx="144462" cy="26354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3" name="object 73">
              <a:extLst>
                <a:ext uri="{FF2B5EF4-FFF2-40B4-BE49-F238E27FC236}">
                  <a16:creationId xmlns:a16="http://schemas.microsoft.com/office/drawing/2014/main" id="{5E93DBD3-ED59-8D69-A9E0-8B8D9E5DE0B9}"/>
                </a:ext>
              </a:extLst>
            </p:cNvPr>
            <p:cNvSpPr/>
            <p:nvPr/>
          </p:nvSpPr>
          <p:spPr>
            <a:xfrm>
              <a:off x="5837861" y="2926579"/>
              <a:ext cx="133349" cy="36992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4" name="object 74">
              <a:extLst>
                <a:ext uri="{FF2B5EF4-FFF2-40B4-BE49-F238E27FC236}">
                  <a16:creationId xmlns:a16="http://schemas.microsoft.com/office/drawing/2014/main" id="{3EB721E8-67FA-7914-D0F4-05661E6468AB}"/>
                </a:ext>
              </a:extLst>
            </p:cNvPr>
            <p:cNvSpPr/>
            <p:nvPr/>
          </p:nvSpPr>
          <p:spPr>
            <a:xfrm>
              <a:off x="4302756" y="3748979"/>
              <a:ext cx="133349" cy="252435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5" name="object 75">
              <a:extLst>
                <a:ext uri="{FF2B5EF4-FFF2-40B4-BE49-F238E27FC236}">
                  <a16:creationId xmlns:a16="http://schemas.microsoft.com/office/drawing/2014/main" id="{89E800E3-C912-B35A-FDBD-670D75AF5703}"/>
                </a:ext>
              </a:extLst>
            </p:cNvPr>
            <p:cNvSpPr/>
            <p:nvPr/>
          </p:nvSpPr>
          <p:spPr>
            <a:xfrm>
              <a:off x="4464681" y="3042476"/>
              <a:ext cx="144461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6" name="object 76">
              <a:extLst>
                <a:ext uri="{FF2B5EF4-FFF2-40B4-BE49-F238E27FC236}">
                  <a16:creationId xmlns:a16="http://schemas.microsoft.com/office/drawing/2014/main" id="{27A4B072-2DB7-251E-F585-8AA83D240221}"/>
                </a:ext>
              </a:extLst>
            </p:cNvPr>
            <p:cNvSpPr/>
            <p:nvPr/>
          </p:nvSpPr>
          <p:spPr>
            <a:xfrm>
              <a:off x="4636130" y="3042476"/>
              <a:ext cx="144461" cy="26354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7" name="object 77">
              <a:extLst>
                <a:ext uri="{FF2B5EF4-FFF2-40B4-BE49-F238E27FC236}">
                  <a16:creationId xmlns:a16="http://schemas.microsoft.com/office/drawing/2014/main" id="{3D1C1DE4-A19D-B32F-B5C5-AFD5EC5631BF}"/>
                </a:ext>
              </a:extLst>
            </p:cNvPr>
            <p:cNvSpPr/>
            <p:nvPr/>
          </p:nvSpPr>
          <p:spPr>
            <a:xfrm>
              <a:off x="5487025" y="2807505"/>
              <a:ext cx="144461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8" name="object 78">
              <a:extLst>
                <a:ext uri="{FF2B5EF4-FFF2-40B4-BE49-F238E27FC236}">
                  <a16:creationId xmlns:a16="http://schemas.microsoft.com/office/drawing/2014/main" id="{71973985-FFD7-7A08-5007-23C07BFDB24B}"/>
                </a:ext>
              </a:extLst>
            </p:cNvPr>
            <p:cNvSpPr/>
            <p:nvPr/>
          </p:nvSpPr>
          <p:spPr>
            <a:xfrm>
              <a:off x="4974265" y="3629905"/>
              <a:ext cx="144462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9" name="object 79">
              <a:extLst>
                <a:ext uri="{FF2B5EF4-FFF2-40B4-BE49-F238E27FC236}">
                  <a16:creationId xmlns:a16="http://schemas.microsoft.com/office/drawing/2014/main" id="{DC332D5D-F6C4-9230-E242-AF73FE0AC533}"/>
                </a:ext>
              </a:extLst>
            </p:cNvPr>
            <p:cNvSpPr/>
            <p:nvPr/>
          </p:nvSpPr>
          <p:spPr>
            <a:xfrm>
              <a:off x="5666412" y="2926579"/>
              <a:ext cx="133349" cy="252435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0" name="object 80">
              <a:extLst>
                <a:ext uri="{FF2B5EF4-FFF2-40B4-BE49-F238E27FC236}">
                  <a16:creationId xmlns:a16="http://schemas.microsoft.com/office/drawing/2014/main" id="{F5C38C3E-8D7E-047D-9F5D-B30A77BD4A26}"/>
                </a:ext>
              </a:extLst>
            </p:cNvPr>
            <p:cNvSpPr/>
            <p:nvPr/>
          </p:nvSpPr>
          <p:spPr>
            <a:xfrm>
              <a:off x="4293231" y="3745803"/>
              <a:ext cx="146049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1" name="object 81">
              <a:extLst>
                <a:ext uri="{FF2B5EF4-FFF2-40B4-BE49-F238E27FC236}">
                  <a16:creationId xmlns:a16="http://schemas.microsoft.com/office/drawing/2014/main" id="{6D97F430-27CE-3CF3-C1AC-5C5304A4B58E}"/>
                </a:ext>
              </a:extLst>
            </p:cNvPr>
            <p:cNvSpPr/>
            <p:nvPr/>
          </p:nvSpPr>
          <p:spPr>
            <a:xfrm>
              <a:off x="5496550" y="3748979"/>
              <a:ext cx="133349" cy="133362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2" name="object 82">
              <a:extLst>
                <a:ext uri="{FF2B5EF4-FFF2-40B4-BE49-F238E27FC236}">
                  <a16:creationId xmlns:a16="http://schemas.microsoft.com/office/drawing/2014/main" id="{9CE42262-00BB-06B7-9936-5B0451E51B3F}"/>
                </a:ext>
              </a:extLst>
            </p:cNvPr>
            <p:cNvSpPr/>
            <p:nvPr/>
          </p:nvSpPr>
          <p:spPr>
            <a:xfrm>
              <a:off x="5317163" y="3161550"/>
              <a:ext cx="144462" cy="144475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3" name="object 83">
              <a:extLst>
                <a:ext uri="{FF2B5EF4-FFF2-40B4-BE49-F238E27FC236}">
                  <a16:creationId xmlns:a16="http://schemas.microsoft.com/office/drawing/2014/main" id="{7514C866-A7CA-5FB8-8986-76B637099745}"/>
                </a:ext>
              </a:extLst>
            </p:cNvPr>
            <p:cNvSpPr/>
            <p:nvPr/>
          </p:nvSpPr>
          <p:spPr>
            <a:xfrm>
              <a:off x="4464681" y="3277448"/>
              <a:ext cx="144461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4" name="object 84">
              <a:extLst>
                <a:ext uri="{FF2B5EF4-FFF2-40B4-BE49-F238E27FC236}">
                  <a16:creationId xmlns:a16="http://schemas.microsoft.com/office/drawing/2014/main" id="{A55A2E1E-DA75-72AD-8D98-30B3ABFE2D38}"/>
                </a:ext>
              </a:extLst>
            </p:cNvPr>
            <p:cNvSpPr/>
            <p:nvPr/>
          </p:nvSpPr>
          <p:spPr>
            <a:xfrm>
              <a:off x="4812341" y="3045651"/>
              <a:ext cx="133349" cy="25084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5" name="object 85">
              <a:extLst>
                <a:ext uri="{FF2B5EF4-FFF2-40B4-BE49-F238E27FC236}">
                  <a16:creationId xmlns:a16="http://schemas.microsoft.com/office/drawing/2014/main" id="{98F162EA-AE4E-A015-DDA0-1AC8B4170577}"/>
                </a:ext>
              </a:extLst>
            </p:cNvPr>
            <p:cNvSpPr/>
            <p:nvPr/>
          </p:nvSpPr>
          <p:spPr>
            <a:xfrm>
              <a:off x="4464681" y="3864876"/>
              <a:ext cx="144461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6" name="object 86">
              <a:extLst>
                <a:ext uri="{FF2B5EF4-FFF2-40B4-BE49-F238E27FC236}">
                  <a16:creationId xmlns:a16="http://schemas.microsoft.com/office/drawing/2014/main" id="{723230FC-6688-8CF1-4D52-6F1287FB9486}"/>
                </a:ext>
              </a:extLst>
            </p:cNvPr>
            <p:cNvSpPr/>
            <p:nvPr/>
          </p:nvSpPr>
          <p:spPr>
            <a:xfrm>
              <a:off x="5317163" y="3277448"/>
              <a:ext cx="144462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7" name="object 87">
              <a:extLst>
                <a:ext uri="{FF2B5EF4-FFF2-40B4-BE49-F238E27FC236}">
                  <a16:creationId xmlns:a16="http://schemas.microsoft.com/office/drawing/2014/main" id="{88178210-53EF-DDE6-C411-60323D3291C6}"/>
                </a:ext>
              </a:extLst>
            </p:cNvPr>
            <p:cNvSpPr/>
            <p:nvPr/>
          </p:nvSpPr>
          <p:spPr>
            <a:xfrm>
              <a:off x="4636130" y="3510832"/>
              <a:ext cx="144461" cy="26354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DAAC7474-58D4-8113-FADE-C4F4E4DD0EC0}"/>
                </a:ext>
              </a:extLst>
            </p:cNvPr>
            <p:cNvSpPr/>
            <p:nvPr/>
          </p:nvSpPr>
          <p:spPr>
            <a:xfrm>
              <a:off x="4636130" y="3277448"/>
              <a:ext cx="144461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87BDF6D8-B5C1-805D-67C6-6A11CF739831}"/>
                </a:ext>
              </a:extLst>
            </p:cNvPr>
            <p:cNvSpPr/>
            <p:nvPr/>
          </p:nvSpPr>
          <p:spPr>
            <a:xfrm>
              <a:off x="5658475" y="3510832"/>
              <a:ext cx="144461" cy="26354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BCE7D1A9-0B7F-C9C0-75EE-BE8E4FE9B47C}"/>
                </a:ext>
              </a:extLst>
            </p:cNvPr>
            <p:cNvSpPr/>
            <p:nvPr/>
          </p:nvSpPr>
          <p:spPr>
            <a:xfrm>
              <a:off x="4636130" y="2807505"/>
              <a:ext cx="144461" cy="144476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1" name="object 91">
              <a:extLst>
                <a:ext uri="{FF2B5EF4-FFF2-40B4-BE49-F238E27FC236}">
                  <a16:creationId xmlns:a16="http://schemas.microsoft.com/office/drawing/2014/main" id="{741F28EE-EAED-8417-855A-B8B6540101A7}"/>
                </a:ext>
              </a:extLst>
            </p:cNvPr>
            <p:cNvSpPr/>
            <p:nvPr/>
          </p:nvSpPr>
          <p:spPr>
            <a:xfrm>
              <a:off x="4293231" y="3042476"/>
              <a:ext cx="146049" cy="14447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2" name="object 92">
              <a:extLst>
                <a:ext uri="{FF2B5EF4-FFF2-40B4-BE49-F238E27FC236}">
                  <a16:creationId xmlns:a16="http://schemas.microsoft.com/office/drawing/2014/main" id="{83C92EB8-8D24-E8B9-3D03-43B8EC9E8C08}"/>
                </a:ext>
              </a:extLst>
            </p:cNvPr>
            <p:cNvSpPr/>
            <p:nvPr/>
          </p:nvSpPr>
          <p:spPr>
            <a:xfrm>
              <a:off x="4983790" y="3045651"/>
              <a:ext cx="133349" cy="13336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3" name="object 93">
              <a:extLst>
                <a:ext uri="{FF2B5EF4-FFF2-40B4-BE49-F238E27FC236}">
                  <a16:creationId xmlns:a16="http://schemas.microsoft.com/office/drawing/2014/main" id="{D2E97321-B452-39E1-854C-FE1A66A0C6E9}"/>
                </a:ext>
              </a:extLst>
            </p:cNvPr>
            <p:cNvSpPr/>
            <p:nvPr/>
          </p:nvSpPr>
          <p:spPr>
            <a:xfrm>
              <a:off x="5325101" y="3514007"/>
              <a:ext cx="133349" cy="13336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4" name="object 94">
              <a:extLst>
                <a:ext uri="{FF2B5EF4-FFF2-40B4-BE49-F238E27FC236}">
                  <a16:creationId xmlns:a16="http://schemas.microsoft.com/office/drawing/2014/main" id="{283F5A36-637E-475F-6408-D4077005E3BC}"/>
                </a:ext>
              </a:extLst>
            </p:cNvPr>
            <p:cNvSpPr/>
            <p:nvPr/>
          </p:nvSpPr>
          <p:spPr>
            <a:xfrm>
              <a:off x="5325101" y="3748979"/>
              <a:ext cx="133349" cy="252435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5" name="object 95">
              <a:extLst>
                <a:ext uri="{FF2B5EF4-FFF2-40B4-BE49-F238E27FC236}">
                  <a16:creationId xmlns:a16="http://schemas.microsoft.com/office/drawing/2014/main" id="{B7FAF708-78D3-DBC7-8AEB-A81A0A7D06B9}"/>
                </a:ext>
              </a:extLst>
            </p:cNvPr>
            <p:cNvSpPr/>
            <p:nvPr/>
          </p:nvSpPr>
          <p:spPr>
            <a:xfrm>
              <a:off x="2442216" y="1642173"/>
              <a:ext cx="90487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6" name="object 96">
              <a:extLst>
                <a:ext uri="{FF2B5EF4-FFF2-40B4-BE49-F238E27FC236}">
                  <a16:creationId xmlns:a16="http://schemas.microsoft.com/office/drawing/2014/main" id="{0D477B07-34B8-E2E7-D3ED-5AEA3B3A9BD8}"/>
                </a:ext>
              </a:extLst>
            </p:cNvPr>
            <p:cNvSpPr/>
            <p:nvPr/>
          </p:nvSpPr>
          <p:spPr>
            <a:xfrm>
              <a:off x="2273941" y="1526275"/>
              <a:ext cx="90487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7" name="object 97">
              <a:extLst>
                <a:ext uri="{FF2B5EF4-FFF2-40B4-BE49-F238E27FC236}">
                  <a16:creationId xmlns:a16="http://schemas.microsoft.com/office/drawing/2014/main" id="{2C48EF9A-E2DC-D5AF-0C0B-C85A74DB8C2B}"/>
                </a:ext>
              </a:extLst>
            </p:cNvPr>
            <p:cNvSpPr/>
            <p:nvPr/>
          </p:nvSpPr>
          <p:spPr>
            <a:xfrm>
              <a:off x="3639185" y="2231190"/>
              <a:ext cx="88900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8" name="object 98">
              <a:extLst>
                <a:ext uri="{FF2B5EF4-FFF2-40B4-BE49-F238E27FC236}">
                  <a16:creationId xmlns:a16="http://schemas.microsoft.com/office/drawing/2014/main" id="{A231C636-749E-9C73-4D1C-4E647185077D}"/>
                </a:ext>
              </a:extLst>
            </p:cNvPr>
            <p:cNvSpPr/>
            <p:nvPr/>
          </p:nvSpPr>
          <p:spPr>
            <a:xfrm>
              <a:off x="3296286" y="2115291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9" name="object 99">
              <a:extLst>
                <a:ext uri="{FF2B5EF4-FFF2-40B4-BE49-F238E27FC236}">
                  <a16:creationId xmlns:a16="http://schemas.microsoft.com/office/drawing/2014/main" id="{21D7EA64-0930-6E48-4C60-C43302F87921}"/>
                </a:ext>
              </a:extLst>
            </p:cNvPr>
            <p:cNvSpPr/>
            <p:nvPr/>
          </p:nvSpPr>
          <p:spPr>
            <a:xfrm>
              <a:off x="3639185" y="1408790"/>
              <a:ext cx="88900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0" name="object 100">
              <a:extLst>
                <a:ext uri="{FF2B5EF4-FFF2-40B4-BE49-F238E27FC236}">
                  <a16:creationId xmlns:a16="http://schemas.microsoft.com/office/drawing/2014/main" id="{D8C25F61-BEA8-FF63-69D2-E536C05095FA}"/>
                </a:ext>
              </a:extLst>
            </p:cNvPr>
            <p:cNvSpPr/>
            <p:nvPr/>
          </p:nvSpPr>
          <p:spPr>
            <a:xfrm>
              <a:off x="3639185" y="2115291"/>
              <a:ext cx="88900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1" name="object 101">
              <a:extLst>
                <a:ext uri="{FF2B5EF4-FFF2-40B4-BE49-F238E27FC236}">
                  <a16:creationId xmlns:a16="http://schemas.microsoft.com/office/drawing/2014/main" id="{0874F5E2-C351-78DB-2484-85D61B28D005}"/>
                </a:ext>
              </a:extLst>
            </p:cNvPr>
            <p:cNvSpPr/>
            <p:nvPr/>
          </p:nvSpPr>
          <p:spPr>
            <a:xfrm>
              <a:off x="2783526" y="1761247"/>
              <a:ext cx="90488" cy="90495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2" name="object 102">
              <a:extLst>
                <a:ext uri="{FF2B5EF4-FFF2-40B4-BE49-F238E27FC236}">
                  <a16:creationId xmlns:a16="http://schemas.microsoft.com/office/drawing/2014/main" id="{01388100-D9D2-8F6A-A8D9-5BFDB07C6608}"/>
                </a:ext>
              </a:extLst>
            </p:cNvPr>
            <p:cNvSpPr/>
            <p:nvPr/>
          </p:nvSpPr>
          <p:spPr>
            <a:xfrm>
              <a:off x="2954975" y="1880320"/>
              <a:ext cx="90488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3" name="object 103">
              <a:extLst>
                <a:ext uri="{FF2B5EF4-FFF2-40B4-BE49-F238E27FC236}">
                  <a16:creationId xmlns:a16="http://schemas.microsoft.com/office/drawing/2014/main" id="{92C159CF-9035-5BC7-48FF-5F7EE7E2F757}"/>
                </a:ext>
              </a:extLst>
            </p:cNvPr>
            <p:cNvSpPr/>
            <p:nvPr/>
          </p:nvSpPr>
          <p:spPr>
            <a:xfrm>
              <a:off x="2954975" y="1642173"/>
              <a:ext cx="90488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4" name="object 104">
              <a:extLst>
                <a:ext uri="{FF2B5EF4-FFF2-40B4-BE49-F238E27FC236}">
                  <a16:creationId xmlns:a16="http://schemas.microsoft.com/office/drawing/2014/main" id="{19313A4B-E8D6-7DC9-3DBD-F961FBBC1DE8}"/>
                </a:ext>
              </a:extLst>
            </p:cNvPr>
            <p:cNvSpPr/>
            <p:nvPr/>
          </p:nvSpPr>
          <p:spPr>
            <a:xfrm>
              <a:off x="2783526" y="1996218"/>
              <a:ext cx="90488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5" name="object 105">
              <a:extLst>
                <a:ext uri="{FF2B5EF4-FFF2-40B4-BE49-F238E27FC236}">
                  <a16:creationId xmlns:a16="http://schemas.microsoft.com/office/drawing/2014/main" id="{8FC9F676-6843-919C-C1B5-90EA471F3120}"/>
                </a:ext>
              </a:extLst>
            </p:cNvPr>
            <p:cNvSpPr/>
            <p:nvPr/>
          </p:nvSpPr>
          <p:spPr>
            <a:xfrm>
              <a:off x="3639185" y="2466161"/>
              <a:ext cx="88900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6" name="object 106">
              <a:extLst>
                <a:ext uri="{FF2B5EF4-FFF2-40B4-BE49-F238E27FC236}">
                  <a16:creationId xmlns:a16="http://schemas.microsoft.com/office/drawing/2014/main" id="{8268DC9F-E134-AF6F-69F0-1A3C244B1481}"/>
                </a:ext>
              </a:extLst>
            </p:cNvPr>
            <p:cNvSpPr/>
            <p:nvPr/>
          </p:nvSpPr>
          <p:spPr>
            <a:xfrm>
              <a:off x="3467736" y="1761247"/>
              <a:ext cx="90487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7" name="object 107">
              <a:extLst>
                <a:ext uri="{FF2B5EF4-FFF2-40B4-BE49-F238E27FC236}">
                  <a16:creationId xmlns:a16="http://schemas.microsoft.com/office/drawing/2014/main" id="{7D5BCCB8-8BBE-007C-1437-27F5C22F7E2F}"/>
                </a:ext>
              </a:extLst>
            </p:cNvPr>
            <p:cNvSpPr/>
            <p:nvPr/>
          </p:nvSpPr>
          <p:spPr>
            <a:xfrm>
              <a:off x="2442216" y="1408790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8" name="object 108">
              <a:extLst>
                <a:ext uri="{FF2B5EF4-FFF2-40B4-BE49-F238E27FC236}">
                  <a16:creationId xmlns:a16="http://schemas.microsoft.com/office/drawing/2014/main" id="{D396E0EB-EF67-6B86-39E7-F024328C92EC}"/>
                </a:ext>
              </a:extLst>
            </p:cNvPr>
            <p:cNvSpPr/>
            <p:nvPr/>
          </p:nvSpPr>
          <p:spPr>
            <a:xfrm>
              <a:off x="3467736" y="2115291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9" name="object 109">
              <a:extLst>
                <a:ext uri="{FF2B5EF4-FFF2-40B4-BE49-F238E27FC236}">
                  <a16:creationId xmlns:a16="http://schemas.microsoft.com/office/drawing/2014/main" id="{E2753B59-DC7C-95A5-8B1D-07A8E694B80A}"/>
                </a:ext>
              </a:extLst>
            </p:cNvPr>
            <p:cNvSpPr/>
            <p:nvPr/>
          </p:nvSpPr>
          <p:spPr>
            <a:xfrm>
              <a:off x="3296286" y="2231190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0" name="object 110">
              <a:extLst>
                <a:ext uri="{FF2B5EF4-FFF2-40B4-BE49-F238E27FC236}">
                  <a16:creationId xmlns:a16="http://schemas.microsoft.com/office/drawing/2014/main" id="{01D91BFC-47CF-A7A5-871F-1710FC80D901}"/>
                </a:ext>
              </a:extLst>
            </p:cNvPr>
            <p:cNvSpPr/>
            <p:nvPr/>
          </p:nvSpPr>
          <p:spPr>
            <a:xfrm>
              <a:off x="3467736" y="2466161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1" name="object 111">
              <a:extLst>
                <a:ext uri="{FF2B5EF4-FFF2-40B4-BE49-F238E27FC236}">
                  <a16:creationId xmlns:a16="http://schemas.microsoft.com/office/drawing/2014/main" id="{FBCE7ABB-A867-782B-A6D7-2E72300F2878}"/>
                </a:ext>
              </a:extLst>
            </p:cNvPr>
            <p:cNvSpPr/>
            <p:nvPr/>
          </p:nvSpPr>
          <p:spPr>
            <a:xfrm>
              <a:off x="3296286" y="2466161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2" name="object 112">
              <a:extLst>
                <a:ext uri="{FF2B5EF4-FFF2-40B4-BE49-F238E27FC236}">
                  <a16:creationId xmlns:a16="http://schemas.microsoft.com/office/drawing/2014/main" id="{CC66A794-0FFB-ACD9-1CB7-4E7145ACE19D}"/>
                </a:ext>
              </a:extLst>
            </p:cNvPr>
            <p:cNvSpPr/>
            <p:nvPr/>
          </p:nvSpPr>
          <p:spPr>
            <a:xfrm>
              <a:off x="2442216" y="1526275"/>
              <a:ext cx="90487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3" name="object 113">
              <a:extLst>
                <a:ext uri="{FF2B5EF4-FFF2-40B4-BE49-F238E27FC236}">
                  <a16:creationId xmlns:a16="http://schemas.microsoft.com/office/drawing/2014/main" id="{AD54EDA6-0B83-C6F6-7E05-47BB003C088E}"/>
                </a:ext>
              </a:extLst>
            </p:cNvPr>
            <p:cNvSpPr/>
            <p:nvPr/>
          </p:nvSpPr>
          <p:spPr>
            <a:xfrm>
              <a:off x="3467736" y="1408790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4" name="object 114">
              <a:extLst>
                <a:ext uri="{FF2B5EF4-FFF2-40B4-BE49-F238E27FC236}">
                  <a16:creationId xmlns:a16="http://schemas.microsoft.com/office/drawing/2014/main" id="{B849A8E2-4636-CACF-A978-963B5B92C8E9}"/>
                </a:ext>
              </a:extLst>
            </p:cNvPr>
            <p:cNvSpPr/>
            <p:nvPr/>
          </p:nvSpPr>
          <p:spPr>
            <a:xfrm>
              <a:off x="3126424" y="2115291"/>
              <a:ext cx="88900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5" name="object 115">
              <a:extLst>
                <a:ext uri="{FF2B5EF4-FFF2-40B4-BE49-F238E27FC236}">
                  <a16:creationId xmlns:a16="http://schemas.microsoft.com/office/drawing/2014/main" id="{9467082E-D0BE-C405-50A7-E11EDB8FD774}"/>
                </a:ext>
              </a:extLst>
            </p:cNvPr>
            <p:cNvSpPr/>
            <p:nvPr/>
          </p:nvSpPr>
          <p:spPr>
            <a:xfrm>
              <a:off x="3296286" y="1996218"/>
              <a:ext cx="90487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6" name="object 116">
              <a:extLst>
                <a:ext uri="{FF2B5EF4-FFF2-40B4-BE49-F238E27FC236}">
                  <a16:creationId xmlns:a16="http://schemas.microsoft.com/office/drawing/2014/main" id="{25978EC7-5FDF-869F-1975-DD32C14EFCC9}"/>
                </a:ext>
              </a:extLst>
            </p:cNvPr>
            <p:cNvSpPr/>
            <p:nvPr/>
          </p:nvSpPr>
          <p:spPr>
            <a:xfrm>
              <a:off x="2954975" y="1761247"/>
              <a:ext cx="90488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7" name="object 117">
              <a:extLst>
                <a:ext uri="{FF2B5EF4-FFF2-40B4-BE49-F238E27FC236}">
                  <a16:creationId xmlns:a16="http://schemas.microsoft.com/office/drawing/2014/main" id="{72F1777B-22B2-53EE-CB83-4BD1BDF74A00}"/>
                </a:ext>
              </a:extLst>
            </p:cNvPr>
            <p:cNvSpPr/>
            <p:nvPr/>
          </p:nvSpPr>
          <p:spPr>
            <a:xfrm>
              <a:off x="2442216" y="1996218"/>
              <a:ext cx="90487" cy="90495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8" name="object 118">
              <a:extLst>
                <a:ext uri="{FF2B5EF4-FFF2-40B4-BE49-F238E27FC236}">
                  <a16:creationId xmlns:a16="http://schemas.microsoft.com/office/drawing/2014/main" id="{97BC1954-99B8-188B-7D6D-AB36990B2CA4}"/>
                </a:ext>
              </a:extLst>
            </p:cNvPr>
            <p:cNvSpPr/>
            <p:nvPr/>
          </p:nvSpPr>
          <p:spPr>
            <a:xfrm>
              <a:off x="2273941" y="1642173"/>
              <a:ext cx="90487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9" name="object 119">
              <a:extLst>
                <a:ext uri="{FF2B5EF4-FFF2-40B4-BE49-F238E27FC236}">
                  <a16:creationId xmlns:a16="http://schemas.microsoft.com/office/drawing/2014/main" id="{1F1E682D-FAC8-41BF-EBCF-182BE5C4CE86}"/>
                </a:ext>
              </a:extLst>
            </p:cNvPr>
            <p:cNvSpPr/>
            <p:nvPr/>
          </p:nvSpPr>
          <p:spPr>
            <a:xfrm>
              <a:off x="3126424" y="1526275"/>
              <a:ext cx="88900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0" name="object 120">
              <a:extLst>
                <a:ext uri="{FF2B5EF4-FFF2-40B4-BE49-F238E27FC236}">
                  <a16:creationId xmlns:a16="http://schemas.microsoft.com/office/drawing/2014/main" id="{9AB7DF81-F0EF-AFD9-2EAF-20EBD63107F8}"/>
                </a:ext>
              </a:extLst>
            </p:cNvPr>
            <p:cNvSpPr/>
            <p:nvPr/>
          </p:nvSpPr>
          <p:spPr>
            <a:xfrm>
              <a:off x="2613665" y="1880320"/>
              <a:ext cx="88900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1" name="object 121">
              <a:extLst>
                <a:ext uri="{FF2B5EF4-FFF2-40B4-BE49-F238E27FC236}">
                  <a16:creationId xmlns:a16="http://schemas.microsoft.com/office/drawing/2014/main" id="{189E1DD8-E01D-5F90-ECC6-C85E0A2138B5}"/>
                </a:ext>
              </a:extLst>
            </p:cNvPr>
            <p:cNvSpPr/>
            <p:nvPr/>
          </p:nvSpPr>
          <p:spPr>
            <a:xfrm>
              <a:off x="2954975" y="2350263"/>
              <a:ext cx="90488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2" name="object 122">
              <a:extLst>
                <a:ext uri="{FF2B5EF4-FFF2-40B4-BE49-F238E27FC236}">
                  <a16:creationId xmlns:a16="http://schemas.microsoft.com/office/drawing/2014/main" id="{6285A215-4A5E-2D8F-949D-AF4AA8BD3918}"/>
                </a:ext>
              </a:extLst>
            </p:cNvPr>
            <p:cNvSpPr/>
            <p:nvPr/>
          </p:nvSpPr>
          <p:spPr>
            <a:xfrm>
              <a:off x="3810634" y="1408790"/>
              <a:ext cx="88900" cy="8890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3" name="object 123">
              <a:extLst>
                <a:ext uri="{FF2B5EF4-FFF2-40B4-BE49-F238E27FC236}">
                  <a16:creationId xmlns:a16="http://schemas.microsoft.com/office/drawing/2014/main" id="{24D10B77-5327-D910-CDCB-2E28110B1F2E}"/>
                </a:ext>
              </a:extLst>
            </p:cNvPr>
            <p:cNvSpPr/>
            <p:nvPr/>
          </p:nvSpPr>
          <p:spPr>
            <a:xfrm>
              <a:off x="2783526" y="2231190"/>
              <a:ext cx="90488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4" name="object 124">
              <a:extLst>
                <a:ext uri="{FF2B5EF4-FFF2-40B4-BE49-F238E27FC236}">
                  <a16:creationId xmlns:a16="http://schemas.microsoft.com/office/drawing/2014/main" id="{4B8116F3-BC93-BDC7-8B58-4C8DFF5F9EF7}"/>
                </a:ext>
              </a:extLst>
            </p:cNvPr>
            <p:cNvSpPr/>
            <p:nvPr/>
          </p:nvSpPr>
          <p:spPr>
            <a:xfrm>
              <a:off x="3467736" y="1996218"/>
              <a:ext cx="90487" cy="90495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5" name="object 125">
              <a:extLst>
                <a:ext uri="{FF2B5EF4-FFF2-40B4-BE49-F238E27FC236}">
                  <a16:creationId xmlns:a16="http://schemas.microsoft.com/office/drawing/2014/main" id="{FF35A408-8B45-62D2-2CC5-90D80750EDD6}"/>
                </a:ext>
              </a:extLst>
            </p:cNvPr>
            <p:cNvSpPr/>
            <p:nvPr/>
          </p:nvSpPr>
          <p:spPr>
            <a:xfrm>
              <a:off x="2273941" y="2115291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6" name="object 126">
              <a:extLst>
                <a:ext uri="{FF2B5EF4-FFF2-40B4-BE49-F238E27FC236}">
                  <a16:creationId xmlns:a16="http://schemas.microsoft.com/office/drawing/2014/main" id="{AB0F01C8-16BE-3E67-1B80-8467B323F8FA}"/>
                </a:ext>
              </a:extLst>
            </p:cNvPr>
            <p:cNvSpPr/>
            <p:nvPr/>
          </p:nvSpPr>
          <p:spPr>
            <a:xfrm>
              <a:off x="2442216" y="1880320"/>
              <a:ext cx="90487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7" name="object 127">
              <a:extLst>
                <a:ext uri="{FF2B5EF4-FFF2-40B4-BE49-F238E27FC236}">
                  <a16:creationId xmlns:a16="http://schemas.microsoft.com/office/drawing/2014/main" id="{63A0B5E8-7343-D052-7370-90999A53FD14}"/>
                </a:ext>
              </a:extLst>
            </p:cNvPr>
            <p:cNvSpPr/>
            <p:nvPr/>
          </p:nvSpPr>
          <p:spPr>
            <a:xfrm>
              <a:off x="3467736" y="1642173"/>
              <a:ext cx="90487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8" name="object 128">
              <a:extLst>
                <a:ext uri="{FF2B5EF4-FFF2-40B4-BE49-F238E27FC236}">
                  <a16:creationId xmlns:a16="http://schemas.microsoft.com/office/drawing/2014/main" id="{6CDFF650-ADD1-F68C-4630-6C04F6F1D89E}"/>
                </a:ext>
              </a:extLst>
            </p:cNvPr>
            <p:cNvSpPr/>
            <p:nvPr/>
          </p:nvSpPr>
          <p:spPr>
            <a:xfrm>
              <a:off x="3126424" y="1880320"/>
              <a:ext cx="88900" cy="90496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9" name="object 129">
              <a:extLst>
                <a:ext uri="{FF2B5EF4-FFF2-40B4-BE49-F238E27FC236}">
                  <a16:creationId xmlns:a16="http://schemas.microsoft.com/office/drawing/2014/main" id="{37677FF0-BFF5-E1D9-E021-462563BD9F9F}"/>
                </a:ext>
              </a:extLst>
            </p:cNvPr>
            <p:cNvSpPr/>
            <p:nvPr/>
          </p:nvSpPr>
          <p:spPr>
            <a:xfrm>
              <a:off x="3126424" y="2350263"/>
              <a:ext cx="88900" cy="8890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0" name="object 130">
              <a:extLst>
                <a:ext uri="{FF2B5EF4-FFF2-40B4-BE49-F238E27FC236}">
                  <a16:creationId xmlns:a16="http://schemas.microsoft.com/office/drawing/2014/main" id="{6BB9C3F0-4DA5-E6A1-3484-0D113B4AB9BC}"/>
                </a:ext>
              </a:extLst>
            </p:cNvPr>
            <p:cNvSpPr/>
            <p:nvPr/>
          </p:nvSpPr>
          <p:spPr>
            <a:xfrm>
              <a:off x="2613665" y="1642173"/>
              <a:ext cx="88900" cy="90496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1" name="object 131">
              <a:extLst>
                <a:ext uri="{FF2B5EF4-FFF2-40B4-BE49-F238E27FC236}">
                  <a16:creationId xmlns:a16="http://schemas.microsoft.com/office/drawing/2014/main" id="{EA55F092-8DB0-FDE7-D75A-120BFEE5A319}"/>
                </a:ext>
              </a:extLst>
            </p:cNvPr>
            <p:cNvSpPr/>
            <p:nvPr/>
          </p:nvSpPr>
          <p:spPr>
            <a:xfrm>
              <a:off x="3296286" y="1526275"/>
              <a:ext cx="90487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2" name="object 132">
              <a:extLst>
                <a:ext uri="{FF2B5EF4-FFF2-40B4-BE49-F238E27FC236}">
                  <a16:creationId xmlns:a16="http://schemas.microsoft.com/office/drawing/2014/main" id="{A6B8BC1A-C5D0-C0DF-7E2A-0AA5C34AD05A}"/>
                </a:ext>
              </a:extLst>
            </p:cNvPr>
            <p:cNvSpPr/>
            <p:nvPr/>
          </p:nvSpPr>
          <p:spPr>
            <a:xfrm>
              <a:off x="2613665" y="2231190"/>
              <a:ext cx="88900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3" name="object 133">
              <a:extLst>
                <a:ext uri="{FF2B5EF4-FFF2-40B4-BE49-F238E27FC236}">
                  <a16:creationId xmlns:a16="http://schemas.microsoft.com/office/drawing/2014/main" id="{40C05380-1FD5-24D0-4F85-2040DE2B190B}"/>
                </a:ext>
              </a:extLst>
            </p:cNvPr>
            <p:cNvSpPr/>
            <p:nvPr/>
          </p:nvSpPr>
          <p:spPr>
            <a:xfrm>
              <a:off x="2613665" y="1761247"/>
              <a:ext cx="88900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4" name="object 134">
              <a:extLst>
                <a:ext uri="{FF2B5EF4-FFF2-40B4-BE49-F238E27FC236}">
                  <a16:creationId xmlns:a16="http://schemas.microsoft.com/office/drawing/2014/main" id="{9911F6F0-4BA2-2DCC-1376-55648F4531EB}"/>
                </a:ext>
              </a:extLst>
            </p:cNvPr>
            <p:cNvSpPr/>
            <p:nvPr/>
          </p:nvSpPr>
          <p:spPr>
            <a:xfrm>
              <a:off x="2613665" y="1408790"/>
              <a:ext cx="88900" cy="8890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5" name="object 135">
              <a:extLst>
                <a:ext uri="{FF2B5EF4-FFF2-40B4-BE49-F238E27FC236}">
                  <a16:creationId xmlns:a16="http://schemas.microsoft.com/office/drawing/2014/main" id="{D80E3263-C3D4-6798-5B40-28D9C4B9A9D3}"/>
                </a:ext>
              </a:extLst>
            </p:cNvPr>
            <p:cNvSpPr/>
            <p:nvPr/>
          </p:nvSpPr>
          <p:spPr>
            <a:xfrm>
              <a:off x="3296286" y="2350263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6" name="object 136">
              <a:extLst>
                <a:ext uri="{FF2B5EF4-FFF2-40B4-BE49-F238E27FC236}">
                  <a16:creationId xmlns:a16="http://schemas.microsoft.com/office/drawing/2014/main" id="{676285CE-6437-B6E4-3973-BAD6604B044C}"/>
                </a:ext>
              </a:extLst>
            </p:cNvPr>
            <p:cNvSpPr/>
            <p:nvPr/>
          </p:nvSpPr>
          <p:spPr>
            <a:xfrm>
              <a:off x="2954975" y="1408790"/>
              <a:ext cx="90488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7" name="object 137">
              <a:extLst>
                <a:ext uri="{FF2B5EF4-FFF2-40B4-BE49-F238E27FC236}">
                  <a16:creationId xmlns:a16="http://schemas.microsoft.com/office/drawing/2014/main" id="{288C4769-093C-E3C9-891C-33A472E20537}"/>
                </a:ext>
              </a:extLst>
            </p:cNvPr>
            <p:cNvSpPr/>
            <p:nvPr/>
          </p:nvSpPr>
          <p:spPr>
            <a:xfrm>
              <a:off x="3810634" y="2466161"/>
              <a:ext cx="88900" cy="8890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8" name="object 138">
              <a:extLst>
                <a:ext uri="{FF2B5EF4-FFF2-40B4-BE49-F238E27FC236}">
                  <a16:creationId xmlns:a16="http://schemas.microsoft.com/office/drawing/2014/main" id="{F254AADE-BB22-6E8C-4498-6EDF2908938C}"/>
                </a:ext>
              </a:extLst>
            </p:cNvPr>
            <p:cNvSpPr/>
            <p:nvPr/>
          </p:nvSpPr>
          <p:spPr>
            <a:xfrm>
              <a:off x="2954975" y="2231190"/>
              <a:ext cx="90488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9" name="object 139">
              <a:extLst>
                <a:ext uri="{FF2B5EF4-FFF2-40B4-BE49-F238E27FC236}">
                  <a16:creationId xmlns:a16="http://schemas.microsoft.com/office/drawing/2014/main" id="{B6BC8406-82EB-E672-A43E-8CB5E445291A}"/>
                </a:ext>
              </a:extLst>
            </p:cNvPr>
            <p:cNvSpPr/>
            <p:nvPr/>
          </p:nvSpPr>
          <p:spPr>
            <a:xfrm>
              <a:off x="2442216" y="2466161"/>
              <a:ext cx="90487" cy="8890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0" name="object 140">
              <a:extLst>
                <a:ext uri="{FF2B5EF4-FFF2-40B4-BE49-F238E27FC236}">
                  <a16:creationId xmlns:a16="http://schemas.microsoft.com/office/drawing/2014/main" id="{07F3B16E-0FEA-74AB-A438-15BEFC996548}"/>
                </a:ext>
              </a:extLst>
            </p:cNvPr>
            <p:cNvSpPr/>
            <p:nvPr/>
          </p:nvSpPr>
          <p:spPr>
            <a:xfrm>
              <a:off x="2613665" y="1526275"/>
              <a:ext cx="88900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1" name="object 141">
              <a:extLst>
                <a:ext uri="{FF2B5EF4-FFF2-40B4-BE49-F238E27FC236}">
                  <a16:creationId xmlns:a16="http://schemas.microsoft.com/office/drawing/2014/main" id="{1E9B447F-9AA6-57A6-F959-84DD524B3670}"/>
                </a:ext>
              </a:extLst>
            </p:cNvPr>
            <p:cNvSpPr/>
            <p:nvPr/>
          </p:nvSpPr>
          <p:spPr>
            <a:xfrm>
              <a:off x="2273941" y="2466161"/>
              <a:ext cx="90487" cy="88908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2" name="object 142">
              <a:extLst>
                <a:ext uri="{FF2B5EF4-FFF2-40B4-BE49-F238E27FC236}">
                  <a16:creationId xmlns:a16="http://schemas.microsoft.com/office/drawing/2014/main" id="{04DDF286-F29B-7C33-8A1C-7A33F4F76A20}"/>
                </a:ext>
              </a:extLst>
            </p:cNvPr>
            <p:cNvSpPr/>
            <p:nvPr/>
          </p:nvSpPr>
          <p:spPr>
            <a:xfrm>
              <a:off x="2613665" y="1996218"/>
              <a:ext cx="88900" cy="90495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3" name="object 143">
              <a:extLst>
                <a:ext uri="{FF2B5EF4-FFF2-40B4-BE49-F238E27FC236}">
                  <a16:creationId xmlns:a16="http://schemas.microsoft.com/office/drawing/2014/main" id="{E4CB5E7C-96C5-E4F5-2228-0C145ADF0A18}"/>
                </a:ext>
              </a:extLst>
            </p:cNvPr>
            <p:cNvSpPr/>
            <p:nvPr/>
          </p:nvSpPr>
          <p:spPr>
            <a:xfrm>
              <a:off x="4323393" y="2934516"/>
              <a:ext cx="88900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4" name="object 144">
              <a:extLst>
                <a:ext uri="{FF2B5EF4-FFF2-40B4-BE49-F238E27FC236}">
                  <a16:creationId xmlns:a16="http://schemas.microsoft.com/office/drawing/2014/main" id="{9D174936-A1AA-3BBE-181A-3F45D78DE097}"/>
                </a:ext>
              </a:extLst>
            </p:cNvPr>
            <p:cNvSpPr/>
            <p:nvPr/>
          </p:nvSpPr>
          <p:spPr>
            <a:xfrm>
              <a:off x="5858499" y="2934516"/>
              <a:ext cx="88900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5" name="object 145">
              <a:extLst>
                <a:ext uri="{FF2B5EF4-FFF2-40B4-BE49-F238E27FC236}">
                  <a16:creationId xmlns:a16="http://schemas.microsoft.com/office/drawing/2014/main" id="{E5F1FF14-191D-E744-CA81-3069A1671DCF}"/>
                </a:ext>
              </a:extLst>
            </p:cNvPr>
            <p:cNvSpPr/>
            <p:nvPr/>
          </p:nvSpPr>
          <p:spPr>
            <a:xfrm>
              <a:off x="5002840" y="3288562"/>
              <a:ext cx="90488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6" name="object 146">
              <a:extLst>
                <a:ext uri="{FF2B5EF4-FFF2-40B4-BE49-F238E27FC236}">
                  <a16:creationId xmlns:a16="http://schemas.microsoft.com/office/drawing/2014/main" id="{BA389803-52BD-05C5-9963-7B12E3E31BBF}"/>
                </a:ext>
              </a:extLst>
            </p:cNvPr>
            <p:cNvSpPr/>
            <p:nvPr/>
          </p:nvSpPr>
          <p:spPr>
            <a:xfrm>
              <a:off x="5858499" y="3053590"/>
              <a:ext cx="88900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7" name="object 147">
              <a:extLst>
                <a:ext uri="{FF2B5EF4-FFF2-40B4-BE49-F238E27FC236}">
                  <a16:creationId xmlns:a16="http://schemas.microsoft.com/office/drawing/2014/main" id="{1CC8B1B7-67CE-91AB-E474-E3E44178E017}"/>
                </a:ext>
              </a:extLst>
            </p:cNvPr>
            <p:cNvSpPr/>
            <p:nvPr/>
          </p:nvSpPr>
          <p:spPr>
            <a:xfrm>
              <a:off x="4832979" y="2818619"/>
              <a:ext cx="88900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8" name="object 148">
              <a:extLst>
                <a:ext uri="{FF2B5EF4-FFF2-40B4-BE49-F238E27FC236}">
                  <a16:creationId xmlns:a16="http://schemas.microsoft.com/office/drawing/2014/main" id="{EC58F732-E048-0D18-B69F-CE1692C73ACE}"/>
                </a:ext>
              </a:extLst>
            </p:cNvPr>
            <p:cNvSpPr/>
            <p:nvPr/>
          </p:nvSpPr>
          <p:spPr>
            <a:xfrm>
              <a:off x="5345738" y="3875990"/>
              <a:ext cx="88900" cy="90495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9" name="object 149">
              <a:extLst>
                <a:ext uri="{FF2B5EF4-FFF2-40B4-BE49-F238E27FC236}">
                  <a16:creationId xmlns:a16="http://schemas.microsoft.com/office/drawing/2014/main" id="{E1A93321-7A4B-5409-D9B2-BEC9ADA1D281}"/>
                </a:ext>
              </a:extLst>
            </p:cNvPr>
            <p:cNvSpPr/>
            <p:nvPr/>
          </p:nvSpPr>
          <p:spPr>
            <a:xfrm>
              <a:off x="4323393" y="3875990"/>
              <a:ext cx="88900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0" name="object 150">
              <a:extLst>
                <a:ext uri="{FF2B5EF4-FFF2-40B4-BE49-F238E27FC236}">
                  <a16:creationId xmlns:a16="http://schemas.microsoft.com/office/drawing/2014/main" id="{1AA01A70-19F7-7D56-441B-4788596B55E5}"/>
                </a:ext>
              </a:extLst>
            </p:cNvPr>
            <p:cNvSpPr/>
            <p:nvPr/>
          </p:nvSpPr>
          <p:spPr>
            <a:xfrm>
              <a:off x="5515600" y="3172663"/>
              <a:ext cx="90487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1" name="object 151">
              <a:extLst>
                <a:ext uri="{FF2B5EF4-FFF2-40B4-BE49-F238E27FC236}">
                  <a16:creationId xmlns:a16="http://schemas.microsoft.com/office/drawing/2014/main" id="{23B5D0A6-8B89-AA1D-3F25-B75501017041}"/>
                </a:ext>
              </a:extLst>
            </p:cNvPr>
            <p:cNvSpPr/>
            <p:nvPr/>
          </p:nvSpPr>
          <p:spPr>
            <a:xfrm>
              <a:off x="4832979" y="3053590"/>
              <a:ext cx="88900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2" name="object 152">
              <a:extLst>
                <a:ext uri="{FF2B5EF4-FFF2-40B4-BE49-F238E27FC236}">
                  <a16:creationId xmlns:a16="http://schemas.microsoft.com/office/drawing/2014/main" id="{5F8E6A60-5F70-B86A-067C-A7C9820FE3AF}"/>
                </a:ext>
              </a:extLst>
            </p:cNvPr>
            <p:cNvSpPr/>
            <p:nvPr/>
          </p:nvSpPr>
          <p:spPr>
            <a:xfrm>
              <a:off x="4493255" y="2818619"/>
              <a:ext cx="90487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3" name="object 153">
              <a:extLst>
                <a:ext uri="{FF2B5EF4-FFF2-40B4-BE49-F238E27FC236}">
                  <a16:creationId xmlns:a16="http://schemas.microsoft.com/office/drawing/2014/main" id="{1C35D4C5-272D-D24C-F30C-C1068D258F11}"/>
                </a:ext>
              </a:extLst>
            </p:cNvPr>
            <p:cNvSpPr/>
            <p:nvPr/>
          </p:nvSpPr>
          <p:spPr>
            <a:xfrm>
              <a:off x="5174289" y="3288562"/>
              <a:ext cx="90488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4" name="object 154">
              <a:extLst>
                <a:ext uri="{FF2B5EF4-FFF2-40B4-BE49-F238E27FC236}">
                  <a16:creationId xmlns:a16="http://schemas.microsoft.com/office/drawing/2014/main" id="{21664B46-925A-76A7-3F22-7BF37E74E76D}"/>
                </a:ext>
              </a:extLst>
            </p:cNvPr>
            <p:cNvSpPr/>
            <p:nvPr/>
          </p:nvSpPr>
          <p:spPr>
            <a:xfrm>
              <a:off x="5002840" y="3875990"/>
              <a:ext cx="90488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5" name="object 155">
              <a:extLst>
                <a:ext uri="{FF2B5EF4-FFF2-40B4-BE49-F238E27FC236}">
                  <a16:creationId xmlns:a16="http://schemas.microsoft.com/office/drawing/2014/main" id="{F3FB8631-57BB-7FCD-301A-26A6D02CE6B0}"/>
                </a:ext>
              </a:extLst>
            </p:cNvPr>
            <p:cNvSpPr/>
            <p:nvPr/>
          </p:nvSpPr>
          <p:spPr>
            <a:xfrm>
              <a:off x="5174289" y="3407635"/>
              <a:ext cx="90488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6" name="object 156">
              <a:extLst>
                <a:ext uri="{FF2B5EF4-FFF2-40B4-BE49-F238E27FC236}">
                  <a16:creationId xmlns:a16="http://schemas.microsoft.com/office/drawing/2014/main" id="{73E302D1-68FE-02B0-7498-FEB1E4A8D946}"/>
                </a:ext>
              </a:extLst>
            </p:cNvPr>
            <p:cNvSpPr/>
            <p:nvPr/>
          </p:nvSpPr>
          <p:spPr>
            <a:xfrm>
              <a:off x="5687049" y="3053590"/>
              <a:ext cx="90487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7" name="object 157">
              <a:extLst>
                <a:ext uri="{FF2B5EF4-FFF2-40B4-BE49-F238E27FC236}">
                  <a16:creationId xmlns:a16="http://schemas.microsoft.com/office/drawing/2014/main" id="{98540D85-45EB-FDEB-A450-5DB04494AA25}"/>
                </a:ext>
              </a:extLst>
            </p:cNvPr>
            <p:cNvSpPr/>
            <p:nvPr/>
          </p:nvSpPr>
          <p:spPr>
            <a:xfrm>
              <a:off x="4323393" y="3172663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8" name="object 158">
              <a:extLst>
                <a:ext uri="{FF2B5EF4-FFF2-40B4-BE49-F238E27FC236}">
                  <a16:creationId xmlns:a16="http://schemas.microsoft.com/office/drawing/2014/main" id="{4FF27D8F-1982-23CC-C019-FB66C1A41848}"/>
                </a:ext>
              </a:extLst>
            </p:cNvPr>
            <p:cNvSpPr/>
            <p:nvPr/>
          </p:nvSpPr>
          <p:spPr>
            <a:xfrm>
              <a:off x="5687049" y="3875990"/>
              <a:ext cx="90487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9" name="object 159">
              <a:extLst>
                <a:ext uri="{FF2B5EF4-FFF2-40B4-BE49-F238E27FC236}">
                  <a16:creationId xmlns:a16="http://schemas.microsoft.com/office/drawing/2014/main" id="{AB9121AC-6103-733D-0775-4273F3BA6EB8}"/>
                </a:ext>
              </a:extLst>
            </p:cNvPr>
            <p:cNvSpPr/>
            <p:nvPr/>
          </p:nvSpPr>
          <p:spPr>
            <a:xfrm>
              <a:off x="4664705" y="3172663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0" name="object 160">
              <a:extLst>
                <a:ext uri="{FF2B5EF4-FFF2-40B4-BE49-F238E27FC236}">
                  <a16:creationId xmlns:a16="http://schemas.microsoft.com/office/drawing/2014/main" id="{4DA69C10-9CA5-6A3B-4EC8-124753567DFC}"/>
                </a:ext>
              </a:extLst>
            </p:cNvPr>
            <p:cNvSpPr/>
            <p:nvPr/>
          </p:nvSpPr>
          <p:spPr>
            <a:xfrm>
              <a:off x="4832979" y="3523533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1" name="object 161">
              <a:extLst>
                <a:ext uri="{FF2B5EF4-FFF2-40B4-BE49-F238E27FC236}">
                  <a16:creationId xmlns:a16="http://schemas.microsoft.com/office/drawing/2014/main" id="{61DEC905-A165-252D-B2CF-5B3B24C205A7}"/>
                </a:ext>
              </a:extLst>
            </p:cNvPr>
            <p:cNvSpPr/>
            <p:nvPr/>
          </p:nvSpPr>
          <p:spPr>
            <a:xfrm>
              <a:off x="5687049" y="3523533"/>
              <a:ext cx="90487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2" name="object 162">
              <a:extLst>
                <a:ext uri="{FF2B5EF4-FFF2-40B4-BE49-F238E27FC236}">
                  <a16:creationId xmlns:a16="http://schemas.microsoft.com/office/drawing/2014/main" id="{C2B3B404-495B-A855-0207-1DD8D3A86FB8}"/>
                </a:ext>
              </a:extLst>
            </p:cNvPr>
            <p:cNvSpPr/>
            <p:nvPr/>
          </p:nvSpPr>
          <p:spPr>
            <a:xfrm>
              <a:off x="5687049" y="3758505"/>
              <a:ext cx="90487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3" name="object 163">
              <a:extLst>
                <a:ext uri="{FF2B5EF4-FFF2-40B4-BE49-F238E27FC236}">
                  <a16:creationId xmlns:a16="http://schemas.microsoft.com/office/drawing/2014/main" id="{28EB61F6-F601-A658-6743-9AA3740569C9}"/>
                </a:ext>
              </a:extLst>
            </p:cNvPr>
            <p:cNvSpPr/>
            <p:nvPr/>
          </p:nvSpPr>
          <p:spPr>
            <a:xfrm>
              <a:off x="4323393" y="2818619"/>
              <a:ext cx="88900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4" name="object 164">
              <a:extLst>
                <a:ext uri="{FF2B5EF4-FFF2-40B4-BE49-F238E27FC236}">
                  <a16:creationId xmlns:a16="http://schemas.microsoft.com/office/drawing/2014/main" id="{A8CAEDE2-D0A8-4181-B71E-C6A92E4D4A38}"/>
                </a:ext>
              </a:extLst>
            </p:cNvPr>
            <p:cNvSpPr/>
            <p:nvPr/>
          </p:nvSpPr>
          <p:spPr>
            <a:xfrm>
              <a:off x="4664705" y="3758505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5" name="object 165">
              <a:extLst>
                <a:ext uri="{FF2B5EF4-FFF2-40B4-BE49-F238E27FC236}">
                  <a16:creationId xmlns:a16="http://schemas.microsoft.com/office/drawing/2014/main" id="{30FA420F-4A07-0766-4B19-66B078DB3712}"/>
                </a:ext>
              </a:extLst>
            </p:cNvPr>
            <p:cNvSpPr/>
            <p:nvPr/>
          </p:nvSpPr>
          <p:spPr>
            <a:xfrm>
              <a:off x="5002840" y="3407635"/>
              <a:ext cx="90488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6" name="object 166">
              <a:extLst>
                <a:ext uri="{FF2B5EF4-FFF2-40B4-BE49-F238E27FC236}">
                  <a16:creationId xmlns:a16="http://schemas.microsoft.com/office/drawing/2014/main" id="{11C7BA29-6BE4-6807-666A-DC367375135F}"/>
                </a:ext>
              </a:extLst>
            </p:cNvPr>
            <p:cNvSpPr/>
            <p:nvPr/>
          </p:nvSpPr>
          <p:spPr>
            <a:xfrm>
              <a:off x="5858499" y="3172663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7" name="object 167">
              <a:extLst>
                <a:ext uri="{FF2B5EF4-FFF2-40B4-BE49-F238E27FC236}">
                  <a16:creationId xmlns:a16="http://schemas.microsoft.com/office/drawing/2014/main" id="{1F1A296B-3C1D-506A-0FB9-9D0F932D646C}"/>
                </a:ext>
              </a:extLst>
            </p:cNvPr>
            <p:cNvSpPr/>
            <p:nvPr/>
          </p:nvSpPr>
          <p:spPr>
            <a:xfrm>
              <a:off x="4493255" y="3053590"/>
              <a:ext cx="90487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8" name="object 168">
              <a:extLst>
                <a:ext uri="{FF2B5EF4-FFF2-40B4-BE49-F238E27FC236}">
                  <a16:creationId xmlns:a16="http://schemas.microsoft.com/office/drawing/2014/main" id="{2A7CD62E-E5AE-D4B2-8151-61C8FD6361E1}"/>
                </a:ext>
              </a:extLst>
            </p:cNvPr>
            <p:cNvSpPr/>
            <p:nvPr/>
          </p:nvSpPr>
          <p:spPr>
            <a:xfrm>
              <a:off x="4664705" y="3053590"/>
              <a:ext cx="88900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9" name="object 169">
              <a:extLst>
                <a:ext uri="{FF2B5EF4-FFF2-40B4-BE49-F238E27FC236}">
                  <a16:creationId xmlns:a16="http://schemas.microsoft.com/office/drawing/2014/main" id="{183749A0-F7A0-EAA4-9E09-C8F6F0EEC168}"/>
                </a:ext>
              </a:extLst>
            </p:cNvPr>
            <p:cNvSpPr/>
            <p:nvPr/>
          </p:nvSpPr>
          <p:spPr>
            <a:xfrm>
              <a:off x="5515600" y="2818619"/>
              <a:ext cx="90487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0" name="object 170">
              <a:extLst>
                <a:ext uri="{FF2B5EF4-FFF2-40B4-BE49-F238E27FC236}">
                  <a16:creationId xmlns:a16="http://schemas.microsoft.com/office/drawing/2014/main" id="{4ADB9FCB-BC94-2461-0274-8467A5F0DA41}"/>
                </a:ext>
              </a:extLst>
            </p:cNvPr>
            <p:cNvSpPr/>
            <p:nvPr/>
          </p:nvSpPr>
          <p:spPr>
            <a:xfrm>
              <a:off x="5002840" y="3642606"/>
              <a:ext cx="90488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1" name="object 171">
              <a:extLst>
                <a:ext uri="{FF2B5EF4-FFF2-40B4-BE49-F238E27FC236}">
                  <a16:creationId xmlns:a16="http://schemas.microsoft.com/office/drawing/2014/main" id="{423962B4-14CB-6C36-E3B4-C78035B786B6}"/>
                </a:ext>
              </a:extLst>
            </p:cNvPr>
            <p:cNvSpPr/>
            <p:nvPr/>
          </p:nvSpPr>
          <p:spPr>
            <a:xfrm>
              <a:off x="5687049" y="2934516"/>
              <a:ext cx="90487" cy="90496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2" name="object 172">
              <a:extLst>
                <a:ext uri="{FF2B5EF4-FFF2-40B4-BE49-F238E27FC236}">
                  <a16:creationId xmlns:a16="http://schemas.microsoft.com/office/drawing/2014/main" id="{7CEA76F5-9B58-245F-BE2E-69D88A053690}"/>
                </a:ext>
              </a:extLst>
            </p:cNvPr>
            <p:cNvSpPr/>
            <p:nvPr/>
          </p:nvSpPr>
          <p:spPr>
            <a:xfrm>
              <a:off x="4664705" y="3642606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3" name="object 173">
              <a:extLst>
                <a:ext uri="{FF2B5EF4-FFF2-40B4-BE49-F238E27FC236}">
                  <a16:creationId xmlns:a16="http://schemas.microsoft.com/office/drawing/2014/main" id="{83DCA6AE-16C5-3BF0-3818-38DDB013C42C}"/>
                </a:ext>
              </a:extLst>
            </p:cNvPr>
            <p:cNvSpPr/>
            <p:nvPr/>
          </p:nvSpPr>
          <p:spPr>
            <a:xfrm>
              <a:off x="4323393" y="3758505"/>
              <a:ext cx="88900" cy="889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4" name="object 174">
              <a:extLst>
                <a:ext uri="{FF2B5EF4-FFF2-40B4-BE49-F238E27FC236}">
                  <a16:creationId xmlns:a16="http://schemas.microsoft.com/office/drawing/2014/main" id="{D77803B0-196B-0161-B2F2-8686383E7D98}"/>
                </a:ext>
              </a:extLst>
            </p:cNvPr>
            <p:cNvSpPr/>
            <p:nvPr/>
          </p:nvSpPr>
          <p:spPr>
            <a:xfrm>
              <a:off x="5515600" y="3758505"/>
              <a:ext cx="90487" cy="889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5" name="object 175">
              <a:extLst>
                <a:ext uri="{FF2B5EF4-FFF2-40B4-BE49-F238E27FC236}">
                  <a16:creationId xmlns:a16="http://schemas.microsoft.com/office/drawing/2014/main" id="{AB35DCEB-309D-81DC-D045-FC76A8BBCC71}"/>
                </a:ext>
              </a:extLst>
            </p:cNvPr>
            <p:cNvSpPr/>
            <p:nvPr/>
          </p:nvSpPr>
          <p:spPr>
            <a:xfrm>
              <a:off x="5345738" y="3172663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6" name="object 176">
              <a:extLst>
                <a:ext uri="{FF2B5EF4-FFF2-40B4-BE49-F238E27FC236}">
                  <a16:creationId xmlns:a16="http://schemas.microsoft.com/office/drawing/2014/main" id="{8D243052-2429-B2FB-84DA-69C83EDD95F8}"/>
                </a:ext>
              </a:extLst>
            </p:cNvPr>
            <p:cNvSpPr/>
            <p:nvPr/>
          </p:nvSpPr>
          <p:spPr>
            <a:xfrm>
              <a:off x="4493255" y="3288562"/>
              <a:ext cx="90487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7" name="object 177">
              <a:extLst>
                <a:ext uri="{FF2B5EF4-FFF2-40B4-BE49-F238E27FC236}">
                  <a16:creationId xmlns:a16="http://schemas.microsoft.com/office/drawing/2014/main" id="{3A0F1998-C72F-CF1B-F1E5-EA1A3637D5B0}"/>
                </a:ext>
              </a:extLst>
            </p:cNvPr>
            <p:cNvSpPr/>
            <p:nvPr/>
          </p:nvSpPr>
          <p:spPr>
            <a:xfrm>
              <a:off x="4832979" y="3172663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8" name="object 178">
              <a:extLst>
                <a:ext uri="{FF2B5EF4-FFF2-40B4-BE49-F238E27FC236}">
                  <a16:creationId xmlns:a16="http://schemas.microsoft.com/office/drawing/2014/main" id="{3F2F3482-6D9B-B193-BB0C-611CF0EAB9E6}"/>
                </a:ext>
              </a:extLst>
            </p:cNvPr>
            <p:cNvSpPr/>
            <p:nvPr/>
          </p:nvSpPr>
          <p:spPr>
            <a:xfrm>
              <a:off x="4493255" y="3875990"/>
              <a:ext cx="90487" cy="9049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9" name="object 179">
              <a:extLst>
                <a:ext uri="{FF2B5EF4-FFF2-40B4-BE49-F238E27FC236}">
                  <a16:creationId xmlns:a16="http://schemas.microsoft.com/office/drawing/2014/main" id="{A6F6873F-A267-ECDE-8ABE-A48B9EF117A2}"/>
                </a:ext>
              </a:extLst>
            </p:cNvPr>
            <p:cNvSpPr/>
            <p:nvPr/>
          </p:nvSpPr>
          <p:spPr>
            <a:xfrm>
              <a:off x="5345738" y="3288562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0" name="object 180">
              <a:extLst>
                <a:ext uri="{FF2B5EF4-FFF2-40B4-BE49-F238E27FC236}">
                  <a16:creationId xmlns:a16="http://schemas.microsoft.com/office/drawing/2014/main" id="{5C00F4A5-73F4-AE30-0936-24657C726F59}"/>
                </a:ext>
              </a:extLst>
            </p:cNvPr>
            <p:cNvSpPr/>
            <p:nvPr/>
          </p:nvSpPr>
          <p:spPr>
            <a:xfrm>
              <a:off x="4664705" y="3523533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1" name="object 181">
              <a:extLst>
                <a:ext uri="{FF2B5EF4-FFF2-40B4-BE49-F238E27FC236}">
                  <a16:creationId xmlns:a16="http://schemas.microsoft.com/office/drawing/2014/main" id="{5663DA03-A79A-D225-10C9-5EA232C17EF7}"/>
                </a:ext>
              </a:extLst>
            </p:cNvPr>
            <p:cNvSpPr/>
            <p:nvPr/>
          </p:nvSpPr>
          <p:spPr>
            <a:xfrm>
              <a:off x="4664705" y="3288562"/>
              <a:ext cx="88900" cy="8890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2" name="object 182">
              <a:extLst>
                <a:ext uri="{FF2B5EF4-FFF2-40B4-BE49-F238E27FC236}">
                  <a16:creationId xmlns:a16="http://schemas.microsoft.com/office/drawing/2014/main" id="{C6022ADE-D7A9-6BED-C797-236A9BA923C3}"/>
                </a:ext>
              </a:extLst>
            </p:cNvPr>
            <p:cNvSpPr/>
            <p:nvPr/>
          </p:nvSpPr>
          <p:spPr>
            <a:xfrm>
              <a:off x="5687049" y="3642606"/>
              <a:ext cx="90487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3" name="object 183">
              <a:extLst>
                <a:ext uri="{FF2B5EF4-FFF2-40B4-BE49-F238E27FC236}">
                  <a16:creationId xmlns:a16="http://schemas.microsoft.com/office/drawing/2014/main" id="{3F10BDFA-EC01-AE0C-AB6B-9840F9A84087}"/>
                </a:ext>
              </a:extLst>
            </p:cNvPr>
            <p:cNvSpPr/>
            <p:nvPr/>
          </p:nvSpPr>
          <p:spPr>
            <a:xfrm>
              <a:off x="4664705" y="2818619"/>
              <a:ext cx="88900" cy="90495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4" name="object 184">
              <a:extLst>
                <a:ext uri="{FF2B5EF4-FFF2-40B4-BE49-F238E27FC236}">
                  <a16:creationId xmlns:a16="http://schemas.microsoft.com/office/drawing/2014/main" id="{6E1C6AA7-D26C-E3FA-DBFB-AA1FE52E7AE6}"/>
                </a:ext>
              </a:extLst>
            </p:cNvPr>
            <p:cNvSpPr/>
            <p:nvPr/>
          </p:nvSpPr>
          <p:spPr>
            <a:xfrm>
              <a:off x="4323393" y="3053590"/>
              <a:ext cx="88900" cy="90495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5" name="object 185">
              <a:extLst>
                <a:ext uri="{FF2B5EF4-FFF2-40B4-BE49-F238E27FC236}">
                  <a16:creationId xmlns:a16="http://schemas.microsoft.com/office/drawing/2014/main" id="{2D365726-10A6-9852-D6DC-C4A880ACE043}"/>
                </a:ext>
              </a:extLst>
            </p:cNvPr>
            <p:cNvSpPr/>
            <p:nvPr/>
          </p:nvSpPr>
          <p:spPr>
            <a:xfrm>
              <a:off x="5002840" y="3053590"/>
              <a:ext cx="90488" cy="90495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6" name="object 186">
              <a:extLst>
                <a:ext uri="{FF2B5EF4-FFF2-40B4-BE49-F238E27FC236}">
                  <a16:creationId xmlns:a16="http://schemas.microsoft.com/office/drawing/2014/main" id="{0A62D741-4EE7-125B-7DB2-365E5E5049D3}"/>
                </a:ext>
              </a:extLst>
            </p:cNvPr>
            <p:cNvSpPr/>
            <p:nvPr/>
          </p:nvSpPr>
          <p:spPr>
            <a:xfrm>
              <a:off x="5345738" y="3523533"/>
              <a:ext cx="88900" cy="88908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7" name="object 187">
              <a:extLst>
                <a:ext uri="{FF2B5EF4-FFF2-40B4-BE49-F238E27FC236}">
                  <a16:creationId xmlns:a16="http://schemas.microsoft.com/office/drawing/2014/main" id="{4C39F601-C79B-8A28-B5DB-3CC71C532D7C}"/>
                </a:ext>
              </a:extLst>
            </p:cNvPr>
            <p:cNvSpPr/>
            <p:nvPr/>
          </p:nvSpPr>
          <p:spPr>
            <a:xfrm>
              <a:off x="5345738" y="3758505"/>
              <a:ext cx="88900" cy="88908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8" name="object 188">
              <a:extLst>
                <a:ext uri="{FF2B5EF4-FFF2-40B4-BE49-F238E27FC236}">
                  <a16:creationId xmlns:a16="http://schemas.microsoft.com/office/drawing/2014/main" id="{208E9823-28CA-7604-CF9D-8E45A6914B42}"/>
                </a:ext>
              </a:extLst>
            </p:cNvPr>
            <p:cNvSpPr txBox="1"/>
            <p:nvPr/>
          </p:nvSpPr>
          <p:spPr>
            <a:xfrm>
              <a:off x="2010418" y="3390172"/>
              <a:ext cx="63500" cy="11579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89" name="object 189">
              <a:extLst>
                <a:ext uri="{FF2B5EF4-FFF2-40B4-BE49-F238E27FC236}">
                  <a16:creationId xmlns:a16="http://schemas.microsoft.com/office/drawing/2014/main" id="{9661A449-4312-0DBD-4DD7-98B9C8EDDE71}"/>
                </a:ext>
              </a:extLst>
            </p:cNvPr>
            <p:cNvSpPr txBox="1"/>
            <p:nvPr/>
          </p:nvSpPr>
          <p:spPr>
            <a:xfrm>
              <a:off x="1965968" y="2802742"/>
              <a:ext cx="107949" cy="11579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0" name="object 190">
              <a:extLst>
                <a:ext uri="{FF2B5EF4-FFF2-40B4-BE49-F238E27FC236}">
                  <a16:creationId xmlns:a16="http://schemas.microsoft.com/office/drawing/2014/main" id="{CA0B92CD-C413-DDCE-D7BD-44463DC82E83}"/>
                </a:ext>
              </a:extLst>
            </p:cNvPr>
            <p:cNvSpPr txBox="1"/>
            <p:nvPr/>
          </p:nvSpPr>
          <p:spPr>
            <a:xfrm>
              <a:off x="1965968" y="2215313"/>
              <a:ext cx="107949" cy="11579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1" name="object 191">
              <a:extLst>
                <a:ext uri="{FF2B5EF4-FFF2-40B4-BE49-F238E27FC236}">
                  <a16:creationId xmlns:a16="http://schemas.microsoft.com/office/drawing/2014/main" id="{0256C0BD-93E9-6DA5-E163-FE75111168E8}"/>
                </a:ext>
              </a:extLst>
            </p:cNvPr>
            <p:cNvSpPr txBox="1"/>
            <p:nvPr/>
          </p:nvSpPr>
          <p:spPr>
            <a:xfrm>
              <a:off x="1965968" y="1627885"/>
              <a:ext cx="107949" cy="11579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2" name="object 192">
              <a:extLst>
                <a:ext uri="{FF2B5EF4-FFF2-40B4-BE49-F238E27FC236}">
                  <a16:creationId xmlns:a16="http://schemas.microsoft.com/office/drawing/2014/main" id="{22C2BDA9-E7B3-EB34-2393-7BDDEDBAA5D6}"/>
                </a:ext>
              </a:extLst>
            </p:cNvPr>
            <p:cNvSpPr txBox="1"/>
            <p:nvPr/>
          </p:nvSpPr>
          <p:spPr>
            <a:xfrm>
              <a:off x="1965968" y="1040457"/>
              <a:ext cx="107949" cy="11579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3" name="object 193">
              <a:extLst>
                <a:ext uri="{FF2B5EF4-FFF2-40B4-BE49-F238E27FC236}">
                  <a16:creationId xmlns:a16="http://schemas.microsoft.com/office/drawing/2014/main" id="{23339817-E519-09AB-F73A-5C8B1DB9CCAE}"/>
                </a:ext>
              </a:extLst>
            </p:cNvPr>
            <p:cNvSpPr/>
            <p:nvPr/>
          </p:nvSpPr>
          <p:spPr>
            <a:xfrm>
              <a:off x="6531595" y="1899372"/>
              <a:ext cx="77787" cy="79382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4" name="object 194">
              <a:extLst>
                <a:ext uri="{FF2B5EF4-FFF2-40B4-BE49-F238E27FC236}">
                  <a16:creationId xmlns:a16="http://schemas.microsoft.com/office/drawing/2014/main" id="{715C48A6-F85F-86AA-D1CD-1E62E7554A55}"/>
                </a:ext>
              </a:extLst>
            </p:cNvPr>
            <p:cNvSpPr/>
            <p:nvPr/>
          </p:nvSpPr>
          <p:spPr>
            <a:xfrm>
              <a:off x="6531595" y="1899372"/>
              <a:ext cx="77787" cy="79382"/>
            </a:xfrm>
            <a:custGeom>
              <a:avLst/>
              <a:gdLst/>
              <a:ahLst/>
              <a:cxnLst/>
              <a:rect l="l" t="t" r="r" b="b"/>
              <a:pathLst>
                <a:path w="112395" h="112394">
                  <a:moveTo>
                    <a:pt x="58190" y="0"/>
                  </a:moveTo>
                  <a:lnTo>
                    <a:pt x="112222" y="58188"/>
                  </a:lnTo>
                  <a:lnTo>
                    <a:pt x="58190" y="112221"/>
                  </a:lnTo>
                  <a:lnTo>
                    <a:pt x="0" y="58188"/>
                  </a:lnTo>
                  <a:lnTo>
                    <a:pt x="58190" y="0"/>
                  </a:lnTo>
                  <a:close/>
                </a:path>
              </a:pathLst>
            </a:custGeom>
            <a:ln w="9513">
              <a:solidFill>
                <a:srgbClr val="5B92C7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5" name="object 195">
              <a:extLst>
                <a:ext uri="{FF2B5EF4-FFF2-40B4-BE49-F238E27FC236}">
                  <a16:creationId xmlns:a16="http://schemas.microsoft.com/office/drawing/2014/main" id="{3D82BAF4-F33C-8009-B505-02484DFA498F}"/>
                </a:ext>
              </a:extLst>
            </p:cNvPr>
            <p:cNvSpPr txBox="1"/>
            <p:nvPr/>
          </p:nvSpPr>
          <p:spPr>
            <a:xfrm>
              <a:off x="6653832" y="1823166"/>
              <a:ext cx="536572" cy="223102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1046" spc="-37" dirty="0">
                  <a:latin typeface="Trebuchet MS"/>
                  <a:cs typeface="Trebuchet MS"/>
                </a:rPr>
                <a:t>S</a:t>
              </a:r>
              <a:r>
                <a:rPr sz="1046" spc="-44" dirty="0">
                  <a:latin typeface="Trebuchet MS"/>
                  <a:cs typeface="Trebuchet MS"/>
                </a:rPr>
                <a:t>e</a:t>
              </a:r>
              <a:r>
                <a:rPr sz="1046" spc="-47" dirty="0">
                  <a:latin typeface="Trebuchet MS"/>
                  <a:cs typeface="Trebuchet MS"/>
                </a:rPr>
                <a:t>r</a:t>
              </a:r>
              <a:r>
                <a:rPr sz="1046" spc="-39" dirty="0">
                  <a:latin typeface="Trebuchet MS"/>
                  <a:cs typeface="Trebuchet MS"/>
                </a:rPr>
                <a:t>i</a:t>
              </a:r>
              <a:r>
                <a:rPr sz="1046" spc="-76" dirty="0">
                  <a:latin typeface="Trebuchet MS"/>
                  <a:cs typeface="Trebuchet MS"/>
                </a:rPr>
                <a:t>e</a:t>
              </a:r>
              <a:r>
                <a:rPr sz="1046" spc="-18" dirty="0">
                  <a:latin typeface="Trebuchet MS"/>
                  <a:cs typeface="Trebuchet MS"/>
                </a:rPr>
                <a:t>s1</a:t>
              </a:r>
              <a:endParaRPr sz="1046">
                <a:latin typeface="Trebuchet MS"/>
                <a:cs typeface="Trebuchet MS"/>
              </a:endParaRPr>
            </a:p>
          </p:txBody>
        </p:sp>
        <p:sp>
          <p:nvSpPr>
            <p:cNvPr id="196" name="object 196">
              <a:extLst>
                <a:ext uri="{FF2B5EF4-FFF2-40B4-BE49-F238E27FC236}">
                  <a16:creationId xmlns:a16="http://schemas.microsoft.com/office/drawing/2014/main" id="{8AC24679-404D-1D4E-560D-17BAB62801EC}"/>
                </a:ext>
              </a:extLst>
            </p:cNvPr>
            <p:cNvSpPr/>
            <p:nvPr/>
          </p:nvSpPr>
          <p:spPr>
            <a:xfrm>
              <a:off x="6531595" y="2475687"/>
              <a:ext cx="77787" cy="79382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7" name="object 197">
              <a:extLst>
                <a:ext uri="{FF2B5EF4-FFF2-40B4-BE49-F238E27FC236}">
                  <a16:creationId xmlns:a16="http://schemas.microsoft.com/office/drawing/2014/main" id="{8C5F73E8-A087-3B0D-29C5-45ABA36B13EC}"/>
                </a:ext>
              </a:extLst>
            </p:cNvPr>
            <p:cNvSpPr/>
            <p:nvPr/>
          </p:nvSpPr>
          <p:spPr>
            <a:xfrm>
              <a:off x="6531595" y="2475687"/>
              <a:ext cx="77787" cy="79382"/>
            </a:xfrm>
            <a:custGeom>
              <a:avLst/>
              <a:gdLst/>
              <a:ahLst/>
              <a:cxnLst/>
              <a:rect l="l" t="t" r="r" b="b"/>
              <a:pathLst>
                <a:path w="112395" h="112395">
                  <a:moveTo>
                    <a:pt x="0" y="0"/>
                  </a:moveTo>
                  <a:lnTo>
                    <a:pt x="112222" y="0"/>
                  </a:lnTo>
                  <a:lnTo>
                    <a:pt x="112222" y="112222"/>
                  </a:lnTo>
                  <a:lnTo>
                    <a:pt x="0" y="112222"/>
                  </a:lnTo>
                  <a:lnTo>
                    <a:pt x="0" y="0"/>
                  </a:lnTo>
                  <a:close/>
                </a:path>
              </a:pathLst>
            </a:custGeom>
            <a:ln w="9513">
              <a:solidFill>
                <a:srgbClr val="CC615A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8" name="object 198">
              <a:extLst>
                <a:ext uri="{FF2B5EF4-FFF2-40B4-BE49-F238E27FC236}">
                  <a16:creationId xmlns:a16="http://schemas.microsoft.com/office/drawing/2014/main" id="{BA7A54A4-E91C-19BC-4668-96CE8B14F27F}"/>
                </a:ext>
              </a:extLst>
            </p:cNvPr>
            <p:cNvSpPr txBox="1"/>
            <p:nvPr/>
          </p:nvSpPr>
          <p:spPr>
            <a:xfrm>
              <a:off x="6653832" y="2397892"/>
              <a:ext cx="536572" cy="223102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1046" spc="-37" dirty="0">
                  <a:latin typeface="Trebuchet MS"/>
                  <a:cs typeface="Trebuchet MS"/>
                </a:rPr>
                <a:t>S</a:t>
              </a:r>
              <a:r>
                <a:rPr sz="1046" spc="-44" dirty="0">
                  <a:latin typeface="Trebuchet MS"/>
                  <a:cs typeface="Trebuchet MS"/>
                </a:rPr>
                <a:t>e</a:t>
              </a:r>
              <a:r>
                <a:rPr sz="1046" spc="-47" dirty="0">
                  <a:latin typeface="Trebuchet MS"/>
                  <a:cs typeface="Trebuchet MS"/>
                </a:rPr>
                <a:t>r</a:t>
              </a:r>
              <a:r>
                <a:rPr sz="1046" spc="-39" dirty="0">
                  <a:latin typeface="Trebuchet MS"/>
                  <a:cs typeface="Trebuchet MS"/>
                </a:rPr>
                <a:t>i</a:t>
              </a:r>
              <a:r>
                <a:rPr sz="1046" spc="-76" dirty="0">
                  <a:latin typeface="Trebuchet MS"/>
                  <a:cs typeface="Trebuchet MS"/>
                </a:rPr>
                <a:t>e</a:t>
              </a:r>
              <a:r>
                <a:rPr sz="1046" spc="-18" dirty="0">
                  <a:latin typeface="Trebuchet MS"/>
                  <a:cs typeface="Trebuchet MS"/>
                </a:rPr>
                <a:t>s2</a:t>
              </a:r>
              <a:endParaRPr sz="1046">
                <a:latin typeface="Trebuchet MS"/>
                <a:cs typeface="Trebuchet MS"/>
              </a:endParaRPr>
            </a:p>
          </p:txBody>
        </p:sp>
        <p:sp>
          <p:nvSpPr>
            <p:cNvPr id="199" name="object 199">
              <a:extLst>
                <a:ext uri="{FF2B5EF4-FFF2-40B4-BE49-F238E27FC236}">
                  <a16:creationId xmlns:a16="http://schemas.microsoft.com/office/drawing/2014/main" id="{CEF72104-96F2-E2A6-A0A8-653D4EEFCA64}"/>
                </a:ext>
              </a:extLst>
            </p:cNvPr>
            <p:cNvSpPr/>
            <p:nvPr/>
          </p:nvSpPr>
          <p:spPr>
            <a:xfrm>
              <a:off x="4074158" y="854701"/>
              <a:ext cx="98425" cy="3600779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0" name="object 200">
              <a:extLst>
                <a:ext uri="{FF2B5EF4-FFF2-40B4-BE49-F238E27FC236}">
                  <a16:creationId xmlns:a16="http://schemas.microsoft.com/office/drawing/2014/main" id="{6780A421-3569-ABC0-AC12-0363DEE3F4FA}"/>
                </a:ext>
              </a:extLst>
            </p:cNvPr>
            <p:cNvSpPr/>
            <p:nvPr/>
          </p:nvSpPr>
          <p:spPr>
            <a:xfrm>
              <a:off x="4123369" y="873753"/>
              <a:ext cx="0" cy="3537274"/>
            </a:xfrm>
            <a:custGeom>
              <a:avLst/>
              <a:gdLst/>
              <a:ahLst/>
              <a:cxnLst/>
              <a:rect l="l" t="t" r="r" b="b"/>
              <a:pathLst>
                <a:path h="5074285">
                  <a:moveTo>
                    <a:pt x="0" y="0"/>
                  </a:moveTo>
                  <a:lnTo>
                    <a:pt x="1" y="5074000"/>
                  </a:lnTo>
                </a:path>
              </a:pathLst>
            </a:custGeom>
            <a:ln w="50730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1" name="object 201">
              <a:extLst>
                <a:ext uri="{FF2B5EF4-FFF2-40B4-BE49-F238E27FC236}">
                  <a16:creationId xmlns:a16="http://schemas.microsoft.com/office/drawing/2014/main" id="{4E289F63-5A59-1FAF-CDE7-2E9BA0902634}"/>
                </a:ext>
              </a:extLst>
            </p:cNvPr>
            <p:cNvSpPr/>
            <p:nvPr/>
          </p:nvSpPr>
          <p:spPr>
            <a:xfrm>
              <a:off x="3670935" y="967424"/>
              <a:ext cx="906457" cy="3494407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2" name="object 202">
              <a:extLst>
                <a:ext uri="{FF2B5EF4-FFF2-40B4-BE49-F238E27FC236}">
                  <a16:creationId xmlns:a16="http://schemas.microsoft.com/office/drawing/2014/main" id="{1BB69592-DB2D-AF2A-F7F1-65BDC98A32F3}"/>
                </a:ext>
              </a:extLst>
            </p:cNvPr>
            <p:cNvSpPr/>
            <p:nvPr/>
          </p:nvSpPr>
          <p:spPr>
            <a:xfrm>
              <a:off x="3718559" y="988063"/>
              <a:ext cx="809621" cy="3422963"/>
            </a:xfrm>
            <a:custGeom>
              <a:avLst/>
              <a:gdLst/>
              <a:ahLst/>
              <a:cxnLst/>
              <a:rect l="l" t="t" r="r" b="b"/>
              <a:pathLst>
                <a:path w="1162050" h="4909185">
                  <a:moveTo>
                    <a:pt x="1161490" y="0"/>
                  </a:moveTo>
                  <a:lnTo>
                    <a:pt x="0" y="4909096"/>
                  </a:lnTo>
                </a:path>
              </a:pathLst>
            </a:custGeom>
            <a:ln w="50731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3" name="object 203">
              <a:extLst>
                <a:ext uri="{FF2B5EF4-FFF2-40B4-BE49-F238E27FC236}">
                  <a16:creationId xmlns:a16="http://schemas.microsoft.com/office/drawing/2014/main" id="{51CA3BB9-B035-EA40-9E1F-DCDB2164128F}"/>
                </a:ext>
              </a:extLst>
            </p:cNvPr>
            <p:cNvSpPr/>
            <p:nvPr/>
          </p:nvSpPr>
          <p:spPr>
            <a:xfrm>
              <a:off x="3285173" y="1005528"/>
              <a:ext cx="1677980" cy="3311828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4" name="object 204">
              <a:extLst>
                <a:ext uri="{FF2B5EF4-FFF2-40B4-BE49-F238E27FC236}">
                  <a16:creationId xmlns:a16="http://schemas.microsoft.com/office/drawing/2014/main" id="{3808B263-3D6A-16C2-60C2-DD2265B2C1FE}"/>
                </a:ext>
              </a:extLst>
            </p:cNvPr>
            <p:cNvSpPr/>
            <p:nvPr/>
          </p:nvSpPr>
          <p:spPr>
            <a:xfrm>
              <a:off x="3331211" y="1030930"/>
              <a:ext cx="1584317" cy="3232446"/>
            </a:xfrm>
            <a:custGeom>
              <a:avLst/>
              <a:gdLst/>
              <a:ahLst/>
              <a:cxnLst/>
              <a:rect l="l" t="t" r="r" b="b"/>
              <a:pathLst>
                <a:path w="2270760" h="4637405">
                  <a:moveTo>
                    <a:pt x="2270721" y="0"/>
                  </a:moveTo>
                  <a:lnTo>
                    <a:pt x="0" y="4637282"/>
                  </a:lnTo>
                </a:path>
              </a:pathLst>
            </a:custGeom>
            <a:ln w="50733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5" name="object 205">
              <a:extLst>
                <a:ext uri="{FF2B5EF4-FFF2-40B4-BE49-F238E27FC236}">
                  <a16:creationId xmlns:a16="http://schemas.microsoft.com/office/drawing/2014/main" id="{AA44A035-067B-AA08-47F8-0E383564A787}"/>
                </a:ext>
              </a:extLst>
            </p:cNvPr>
            <p:cNvSpPr/>
            <p:nvPr/>
          </p:nvSpPr>
          <p:spPr>
            <a:xfrm>
              <a:off x="2804164" y="1213509"/>
              <a:ext cx="2639999" cy="2949845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6" name="object 206">
              <a:extLst>
                <a:ext uri="{FF2B5EF4-FFF2-40B4-BE49-F238E27FC236}">
                  <a16:creationId xmlns:a16="http://schemas.microsoft.com/office/drawing/2014/main" id="{87F036CA-A0B1-F121-9B39-79F79694DBFA}"/>
                </a:ext>
              </a:extLst>
            </p:cNvPr>
            <p:cNvSpPr/>
            <p:nvPr/>
          </p:nvSpPr>
          <p:spPr>
            <a:xfrm>
              <a:off x="2848614" y="1243675"/>
              <a:ext cx="2549512" cy="2864112"/>
            </a:xfrm>
            <a:custGeom>
              <a:avLst/>
              <a:gdLst/>
              <a:ahLst/>
              <a:cxnLst/>
              <a:rect l="l" t="t" r="r" b="b"/>
              <a:pathLst>
                <a:path w="3656329" h="4109085">
                  <a:moveTo>
                    <a:pt x="3655827" y="0"/>
                  </a:moveTo>
                  <a:lnTo>
                    <a:pt x="0" y="4108738"/>
                  </a:lnTo>
                </a:path>
              </a:pathLst>
            </a:custGeom>
            <a:ln w="50736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7" name="object 207">
              <a:extLst>
                <a:ext uri="{FF2B5EF4-FFF2-40B4-BE49-F238E27FC236}">
                  <a16:creationId xmlns:a16="http://schemas.microsoft.com/office/drawing/2014/main" id="{B3C243F7-2680-2122-C71C-31A6F720B7ED}"/>
                </a:ext>
              </a:extLst>
            </p:cNvPr>
            <p:cNvSpPr/>
            <p:nvPr/>
          </p:nvSpPr>
          <p:spPr>
            <a:xfrm>
              <a:off x="2512065" y="1535801"/>
              <a:ext cx="3170221" cy="2346540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8" name="object 208">
              <a:extLst>
                <a:ext uri="{FF2B5EF4-FFF2-40B4-BE49-F238E27FC236}">
                  <a16:creationId xmlns:a16="http://schemas.microsoft.com/office/drawing/2014/main" id="{A2FA2C8F-47DF-C406-DE62-D43224563870}"/>
                </a:ext>
              </a:extLst>
            </p:cNvPr>
            <p:cNvSpPr/>
            <p:nvPr/>
          </p:nvSpPr>
          <p:spPr>
            <a:xfrm>
              <a:off x="2554927" y="1569141"/>
              <a:ext cx="3084498" cy="2254456"/>
            </a:xfrm>
            <a:custGeom>
              <a:avLst/>
              <a:gdLst/>
              <a:ahLst/>
              <a:cxnLst/>
              <a:rect l="l" t="t" r="r" b="b"/>
              <a:pathLst>
                <a:path w="4424045" h="3234690">
                  <a:moveTo>
                    <a:pt x="4423872" y="0"/>
                  </a:moveTo>
                  <a:lnTo>
                    <a:pt x="0" y="3234084"/>
                  </a:lnTo>
                </a:path>
              </a:pathLst>
            </a:custGeom>
            <a:ln w="50738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9" name="object 209">
              <a:extLst>
                <a:ext uri="{FF2B5EF4-FFF2-40B4-BE49-F238E27FC236}">
                  <a16:creationId xmlns:a16="http://schemas.microsoft.com/office/drawing/2014/main" id="{A603156D-A86B-62CA-743D-06132D32ACD2}"/>
                </a:ext>
              </a:extLst>
            </p:cNvPr>
            <p:cNvSpPr/>
            <p:nvPr/>
          </p:nvSpPr>
          <p:spPr>
            <a:xfrm>
              <a:off x="2364428" y="2056549"/>
              <a:ext cx="3516296" cy="1341560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0" name="object 210">
              <a:extLst>
                <a:ext uri="{FF2B5EF4-FFF2-40B4-BE49-F238E27FC236}">
                  <a16:creationId xmlns:a16="http://schemas.microsoft.com/office/drawing/2014/main" id="{7BD56593-987C-C61D-F7A7-B23C4B8B9AAE}"/>
                </a:ext>
              </a:extLst>
            </p:cNvPr>
            <p:cNvSpPr/>
            <p:nvPr/>
          </p:nvSpPr>
          <p:spPr>
            <a:xfrm>
              <a:off x="2402528" y="2091477"/>
              <a:ext cx="3441683" cy="1244714"/>
            </a:xfrm>
            <a:custGeom>
              <a:avLst/>
              <a:gdLst/>
              <a:ahLst/>
              <a:cxnLst/>
              <a:rect l="l" t="t" r="r" b="b"/>
              <a:pathLst>
                <a:path w="4937125" h="1785620">
                  <a:moveTo>
                    <a:pt x="4936914" y="0"/>
                  </a:moveTo>
                  <a:lnTo>
                    <a:pt x="0" y="1785587"/>
                  </a:lnTo>
                </a:path>
              </a:pathLst>
            </a:custGeom>
            <a:ln w="50741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1" name="object 211">
              <a:extLst>
                <a:ext uri="{FF2B5EF4-FFF2-40B4-BE49-F238E27FC236}">
                  <a16:creationId xmlns:a16="http://schemas.microsoft.com/office/drawing/2014/main" id="{E624D6A0-6CBD-A3F2-E44A-4981E2640193}"/>
                </a:ext>
              </a:extLst>
            </p:cNvPr>
            <p:cNvSpPr/>
            <p:nvPr/>
          </p:nvSpPr>
          <p:spPr>
            <a:xfrm>
              <a:off x="2172342" y="2691607"/>
              <a:ext cx="3921105" cy="98434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2" name="object 212">
              <a:extLst>
                <a:ext uri="{FF2B5EF4-FFF2-40B4-BE49-F238E27FC236}">
                  <a16:creationId xmlns:a16="http://schemas.microsoft.com/office/drawing/2014/main" id="{E39C62BC-16ED-0D9E-02F8-0C69E1CD00BB}"/>
                </a:ext>
              </a:extLst>
            </p:cNvPr>
            <p:cNvSpPr/>
            <p:nvPr/>
          </p:nvSpPr>
          <p:spPr>
            <a:xfrm>
              <a:off x="2204092" y="2726535"/>
              <a:ext cx="3856018" cy="0"/>
            </a:xfrm>
            <a:custGeom>
              <a:avLst/>
              <a:gdLst/>
              <a:ahLst/>
              <a:cxnLst/>
              <a:rect l="l" t="t" r="r" b="b"/>
              <a:pathLst>
                <a:path w="5532755">
                  <a:moveTo>
                    <a:pt x="5532514" y="0"/>
                  </a:moveTo>
                  <a:lnTo>
                    <a:pt x="0" y="1"/>
                  </a:lnTo>
                </a:path>
              </a:pathLst>
            </a:custGeom>
            <a:ln w="50742">
              <a:solidFill>
                <a:srgbClr val="4180FF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3" name="object 213">
              <a:extLst>
                <a:ext uri="{FF2B5EF4-FFF2-40B4-BE49-F238E27FC236}">
                  <a16:creationId xmlns:a16="http://schemas.microsoft.com/office/drawing/2014/main" id="{B36214F8-A2E2-EA45-434D-DA117B9C9C39}"/>
                </a:ext>
              </a:extLst>
            </p:cNvPr>
            <p:cNvSpPr txBox="1"/>
            <p:nvPr/>
          </p:nvSpPr>
          <p:spPr>
            <a:xfrm>
              <a:off x="2023118" y="3988713"/>
              <a:ext cx="63500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4" name="object 214">
              <a:extLst>
                <a:ext uri="{FF2B5EF4-FFF2-40B4-BE49-F238E27FC236}">
                  <a16:creationId xmlns:a16="http://schemas.microsoft.com/office/drawing/2014/main" id="{A65BDB12-2B80-6D41-D06E-E5D1153EE07C}"/>
                </a:ext>
              </a:extLst>
            </p:cNvPr>
            <p:cNvSpPr txBox="1"/>
            <p:nvPr/>
          </p:nvSpPr>
          <p:spPr>
            <a:xfrm>
              <a:off x="2127893" y="4096674"/>
              <a:ext cx="63500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5" name="object 215">
              <a:extLst>
                <a:ext uri="{FF2B5EF4-FFF2-40B4-BE49-F238E27FC236}">
                  <a16:creationId xmlns:a16="http://schemas.microsoft.com/office/drawing/2014/main" id="{FEEE4EA0-682C-DE3E-5DD4-54C9DD7B2487}"/>
                </a:ext>
              </a:extLst>
            </p:cNvPr>
            <p:cNvSpPr txBox="1"/>
            <p:nvPr/>
          </p:nvSpPr>
          <p:spPr>
            <a:xfrm>
              <a:off x="2980375" y="4096674"/>
              <a:ext cx="61913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6" name="object 216">
              <a:extLst>
                <a:ext uri="{FF2B5EF4-FFF2-40B4-BE49-F238E27FC236}">
                  <a16:creationId xmlns:a16="http://schemas.microsoft.com/office/drawing/2014/main" id="{C3C6A64B-9883-AFB8-FB29-2D4A860C2304}"/>
                </a:ext>
              </a:extLst>
            </p:cNvPr>
            <p:cNvSpPr txBox="1"/>
            <p:nvPr/>
          </p:nvSpPr>
          <p:spPr>
            <a:xfrm>
              <a:off x="3810635" y="4096674"/>
              <a:ext cx="106361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7" name="object 217">
              <a:extLst>
                <a:ext uri="{FF2B5EF4-FFF2-40B4-BE49-F238E27FC236}">
                  <a16:creationId xmlns:a16="http://schemas.microsoft.com/office/drawing/2014/main" id="{31F128B4-8D8C-3EFE-E61B-1A0619EF6B27}"/>
                </a:ext>
              </a:extLst>
            </p:cNvPr>
            <p:cNvSpPr txBox="1"/>
            <p:nvPr/>
          </p:nvSpPr>
          <p:spPr>
            <a:xfrm>
              <a:off x="4661530" y="4096674"/>
              <a:ext cx="107949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8" name="object 218">
              <a:extLst>
                <a:ext uri="{FF2B5EF4-FFF2-40B4-BE49-F238E27FC236}">
                  <a16:creationId xmlns:a16="http://schemas.microsoft.com/office/drawing/2014/main" id="{98A5C0B1-660D-C8F4-EAE7-3785BA6FB22F}"/>
                </a:ext>
              </a:extLst>
            </p:cNvPr>
            <p:cNvSpPr txBox="1"/>
            <p:nvPr/>
          </p:nvSpPr>
          <p:spPr>
            <a:xfrm>
              <a:off x="5514013" y="4096674"/>
              <a:ext cx="107949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9" name="object 219">
              <a:extLst>
                <a:ext uri="{FF2B5EF4-FFF2-40B4-BE49-F238E27FC236}">
                  <a16:creationId xmlns:a16="http://schemas.microsoft.com/office/drawing/2014/main" id="{45919510-94D4-AAC6-C522-4D937047A366}"/>
                </a:ext>
              </a:extLst>
            </p:cNvPr>
            <p:cNvSpPr txBox="1"/>
            <p:nvPr/>
          </p:nvSpPr>
          <p:spPr>
            <a:xfrm>
              <a:off x="6366496" y="4096674"/>
              <a:ext cx="107949" cy="111776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25</a:t>
              </a:r>
              <a:endParaRPr sz="523">
                <a:latin typeface="Trebuchet MS"/>
                <a:cs typeface="Trebuchet MS"/>
              </a:endParaRPr>
            </a:p>
          </p:txBody>
        </p:sp>
      </p:grpSp>
      <p:sp>
        <p:nvSpPr>
          <p:cNvPr id="220" name="Título 219">
            <a:extLst>
              <a:ext uri="{FF2B5EF4-FFF2-40B4-BE49-F238E27FC236}">
                <a16:creationId xmlns:a16="http://schemas.microsoft.com/office/drawing/2014/main" id="{23A3B783-E0A3-EB98-EB78-AF0A26B8F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pt-BR"/>
          </a:p>
        </p:txBody>
      </p:sp>
      <p:sp>
        <p:nvSpPr>
          <p:cNvPr id="221" name="object 2">
            <a:extLst>
              <a:ext uri="{FF2B5EF4-FFF2-40B4-BE49-F238E27FC236}">
                <a16:creationId xmlns:a16="http://schemas.microsoft.com/office/drawing/2014/main" id="{13D1AC3A-92DF-3B18-FB48-D26517B193BB}"/>
              </a:ext>
            </a:extLst>
          </p:cNvPr>
          <p:cNvSpPr txBox="1">
            <a:spLocks/>
          </p:cNvSpPr>
          <p:nvPr/>
        </p:nvSpPr>
        <p:spPr>
          <a:xfrm>
            <a:off x="835223" y="346306"/>
            <a:ext cx="6725841" cy="365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08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000"/>
              <a:buFont typeface="Arial"/>
              <a:buNone/>
              <a:defRPr sz="2250" b="0" i="0" u="none" strike="noStrike" cap="none">
                <a:solidFill>
                  <a:schemeClr val="tx2"/>
                </a:solidFill>
                <a:latin typeface="Lato" panose="020B0604020202020204" charset="0"/>
                <a:ea typeface="Roboto Condensed"/>
                <a:cs typeface="Lato" panose="020B0604020202020204" charset="0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640">
              <a:spcBef>
                <a:spcPts val="50"/>
              </a:spcBef>
              <a:defRPr/>
            </a:pPr>
            <a:r>
              <a:rPr lang="pt-BR" spc="-2">
                <a:solidFill>
                  <a:schemeClr val="tx1"/>
                </a:solidFill>
              </a:rPr>
              <a:t>Aprendizagem</a:t>
            </a:r>
            <a:r>
              <a:rPr lang="pt-BR" spc="-21">
                <a:solidFill>
                  <a:schemeClr val="tx1"/>
                </a:solidFill>
              </a:rPr>
              <a:t> </a:t>
            </a:r>
            <a:r>
              <a:rPr lang="pt-BR" spc="-2">
                <a:solidFill>
                  <a:schemeClr val="tx1"/>
                </a:solidFill>
              </a:rPr>
              <a:t>Supervisionada</a:t>
            </a:r>
            <a:endParaRPr lang="pt-BR" spc="-2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7" name="Agrupar 201">
            <a:extLst>
              <a:ext uri="{FF2B5EF4-FFF2-40B4-BE49-F238E27FC236}">
                <a16:creationId xmlns:a16="http://schemas.microsoft.com/office/drawing/2014/main" id="{4EACA93A-97D0-79CF-3925-635220239878}"/>
              </a:ext>
            </a:extLst>
          </p:cNvPr>
          <p:cNvGrpSpPr>
            <a:grpSpLocks/>
          </p:cNvGrpSpPr>
          <p:nvPr/>
        </p:nvGrpSpPr>
        <p:grpSpPr bwMode="auto">
          <a:xfrm>
            <a:off x="2769394" y="1725216"/>
            <a:ext cx="3370660" cy="2378158"/>
            <a:chOff x="1978845" y="1040128"/>
            <a:chExt cx="4494869" cy="316965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21A98146-E259-313E-9958-26F300A24784}"/>
                </a:ext>
              </a:extLst>
            </p:cNvPr>
            <p:cNvSpPr/>
            <p:nvPr/>
          </p:nvSpPr>
          <p:spPr>
            <a:xfrm>
              <a:off x="2159846" y="3458542"/>
              <a:ext cx="4259885" cy="0"/>
            </a:xfrm>
            <a:custGeom>
              <a:avLst/>
              <a:gdLst/>
              <a:ahLst/>
              <a:cxnLst/>
              <a:rect l="l" t="t" r="r" b="b"/>
              <a:pathLst>
                <a:path w="6109970">
                  <a:moveTo>
                    <a:pt x="0" y="0"/>
                  </a:moveTo>
                  <a:lnTo>
                    <a:pt x="6109852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BC1604C-8D0C-C003-2AE2-246B8AAB014D}"/>
                </a:ext>
              </a:extLst>
            </p:cNvPr>
            <p:cNvSpPr/>
            <p:nvPr/>
          </p:nvSpPr>
          <p:spPr>
            <a:xfrm>
              <a:off x="2159846" y="2868220"/>
              <a:ext cx="4259885" cy="0"/>
            </a:xfrm>
            <a:custGeom>
              <a:avLst/>
              <a:gdLst/>
              <a:ahLst/>
              <a:cxnLst/>
              <a:rect l="l" t="t" r="r" b="b"/>
              <a:pathLst>
                <a:path w="6109970">
                  <a:moveTo>
                    <a:pt x="0" y="0"/>
                  </a:moveTo>
                  <a:lnTo>
                    <a:pt x="6109852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F71E02B-864C-AC18-6F95-2950D37C9B0B}"/>
                </a:ext>
              </a:extLst>
            </p:cNvPr>
            <p:cNvSpPr/>
            <p:nvPr/>
          </p:nvSpPr>
          <p:spPr>
            <a:xfrm>
              <a:off x="2159846" y="2279485"/>
              <a:ext cx="4259885" cy="0"/>
            </a:xfrm>
            <a:custGeom>
              <a:avLst/>
              <a:gdLst/>
              <a:ahLst/>
              <a:cxnLst/>
              <a:rect l="l" t="t" r="r" b="b"/>
              <a:pathLst>
                <a:path w="6109970">
                  <a:moveTo>
                    <a:pt x="0" y="0"/>
                  </a:moveTo>
                  <a:lnTo>
                    <a:pt x="6109852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67B9513-61B6-3507-F17D-727595250710}"/>
                </a:ext>
              </a:extLst>
            </p:cNvPr>
            <p:cNvSpPr/>
            <p:nvPr/>
          </p:nvSpPr>
          <p:spPr>
            <a:xfrm>
              <a:off x="2159846" y="1690751"/>
              <a:ext cx="4259885" cy="0"/>
            </a:xfrm>
            <a:custGeom>
              <a:avLst/>
              <a:gdLst/>
              <a:ahLst/>
              <a:cxnLst/>
              <a:rect l="l" t="t" r="r" b="b"/>
              <a:pathLst>
                <a:path w="6109970">
                  <a:moveTo>
                    <a:pt x="0" y="0"/>
                  </a:moveTo>
                  <a:lnTo>
                    <a:pt x="6109852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BBB4224F-7E2C-2FE5-2394-86BD91372170}"/>
                </a:ext>
              </a:extLst>
            </p:cNvPr>
            <p:cNvSpPr/>
            <p:nvPr/>
          </p:nvSpPr>
          <p:spPr>
            <a:xfrm>
              <a:off x="2159846" y="1103603"/>
              <a:ext cx="4259885" cy="0"/>
            </a:xfrm>
            <a:custGeom>
              <a:avLst/>
              <a:gdLst/>
              <a:ahLst/>
              <a:cxnLst/>
              <a:rect l="l" t="t" r="r" b="b"/>
              <a:pathLst>
                <a:path w="6109970">
                  <a:moveTo>
                    <a:pt x="0" y="0"/>
                  </a:moveTo>
                  <a:lnTo>
                    <a:pt x="6109852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5250F350-56B9-F009-968E-0AA6CFA8836D}"/>
                </a:ext>
              </a:extLst>
            </p:cNvPr>
            <p:cNvSpPr/>
            <p:nvPr/>
          </p:nvSpPr>
          <p:spPr>
            <a:xfrm>
              <a:off x="2159846" y="1102016"/>
              <a:ext cx="0" cy="2943673"/>
            </a:xfrm>
            <a:custGeom>
              <a:avLst/>
              <a:gdLst/>
              <a:ahLst/>
              <a:cxnLst/>
              <a:rect l="l" t="t" r="r" b="b"/>
              <a:pathLst>
                <a:path h="4223385">
                  <a:moveTo>
                    <a:pt x="0" y="4223149"/>
                  </a:moveTo>
                  <a:lnTo>
                    <a:pt x="0" y="0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F3789A52-FF35-CB25-AB1A-03BF45F4107C}"/>
                </a:ext>
              </a:extLst>
            </p:cNvPr>
            <p:cNvSpPr/>
            <p:nvPr/>
          </p:nvSpPr>
          <p:spPr>
            <a:xfrm>
              <a:off x="2131267" y="4045689"/>
              <a:ext cx="28579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BD19E3B7-67B2-1FF2-D06F-C94741DB45D1}"/>
                </a:ext>
              </a:extLst>
            </p:cNvPr>
            <p:cNvSpPr/>
            <p:nvPr/>
          </p:nvSpPr>
          <p:spPr>
            <a:xfrm>
              <a:off x="2131267" y="3458542"/>
              <a:ext cx="28579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BFAE189F-529C-D035-5625-69C82B7CF5F0}"/>
                </a:ext>
              </a:extLst>
            </p:cNvPr>
            <p:cNvSpPr/>
            <p:nvPr/>
          </p:nvSpPr>
          <p:spPr>
            <a:xfrm>
              <a:off x="2131267" y="2868220"/>
              <a:ext cx="28579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CDCF95CB-0490-A0B2-052D-0F17385A6770}"/>
                </a:ext>
              </a:extLst>
            </p:cNvPr>
            <p:cNvSpPr/>
            <p:nvPr/>
          </p:nvSpPr>
          <p:spPr>
            <a:xfrm>
              <a:off x="2131267" y="2279485"/>
              <a:ext cx="28579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6D524D34-8881-AF3A-BCA4-D08F938A3002}"/>
                </a:ext>
              </a:extLst>
            </p:cNvPr>
            <p:cNvSpPr/>
            <p:nvPr/>
          </p:nvSpPr>
          <p:spPr>
            <a:xfrm>
              <a:off x="2131267" y="1690751"/>
              <a:ext cx="28579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1172F3FD-F201-AB7C-7B44-EA47BA44B68D}"/>
                </a:ext>
              </a:extLst>
            </p:cNvPr>
            <p:cNvSpPr/>
            <p:nvPr/>
          </p:nvSpPr>
          <p:spPr>
            <a:xfrm>
              <a:off x="2131267" y="1103603"/>
              <a:ext cx="28579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F57ACA38-B6F3-7E83-0175-FFC0CA38D43B}"/>
                </a:ext>
              </a:extLst>
            </p:cNvPr>
            <p:cNvSpPr/>
            <p:nvPr/>
          </p:nvSpPr>
          <p:spPr>
            <a:xfrm>
              <a:off x="2159846" y="4045689"/>
              <a:ext cx="4259885" cy="0"/>
            </a:xfrm>
            <a:custGeom>
              <a:avLst/>
              <a:gdLst/>
              <a:ahLst/>
              <a:cxnLst/>
              <a:rect l="l" t="t" r="r" b="b"/>
              <a:pathLst>
                <a:path w="6112509">
                  <a:moveTo>
                    <a:pt x="0" y="0"/>
                  </a:moveTo>
                  <a:lnTo>
                    <a:pt x="6111956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ABBC7709-9C3F-1036-E41F-9EE600585703}"/>
                </a:ext>
              </a:extLst>
            </p:cNvPr>
            <p:cNvSpPr/>
            <p:nvPr/>
          </p:nvSpPr>
          <p:spPr>
            <a:xfrm>
              <a:off x="2159846" y="4047276"/>
              <a:ext cx="0" cy="25390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FE57B13A-0BAB-7A55-B061-980BA14BA519}"/>
                </a:ext>
              </a:extLst>
            </p:cNvPr>
            <p:cNvSpPr/>
            <p:nvPr/>
          </p:nvSpPr>
          <p:spPr>
            <a:xfrm>
              <a:off x="3012459" y="4047276"/>
              <a:ext cx="0" cy="25390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7C98EFAB-13C6-DAD2-42FA-FED7E7F99149}"/>
                </a:ext>
              </a:extLst>
            </p:cNvPr>
            <p:cNvSpPr/>
            <p:nvPr/>
          </p:nvSpPr>
          <p:spPr>
            <a:xfrm>
              <a:off x="3863483" y="4047276"/>
              <a:ext cx="0" cy="25390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CE771332-B346-0494-FF93-3B954099533F}"/>
                </a:ext>
              </a:extLst>
            </p:cNvPr>
            <p:cNvSpPr/>
            <p:nvPr/>
          </p:nvSpPr>
          <p:spPr>
            <a:xfrm>
              <a:off x="4716094" y="4047276"/>
              <a:ext cx="0" cy="25390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C4194D35-80DF-69E0-61EF-E3E8FE50BEAF}"/>
                </a:ext>
              </a:extLst>
            </p:cNvPr>
            <p:cNvSpPr/>
            <p:nvPr/>
          </p:nvSpPr>
          <p:spPr>
            <a:xfrm>
              <a:off x="5567119" y="4047276"/>
              <a:ext cx="0" cy="25390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D5EFB4C6-DFEF-3B47-8499-9FB263210CD2}"/>
                </a:ext>
              </a:extLst>
            </p:cNvPr>
            <p:cNvSpPr/>
            <p:nvPr/>
          </p:nvSpPr>
          <p:spPr>
            <a:xfrm>
              <a:off x="6419731" y="4047276"/>
              <a:ext cx="0" cy="25390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D73A995C-C031-61AF-19F0-AB5E86B2A1F4}"/>
                </a:ext>
              </a:extLst>
            </p:cNvPr>
            <p:cNvSpPr/>
            <p:nvPr/>
          </p:nvSpPr>
          <p:spPr>
            <a:xfrm>
              <a:off x="3622148" y="1398764"/>
              <a:ext cx="144483" cy="1459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CB7FF150-E76E-4DF3-B631-1ECB96820F21}"/>
                </a:ext>
              </a:extLst>
            </p:cNvPr>
            <p:cNvSpPr/>
            <p:nvPr/>
          </p:nvSpPr>
          <p:spPr>
            <a:xfrm>
              <a:off x="3622148" y="2103341"/>
              <a:ext cx="144483" cy="2634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C0D2BB9B-B1C2-7143-9976-43ABE3FA7F71}"/>
                </a:ext>
              </a:extLst>
            </p:cNvPr>
            <p:cNvSpPr/>
            <p:nvPr/>
          </p:nvSpPr>
          <p:spPr>
            <a:xfrm>
              <a:off x="2780650" y="1762160"/>
              <a:ext cx="125430" cy="12377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32F767D2-6EEA-A713-FEAC-6780EBB30CA1}"/>
                </a:ext>
              </a:extLst>
            </p:cNvPr>
            <p:cNvSpPr/>
            <p:nvPr/>
          </p:nvSpPr>
          <p:spPr>
            <a:xfrm>
              <a:off x="2941010" y="1868482"/>
              <a:ext cx="144484" cy="1444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838793A4-F752-DBEB-14CF-E9A69BD1AB03}"/>
                </a:ext>
              </a:extLst>
            </p:cNvPr>
            <p:cNvSpPr/>
            <p:nvPr/>
          </p:nvSpPr>
          <p:spPr>
            <a:xfrm>
              <a:off x="2769535" y="1987498"/>
              <a:ext cx="144484" cy="1444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F7958CD9-B492-4ED7-7F8B-46E19F829B8F}"/>
                </a:ext>
              </a:extLst>
            </p:cNvPr>
            <p:cNvSpPr/>
            <p:nvPr/>
          </p:nvSpPr>
          <p:spPr>
            <a:xfrm>
              <a:off x="3622148" y="2457216"/>
              <a:ext cx="144483" cy="1444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67692B32-5A1B-C607-045E-504E11955F75}"/>
                </a:ext>
              </a:extLst>
            </p:cNvPr>
            <p:cNvSpPr/>
            <p:nvPr/>
          </p:nvSpPr>
          <p:spPr>
            <a:xfrm>
              <a:off x="2428174" y="1398764"/>
              <a:ext cx="144483" cy="1459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06E0AD67-BB75-E5C2-3519-0E68F1D33F3D}"/>
                </a:ext>
              </a:extLst>
            </p:cNvPr>
            <p:cNvSpPr/>
            <p:nvPr/>
          </p:nvSpPr>
          <p:spPr>
            <a:xfrm>
              <a:off x="3450673" y="2103341"/>
              <a:ext cx="144483" cy="1444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13D555B8-F895-BB46-9BE8-FE62951C93F3}"/>
                </a:ext>
              </a:extLst>
            </p:cNvPr>
            <p:cNvSpPr/>
            <p:nvPr/>
          </p:nvSpPr>
          <p:spPr>
            <a:xfrm>
              <a:off x="3279198" y="2103341"/>
              <a:ext cx="146071" cy="2634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80D7BC0E-7C64-E4F7-CEE9-4C9F6E2CBB8E}"/>
                </a:ext>
              </a:extLst>
            </p:cNvPr>
            <p:cNvSpPr/>
            <p:nvPr/>
          </p:nvSpPr>
          <p:spPr>
            <a:xfrm>
              <a:off x="3450673" y="2457216"/>
              <a:ext cx="144483" cy="1444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009A1296-DE8A-AA99-DC84-0A5B16F96D14}"/>
                </a:ext>
              </a:extLst>
            </p:cNvPr>
            <p:cNvSpPr/>
            <p:nvPr/>
          </p:nvSpPr>
          <p:spPr>
            <a:xfrm>
              <a:off x="3279198" y="2457216"/>
              <a:ext cx="146071" cy="1444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691AF0F1-C3C2-F3DB-951F-D97C18048B32}"/>
                </a:ext>
              </a:extLst>
            </p:cNvPr>
            <p:cNvSpPr/>
            <p:nvPr/>
          </p:nvSpPr>
          <p:spPr>
            <a:xfrm>
              <a:off x="2428174" y="1514606"/>
              <a:ext cx="144483" cy="2650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1EBD7318-30E7-BC8F-97AD-DBEF5EDC6E26}"/>
                </a:ext>
              </a:extLst>
            </p:cNvPr>
            <p:cNvSpPr/>
            <p:nvPr/>
          </p:nvSpPr>
          <p:spPr>
            <a:xfrm>
              <a:off x="3450673" y="1398764"/>
              <a:ext cx="144483" cy="1459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A2948172-2248-8182-9C22-16EEBF52048E}"/>
                </a:ext>
              </a:extLst>
            </p:cNvPr>
            <p:cNvSpPr/>
            <p:nvPr/>
          </p:nvSpPr>
          <p:spPr>
            <a:xfrm>
              <a:off x="3110898" y="2103341"/>
              <a:ext cx="146071" cy="1444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E599B4E9-F048-595C-13D3-FF87EBC7E9D5}"/>
                </a:ext>
              </a:extLst>
            </p:cNvPr>
            <p:cNvSpPr/>
            <p:nvPr/>
          </p:nvSpPr>
          <p:spPr>
            <a:xfrm>
              <a:off x="3279198" y="1987498"/>
              <a:ext cx="146071" cy="1444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67F3D89C-BE7B-33CC-92B7-C26954B7D879}"/>
                </a:ext>
              </a:extLst>
            </p:cNvPr>
            <p:cNvSpPr/>
            <p:nvPr/>
          </p:nvSpPr>
          <p:spPr>
            <a:xfrm>
              <a:off x="2941010" y="1633623"/>
              <a:ext cx="144484" cy="2634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D35E22BB-4984-D475-73C2-6845FB839CA7}"/>
                </a:ext>
              </a:extLst>
            </p:cNvPr>
            <p:cNvSpPr/>
            <p:nvPr/>
          </p:nvSpPr>
          <p:spPr>
            <a:xfrm>
              <a:off x="2256699" y="1514606"/>
              <a:ext cx="144483" cy="2650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C6801A09-F857-49C4-BEC0-62E09763D672}"/>
                </a:ext>
              </a:extLst>
            </p:cNvPr>
            <p:cNvSpPr/>
            <p:nvPr/>
          </p:nvSpPr>
          <p:spPr>
            <a:xfrm>
              <a:off x="3110898" y="1514606"/>
              <a:ext cx="146071" cy="1459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746053DA-E964-CC35-0879-2748CB7C49AB}"/>
                </a:ext>
              </a:extLst>
            </p:cNvPr>
            <p:cNvSpPr/>
            <p:nvPr/>
          </p:nvSpPr>
          <p:spPr>
            <a:xfrm>
              <a:off x="2598060" y="1868482"/>
              <a:ext cx="146071" cy="1444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6C017FD3-B8EF-7B4B-F209-041B949CE518}"/>
                </a:ext>
              </a:extLst>
            </p:cNvPr>
            <p:cNvSpPr/>
            <p:nvPr/>
          </p:nvSpPr>
          <p:spPr>
            <a:xfrm>
              <a:off x="3804736" y="1408285"/>
              <a:ext cx="123843" cy="12377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A0EDBC49-E028-724A-01F3-1C6A82C01756}"/>
                </a:ext>
              </a:extLst>
            </p:cNvPr>
            <p:cNvSpPr/>
            <p:nvPr/>
          </p:nvSpPr>
          <p:spPr>
            <a:xfrm>
              <a:off x="2769535" y="2222357"/>
              <a:ext cx="144484" cy="1444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1C42EC07-EC0B-5AA7-31C0-56EFFC67A1EA}"/>
                </a:ext>
              </a:extLst>
            </p:cNvPr>
            <p:cNvSpPr/>
            <p:nvPr/>
          </p:nvSpPr>
          <p:spPr>
            <a:xfrm>
              <a:off x="3450673" y="1987498"/>
              <a:ext cx="144483" cy="14440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3D13078B-F4C0-8BA9-1C28-561B1B61D382}"/>
                </a:ext>
              </a:extLst>
            </p:cNvPr>
            <p:cNvSpPr/>
            <p:nvPr/>
          </p:nvSpPr>
          <p:spPr>
            <a:xfrm>
              <a:off x="2256699" y="2103341"/>
              <a:ext cx="144483" cy="1444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7880B080-F65A-D1B6-01F5-5AA69B9E4EFE}"/>
                </a:ext>
              </a:extLst>
            </p:cNvPr>
            <p:cNvSpPr/>
            <p:nvPr/>
          </p:nvSpPr>
          <p:spPr>
            <a:xfrm>
              <a:off x="2439287" y="1878004"/>
              <a:ext cx="125431" cy="24279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F693E0BD-D6F9-182B-A714-06C2F1A9EE0F}"/>
                </a:ext>
              </a:extLst>
            </p:cNvPr>
            <p:cNvSpPr/>
            <p:nvPr/>
          </p:nvSpPr>
          <p:spPr>
            <a:xfrm>
              <a:off x="3450673" y="1633623"/>
              <a:ext cx="144483" cy="2634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8C562D9B-3AE0-4332-BA3D-C6C9B0954D5A}"/>
                </a:ext>
              </a:extLst>
            </p:cNvPr>
            <p:cNvSpPr/>
            <p:nvPr/>
          </p:nvSpPr>
          <p:spPr>
            <a:xfrm>
              <a:off x="3110898" y="1868482"/>
              <a:ext cx="146071" cy="1444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9EA45162-1A89-B799-31F0-04261EF14A9B}"/>
                </a:ext>
              </a:extLst>
            </p:cNvPr>
            <p:cNvSpPr/>
            <p:nvPr/>
          </p:nvSpPr>
          <p:spPr>
            <a:xfrm>
              <a:off x="3123600" y="2349308"/>
              <a:ext cx="123843" cy="12536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3A682FF3-1C06-E87F-EA50-F44AC6B1D678}"/>
                </a:ext>
              </a:extLst>
            </p:cNvPr>
            <p:cNvSpPr/>
            <p:nvPr/>
          </p:nvSpPr>
          <p:spPr>
            <a:xfrm>
              <a:off x="3279198" y="1514606"/>
              <a:ext cx="146071" cy="1459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BF3089F8-58A4-25B8-9DF1-174DC445CB8A}"/>
                </a:ext>
              </a:extLst>
            </p:cNvPr>
            <p:cNvSpPr/>
            <p:nvPr/>
          </p:nvSpPr>
          <p:spPr>
            <a:xfrm>
              <a:off x="2598060" y="2222357"/>
              <a:ext cx="146071" cy="1444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ADA3F9BE-FEF1-7D50-E774-06C954369119}"/>
                </a:ext>
              </a:extLst>
            </p:cNvPr>
            <p:cNvSpPr/>
            <p:nvPr/>
          </p:nvSpPr>
          <p:spPr>
            <a:xfrm>
              <a:off x="2610762" y="1408285"/>
              <a:ext cx="123843" cy="12377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C54DD382-8BEA-1A86-BDFB-7569DBC08CE5}"/>
                </a:ext>
              </a:extLst>
            </p:cNvPr>
            <p:cNvSpPr/>
            <p:nvPr/>
          </p:nvSpPr>
          <p:spPr>
            <a:xfrm>
              <a:off x="3279198" y="2341374"/>
              <a:ext cx="146071" cy="1444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107CA967-E256-52E1-5540-B9AC3AEE93F9}"/>
                </a:ext>
              </a:extLst>
            </p:cNvPr>
            <p:cNvSpPr/>
            <p:nvPr/>
          </p:nvSpPr>
          <p:spPr>
            <a:xfrm>
              <a:off x="2941010" y="1398764"/>
              <a:ext cx="144484" cy="1459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DD60BAAA-F39A-B323-BCBD-3E0AA702C0BF}"/>
                </a:ext>
              </a:extLst>
            </p:cNvPr>
            <p:cNvSpPr/>
            <p:nvPr/>
          </p:nvSpPr>
          <p:spPr>
            <a:xfrm>
              <a:off x="3804736" y="2465151"/>
              <a:ext cx="123843" cy="1253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EF0C06EA-EC09-3B5A-7ABE-C25A2C9BF2A7}"/>
                </a:ext>
              </a:extLst>
            </p:cNvPr>
            <p:cNvSpPr/>
            <p:nvPr/>
          </p:nvSpPr>
          <p:spPr>
            <a:xfrm>
              <a:off x="2941010" y="2222357"/>
              <a:ext cx="144484" cy="2634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E7FB45E7-3F4B-5D92-E203-B9CBDDA666C5}"/>
                </a:ext>
              </a:extLst>
            </p:cNvPr>
            <p:cNvSpPr/>
            <p:nvPr/>
          </p:nvSpPr>
          <p:spPr>
            <a:xfrm>
              <a:off x="2439287" y="2465151"/>
              <a:ext cx="125431" cy="1253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D5632D03-EFE4-3250-E58A-030F33443D74}"/>
                </a:ext>
              </a:extLst>
            </p:cNvPr>
            <p:cNvSpPr/>
            <p:nvPr/>
          </p:nvSpPr>
          <p:spPr>
            <a:xfrm>
              <a:off x="2598060" y="1514606"/>
              <a:ext cx="146071" cy="38244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3D4AE40D-E944-CA8C-497D-6B5C80DF2B4B}"/>
                </a:ext>
              </a:extLst>
            </p:cNvPr>
            <p:cNvSpPr/>
            <p:nvPr/>
          </p:nvSpPr>
          <p:spPr>
            <a:xfrm>
              <a:off x="2256699" y="2457216"/>
              <a:ext cx="144483" cy="1444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F9C16A33-92BC-A8D5-3718-51CE1849115E}"/>
                </a:ext>
              </a:extLst>
            </p:cNvPr>
            <p:cNvSpPr/>
            <p:nvPr/>
          </p:nvSpPr>
          <p:spPr>
            <a:xfrm>
              <a:off x="2598060" y="1987498"/>
              <a:ext cx="146071" cy="1444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23B67292-A4E5-F768-4CFD-63A1EFB9C614}"/>
                </a:ext>
              </a:extLst>
            </p:cNvPr>
            <p:cNvSpPr/>
            <p:nvPr/>
          </p:nvSpPr>
          <p:spPr>
            <a:xfrm>
              <a:off x="5849735" y="2938043"/>
              <a:ext cx="123843" cy="24279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5A684390-18A8-005F-F801-6059A97AF804}"/>
                </a:ext>
              </a:extLst>
            </p:cNvPr>
            <p:cNvSpPr/>
            <p:nvPr/>
          </p:nvSpPr>
          <p:spPr>
            <a:xfrm>
              <a:off x="4814534" y="2811092"/>
              <a:ext cx="146071" cy="1444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9A1C8525-7EBF-1F46-6E76-4FEEB63F77E5}"/>
                </a:ext>
              </a:extLst>
            </p:cNvPr>
            <p:cNvSpPr/>
            <p:nvPr/>
          </p:nvSpPr>
          <p:spPr>
            <a:xfrm>
              <a:off x="5495671" y="3163381"/>
              <a:ext cx="144483" cy="1459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DF8FD836-F3D2-5ED1-B9DD-FB40890A6E95}"/>
                </a:ext>
              </a:extLst>
            </p:cNvPr>
            <p:cNvSpPr/>
            <p:nvPr/>
          </p:nvSpPr>
          <p:spPr>
            <a:xfrm>
              <a:off x="4814534" y="3047538"/>
              <a:ext cx="146071" cy="1459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9109BD93-07AB-90DD-7EB5-A79C7C61A824}"/>
                </a:ext>
              </a:extLst>
            </p:cNvPr>
            <p:cNvSpPr/>
            <p:nvPr/>
          </p:nvSpPr>
          <p:spPr>
            <a:xfrm>
              <a:off x="4473172" y="2811092"/>
              <a:ext cx="144483" cy="1444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6930A50A-2741-F4CD-7D97-EBB3A38718A8}"/>
                </a:ext>
              </a:extLst>
            </p:cNvPr>
            <p:cNvSpPr/>
            <p:nvPr/>
          </p:nvSpPr>
          <p:spPr>
            <a:xfrm>
              <a:off x="4314399" y="2938043"/>
              <a:ext cx="123843" cy="24279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DF22644C-446D-15EC-BF75-DA69701BF265}"/>
                </a:ext>
              </a:extLst>
            </p:cNvPr>
            <p:cNvSpPr/>
            <p:nvPr/>
          </p:nvSpPr>
          <p:spPr>
            <a:xfrm>
              <a:off x="4986009" y="3871132"/>
              <a:ext cx="144484" cy="1444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A04B6370-B27F-0148-2749-9B1FBD56EBB4}"/>
                </a:ext>
              </a:extLst>
            </p:cNvPr>
            <p:cNvSpPr/>
            <p:nvPr/>
          </p:nvSpPr>
          <p:spPr>
            <a:xfrm>
              <a:off x="5154308" y="3282397"/>
              <a:ext cx="144484" cy="2634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C332CF83-7F57-36DD-B746-2B658E2AFB7C}"/>
                </a:ext>
              </a:extLst>
            </p:cNvPr>
            <p:cNvSpPr/>
            <p:nvPr/>
          </p:nvSpPr>
          <p:spPr>
            <a:xfrm>
              <a:off x="4301697" y="3163381"/>
              <a:ext cx="146071" cy="1459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9" name="object 69">
              <a:extLst>
                <a:ext uri="{FF2B5EF4-FFF2-40B4-BE49-F238E27FC236}">
                  <a16:creationId xmlns:a16="http://schemas.microsoft.com/office/drawing/2014/main" id="{53AA07F9-4C0B-8183-EEBA-3F7A2F355D98}"/>
                </a:ext>
              </a:extLst>
            </p:cNvPr>
            <p:cNvSpPr/>
            <p:nvPr/>
          </p:nvSpPr>
          <p:spPr>
            <a:xfrm>
              <a:off x="4655761" y="3172902"/>
              <a:ext cx="125431" cy="24279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0" name="object 70">
              <a:extLst>
                <a:ext uri="{FF2B5EF4-FFF2-40B4-BE49-F238E27FC236}">
                  <a16:creationId xmlns:a16="http://schemas.microsoft.com/office/drawing/2014/main" id="{F749C5C7-E46E-B257-D76E-A5EAA0ACFAA9}"/>
                </a:ext>
              </a:extLst>
            </p:cNvPr>
            <p:cNvSpPr/>
            <p:nvPr/>
          </p:nvSpPr>
          <p:spPr>
            <a:xfrm>
              <a:off x="4814534" y="3517256"/>
              <a:ext cx="146071" cy="1444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37290CF5-AE67-A8E9-3BDF-E7B468E340FE}"/>
                </a:ext>
              </a:extLst>
            </p:cNvPr>
            <p:cNvSpPr/>
            <p:nvPr/>
          </p:nvSpPr>
          <p:spPr>
            <a:xfrm>
              <a:off x="5678260" y="3760050"/>
              <a:ext cx="125431" cy="24438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2" name="object 72">
              <a:extLst>
                <a:ext uri="{FF2B5EF4-FFF2-40B4-BE49-F238E27FC236}">
                  <a16:creationId xmlns:a16="http://schemas.microsoft.com/office/drawing/2014/main" id="{7F5CCDC4-CA5B-6EDE-A592-03931C8D368B}"/>
                </a:ext>
              </a:extLst>
            </p:cNvPr>
            <p:cNvSpPr/>
            <p:nvPr/>
          </p:nvSpPr>
          <p:spPr>
            <a:xfrm>
              <a:off x="4301697" y="2811092"/>
              <a:ext cx="146071" cy="1444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3" name="object 73">
              <a:extLst>
                <a:ext uri="{FF2B5EF4-FFF2-40B4-BE49-F238E27FC236}">
                  <a16:creationId xmlns:a16="http://schemas.microsoft.com/office/drawing/2014/main" id="{338262BF-E657-F064-32D5-3BC515B58406}"/>
                </a:ext>
              </a:extLst>
            </p:cNvPr>
            <p:cNvSpPr/>
            <p:nvPr/>
          </p:nvSpPr>
          <p:spPr>
            <a:xfrm>
              <a:off x="4644647" y="3752115"/>
              <a:ext cx="144483" cy="1444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4" name="object 74">
              <a:extLst>
                <a:ext uri="{FF2B5EF4-FFF2-40B4-BE49-F238E27FC236}">
                  <a16:creationId xmlns:a16="http://schemas.microsoft.com/office/drawing/2014/main" id="{2EAE4F2D-CE82-933E-7C6F-797353178296}"/>
                </a:ext>
              </a:extLst>
            </p:cNvPr>
            <p:cNvSpPr/>
            <p:nvPr/>
          </p:nvSpPr>
          <p:spPr>
            <a:xfrm>
              <a:off x="4986009" y="3282397"/>
              <a:ext cx="144484" cy="2634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5" name="object 75">
              <a:extLst>
                <a:ext uri="{FF2B5EF4-FFF2-40B4-BE49-F238E27FC236}">
                  <a16:creationId xmlns:a16="http://schemas.microsoft.com/office/drawing/2014/main" id="{AFD0B311-1146-F4B8-6862-98014540D6F1}"/>
                </a:ext>
              </a:extLst>
            </p:cNvPr>
            <p:cNvSpPr/>
            <p:nvPr/>
          </p:nvSpPr>
          <p:spPr>
            <a:xfrm>
              <a:off x="5838621" y="3163381"/>
              <a:ext cx="144483" cy="1459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6" name="object 76">
              <a:extLst>
                <a:ext uri="{FF2B5EF4-FFF2-40B4-BE49-F238E27FC236}">
                  <a16:creationId xmlns:a16="http://schemas.microsoft.com/office/drawing/2014/main" id="{5A993E32-9C97-B748-DE09-BE16076EC1FC}"/>
                </a:ext>
              </a:extLst>
            </p:cNvPr>
            <p:cNvSpPr/>
            <p:nvPr/>
          </p:nvSpPr>
          <p:spPr>
            <a:xfrm>
              <a:off x="4314399" y="3760050"/>
              <a:ext cx="123843" cy="24438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7" name="object 77">
              <a:extLst>
                <a:ext uri="{FF2B5EF4-FFF2-40B4-BE49-F238E27FC236}">
                  <a16:creationId xmlns:a16="http://schemas.microsoft.com/office/drawing/2014/main" id="{58F0A5C9-66E7-7B35-832F-5005E0B22ED2}"/>
                </a:ext>
              </a:extLst>
            </p:cNvPr>
            <p:cNvSpPr/>
            <p:nvPr/>
          </p:nvSpPr>
          <p:spPr>
            <a:xfrm>
              <a:off x="4473172" y="3047538"/>
              <a:ext cx="144483" cy="1459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8" name="object 78">
              <a:extLst>
                <a:ext uri="{FF2B5EF4-FFF2-40B4-BE49-F238E27FC236}">
                  <a16:creationId xmlns:a16="http://schemas.microsoft.com/office/drawing/2014/main" id="{5E3FEEC9-B7D5-90BB-6EE2-1DA1792CCB00}"/>
                </a:ext>
              </a:extLst>
            </p:cNvPr>
            <p:cNvSpPr/>
            <p:nvPr/>
          </p:nvSpPr>
          <p:spPr>
            <a:xfrm>
              <a:off x="4644647" y="3047538"/>
              <a:ext cx="144483" cy="1459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9" name="object 79">
              <a:extLst>
                <a:ext uri="{FF2B5EF4-FFF2-40B4-BE49-F238E27FC236}">
                  <a16:creationId xmlns:a16="http://schemas.microsoft.com/office/drawing/2014/main" id="{7D025D4B-F855-BA1B-580D-3ED809C280D1}"/>
                </a:ext>
              </a:extLst>
            </p:cNvPr>
            <p:cNvSpPr/>
            <p:nvPr/>
          </p:nvSpPr>
          <p:spPr>
            <a:xfrm>
              <a:off x="5495671" y="2811092"/>
              <a:ext cx="144483" cy="1444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0" name="object 80">
              <a:extLst>
                <a:ext uri="{FF2B5EF4-FFF2-40B4-BE49-F238E27FC236}">
                  <a16:creationId xmlns:a16="http://schemas.microsoft.com/office/drawing/2014/main" id="{47EDCF0E-F1CF-45F9-3485-B829FA8E7B9D}"/>
                </a:ext>
              </a:extLst>
            </p:cNvPr>
            <p:cNvSpPr/>
            <p:nvPr/>
          </p:nvSpPr>
          <p:spPr>
            <a:xfrm>
              <a:off x="4986009" y="3636273"/>
              <a:ext cx="144484" cy="1444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1" name="object 81">
              <a:extLst>
                <a:ext uri="{FF2B5EF4-FFF2-40B4-BE49-F238E27FC236}">
                  <a16:creationId xmlns:a16="http://schemas.microsoft.com/office/drawing/2014/main" id="{79DBEAD6-5BF7-5BBA-8AA2-75E61C918B11}"/>
                </a:ext>
              </a:extLst>
            </p:cNvPr>
            <p:cNvSpPr/>
            <p:nvPr/>
          </p:nvSpPr>
          <p:spPr>
            <a:xfrm>
              <a:off x="5678260" y="2938043"/>
              <a:ext cx="125431" cy="24279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2" name="object 82">
              <a:extLst>
                <a:ext uri="{FF2B5EF4-FFF2-40B4-BE49-F238E27FC236}">
                  <a16:creationId xmlns:a16="http://schemas.microsoft.com/office/drawing/2014/main" id="{14DDCAC3-ABE2-0FC2-60E0-9A552FAEF773}"/>
                </a:ext>
              </a:extLst>
            </p:cNvPr>
            <p:cNvSpPr/>
            <p:nvPr/>
          </p:nvSpPr>
          <p:spPr>
            <a:xfrm>
              <a:off x="4301697" y="3752115"/>
              <a:ext cx="146071" cy="1444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3" name="object 83">
              <a:extLst>
                <a:ext uri="{FF2B5EF4-FFF2-40B4-BE49-F238E27FC236}">
                  <a16:creationId xmlns:a16="http://schemas.microsoft.com/office/drawing/2014/main" id="{F0F3B387-3826-C7B6-B861-5B2A3BAF02A0}"/>
                </a:ext>
              </a:extLst>
            </p:cNvPr>
            <p:cNvSpPr/>
            <p:nvPr/>
          </p:nvSpPr>
          <p:spPr>
            <a:xfrm>
              <a:off x="5508373" y="3760050"/>
              <a:ext cx="123843" cy="12536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4" name="object 84">
              <a:extLst>
                <a:ext uri="{FF2B5EF4-FFF2-40B4-BE49-F238E27FC236}">
                  <a16:creationId xmlns:a16="http://schemas.microsoft.com/office/drawing/2014/main" id="{5C550939-D2EB-CBE2-1666-8D86D74D1CFD}"/>
                </a:ext>
              </a:extLst>
            </p:cNvPr>
            <p:cNvSpPr/>
            <p:nvPr/>
          </p:nvSpPr>
          <p:spPr>
            <a:xfrm>
              <a:off x="4473172" y="3282397"/>
              <a:ext cx="144483" cy="1444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5" name="object 85">
              <a:extLst>
                <a:ext uri="{FF2B5EF4-FFF2-40B4-BE49-F238E27FC236}">
                  <a16:creationId xmlns:a16="http://schemas.microsoft.com/office/drawing/2014/main" id="{C70FD52B-FC4A-8A6C-9966-4BF702AC386E}"/>
                </a:ext>
              </a:extLst>
            </p:cNvPr>
            <p:cNvSpPr/>
            <p:nvPr/>
          </p:nvSpPr>
          <p:spPr>
            <a:xfrm>
              <a:off x="4814534" y="3163381"/>
              <a:ext cx="146071" cy="1459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6" name="object 86">
              <a:extLst>
                <a:ext uri="{FF2B5EF4-FFF2-40B4-BE49-F238E27FC236}">
                  <a16:creationId xmlns:a16="http://schemas.microsoft.com/office/drawing/2014/main" id="{1E64704E-34D6-40BC-F109-342F62FFB0A1}"/>
                </a:ext>
              </a:extLst>
            </p:cNvPr>
            <p:cNvSpPr/>
            <p:nvPr/>
          </p:nvSpPr>
          <p:spPr>
            <a:xfrm>
              <a:off x="4473172" y="3871132"/>
              <a:ext cx="144483" cy="14440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7" name="object 87">
              <a:extLst>
                <a:ext uri="{FF2B5EF4-FFF2-40B4-BE49-F238E27FC236}">
                  <a16:creationId xmlns:a16="http://schemas.microsoft.com/office/drawing/2014/main" id="{335B89FC-E5F8-9B81-1B13-966B0D8710C6}"/>
                </a:ext>
              </a:extLst>
            </p:cNvPr>
            <p:cNvSpPr/>
            <p:nvPr/>
          </p:nvSpPr>
          <p:spPr>
            <a:xfrm>
              <a:off x="5336898" y="3172902"/>
              <a:ext cx="123843" cy="24279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0E5AC157-AAD5-D7BE-C7A5-2E368A45165C}"/>
                </a:ext>
              </a:extLst>
            </p:cNvPr>
            <p:cNvSpPr/>
            <p:nvPr/>
          </p:nvSpPr>
          <p:spPr>
            <a:xfrm>
              <a:off x="4644647" y="3517256"/>
              <a:ext cx="144483" cy="2634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BE6A5669-8850-FF8A-72CD-47C187C8A1EA}"/>
                </a:ext>
              </a:extLst>
            </p:cNvPr>
            <p:cNvSpPr/>
            <p:nvPr/>
          </p:nvSpPr>
          <p:spPr>
            <a:xfrm>
              <a:off x="4644647" y="3282397"/>
              <a:ext cx="144483" cy="1444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8B33ECC2-C2DA-0EB6-84F4-220F0D6B6C65}"/>
                </a:ext>
              </a:extLst>
            </p:cNvPr>
            <p:cNvSpPr/>
            <p:nvPr/>
          </p:nvSpPr>
          <p:spPr>
            <a:xfrm>
              <a:off x="5667146" y="3517256"/>
              <a:ext cx="144483" cy="26342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1" name="object 91">
              <a:extLst>
                <a:ext uri="{FF2B5EF4-FFF2-40B4-BE49-F238E27FC236}">
                  <a16:creationId xmlns:a16="http://schemas.microsoft.com/office/drawing/2014/main" id="{AF4332CB-417E-D375-4E5E-C64D80B3C6F2}"/>
                </a:ext>
              </a:extLst>
            </p:cNvPr>
            <p:cNvSpPr/>
            <p:nvPr/>
          </p:nvSpPr>
          <p:spPr>
            <a:xfrm>
              <a:off x="4644647" y="2811092"/>
              <a:ext cx="144483" cy="14440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2" name="object 92">
              <a:extLst>
                <a:ext uri="{FF2B5EF4-FFF2-40B4-BE49-F238E27FC236}">
                  <a16:creationId xmlns:a16="http://schemas.microsoft.com/office/drawing/2014/main" id="{8947F26D-621B-C08D-625A-E83BE7B98BF6}"/>
                </a:ext>
              </a:extLst>
            </p:cNvPr>
            <p:cNvSpPr/>
            <p:nvPr/>
          </p:nvSpPr>
          <p:spPr>
            <a:xfrm>
              <a:off x="4301697" y="3047538"/>
              <a:ext cx="146071" cy="14599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3" name="object 93">
              <a:extLst>
                <a:ext uri="{FF2B5EF4-FFF2-40B4-BE49-F238E27FC236}">
                  <a16:creationId xmlns:a16="http://schemas.microsoft.com/office/drawing/2014/main" id="{95C23E01-DE42-F06E-08DF-AB90694E48D0}"/>
                </a:ext>
              </a:extLst>
            </p:cNvPr>
            <p:cNvSpPr/>
            <p:nvPr/>
          </p:nvSpPr>
          <p:spPr>
            <a:xfrm>
              <a:off x="4997124" y="3057059"/>
              <a:ext cx="125430" cy="12377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4" name="object 94">
              <a:extLst>
                <a:ext uri="{FF2B5EF4-FFF2-40B4-BE49-F238E27FC236}">
                  <a16:creationId xmlns:a16="http://schemas.microsoft.com/office/drawing/2014/main" id="{E3F5180A-6FAC-0733-35FF-B5F343C35171}"/>
                </a:ext>
              </a:extLst>
            </p:cNvPr>
            <p:cNvSpPr/>
            <p:nvPr/>
          </p:nvSpPr>
          <p:spPr>
            <a:xfrm>
              <a:off x="5336898" y="3526777"/>
              <a:ext cx="123843" cy="12377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5" name="object 95">
              <a:extLst>
                <a:ext uri="{FF2B5EF4-FFF2-40B4-BE49-F238E27FC236}">
                  <a16:creationId xmlns:a16="http://schemas.microsoft.com/office/drawing/2014/main" id="{581299E9-6A16-9885-0CB7-D399B001A831}"/>
                </a:ext>
              </a:extLst>
            </p:cNvPr>
            <p:cNvSpPr/>
            <p:nvPr/>
          </p:nvSpPr>
          <p:spPr>
            <a:xfrm>
              <a:off x="5336898" y="3760050"/>
              <a:ext cx="123843" cy="24438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6" name="object 96">
              <a:extLst>
                <a:ext uri="{FF2B5EF4-FFF2-40B4-BE49-F238E27FC236}">
                  <a16:creationId xmlns:a16="http://schemas.microsoft.com/office/drawing/2014/main" id="{1B5100F5-0CC7-E8DF-EE7C-A11D3A00BE72}"/>
                </a:ext>
              </a:extLst>
            </p:cNvPr>
            <p:cNvSpPr/>
            <p:nvPr/>
          </p:nvSpPr>
          <p:spPr>
            <a:xfrm>
              <a:off x="2453577" y="1646318"/>
              <a:ext cx="90500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7" name="object 97">
              <a:extLst>
                <a:ext uri="{FF2B5EF4-FFF2-40B4-BE49-F238E27FC236}">
                  <a16:creationId xmlns:a16="http://schemas.microsoft.com/office/drawing/2014/main" id="{9C1F6624-676D-23A9-B766-55D418980A2D}"/>
                </a:ext>
              </a:extLst>
            </p:cNvPr>
            <p:cNvSpPr/>
            <p:nvPr/>
          </p:nvSpPr>
          <p:spPr>
            <a:xfrm>
              <a:off x="2283689" y="1527301"/>
              <a:ext cx="88913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8" name="object 98">
              <a:extLst>
                <a:ext uri="{FF2B5EF4-FFF2-40B4-BE49-F238E27FC236}">
                  <a16:creationId xmlns:a16="http://schemas.microsoft.com/office/drawing/2014/main" id="{B8B1D9B6-DD83-AAE7-66B8-D83346B4DE0C}"/>
                </a:ext>
              </a:extLst>
            </p:cNvPr>
            <p:cNvSpPr/>
            <p:nvPr/>
          </p:nvSpPr>
          <p:spPr>
            <a:xfrm>
              <a:off x="3647552" y="2233466"/>
              <a:ext cx="90500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9" name="object 99">
              <a:extLst>
                <a:ext uri="{FF2B5EF4-FFF2-40B4-BE49-F238E27FC236}">
                  <a16:creationId xmlns:a16="http://schemas.microsoft.com/office/drawing/2014/main" id="{FAFF73AE-2724-066C-EB4E-3A081D529184}"/>
                </a:ext>
              </a:extLst>
            </p:cNvPr>
            <p:cNvSpPr/>
            <p:nvPr/>
          </p:nvSpPr>
          <p:spPr>
            <a:xfrm>
              <a:off x="3306189" y="2114449"/>
              <a:ext cx="88913" cy="9045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0" name="object 100">
              <a:extLst>
                <a:ext uri="{FF2B5EF4-FFF2-40B4-BE49-F238E27FC236}">
                  <a16:creationId xmlns:a16="http://schemas.microsoft.com/office/drawing/2014/main" id="{2A2E671D-89ED-02C2-E1B0-F452A8247461}"/>
                </a:ext>
              </a:extLst>
            </p:cNvPr>
            <p:cNvSpPr/>
            <p:nvPr/>
          </p:nvSpPr>
          <p:spPr>
            <a:xfrm>
              <a:off x="3647552" y="1411459"/>
              <a:ext cx="90500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1" name="object 101">
              <a:extLst>
                <a:ext uri="{FF2B5EF4-FFF2-40B4-BE49-F238E27FC236}">
                  <a16:creationId xmlns:a16="http://schemas.microsoft.com/office/drawing/2014/main" id="{8FE44FF5-E398-4C59-719C-22EEF02D8842}"/>
                </a:ext>
              </a:extLst>
            </p:cNvPr>
            <p:cNvSpPr/>
            <p:nvPr/>
          </p:nvSpPr>
          <p:spPr>
            <a:xfrm>
              <a:off x="3647552" y="2114449"/>
              <a:ext cx="90500" cy="9045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2" name="object 102">
              <a:extLst>
                <a:ext uri="{FF2B5EF4-FFF2-40B4-BE49-F238E27FC236}">
                  <a16:creationId xmlns:a16="http://schemas.microsoft.com/office/drawing/2014/main" id="{965D4429-9EBD-1FC8-2D13-B192FD775456}"/>
                </a:ext>
              </a:extLst>
            </p:cNvPr>
            <p:cNvSpPr/>
            <p:nvPr/>
          </p:nvSpPr>
          <p:spPr>
            <a:xfrm>
              <a:off x="2796527" y="1763748"/>
              <a:ext cx="88913" cy="9045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3" name="object 103">
              <a:extLst>
                <a:ext uri="{FF2B5EF4-FFF2-40B4-BE49-F238E27FC236}">
                  <a16:creationId xmlns:a16="http://schemas.microsoft.com/office/drawing/2014/main" id="{AFF862C9-1238-6C50-4233-73C200F92FB5}"/>
                </a:ext>
              </a:extLst>
            </p:cNvPr>
            <p:cNvSpPr/>
            <p:nvPr/>
          </p:nvSpPr>
          <p:spPr>
            <a:xfrm>
              <a:off x="2966414" y="1879590"/>
              <a:ext cx="90501" cy="9045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4" name="object 104">
              <a:extLst>
                <a:ext uri="{FF2B5EF4-FFF2-40B4-BE49-F238E27FC236}">
                  <a16:creationId xmlns:a16="http://schemas.microsoft.com/office/drawing/2014/main" id="{D340C785-CFBE-38E2-FBAA-F2F151F103E5}"/>
                </a:ext>
              </a:extLst>
            </p:cNvPr>
            <p:cNvSpPr/>
            <p:nvPr/>
          </p:nvSpPr>
          <p:spPr>
            <a:xfrm>
              <a:off x="2966414" y="1646318"/>
              <a:ext cx="90501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5" name="object 105">
              <a:extLst>
                <a:ext uri="{FF2B5EF4-FFF2-40B4-BE49-F238E27FC236}">
                  <a16:creationId xmlns:a16="http://schemas.microsoft.com/office/drawing/2014/main" id="{CA2D13BA-A63B-488F-580D-392D690675CA}"/>
                </a:ext>
              </a:extLst>
            </p:cNvPr>
            <p:cNvSpPr/>
            <p:nvPr/>
          </p:nvSpPr>
          <p:spPr>
            <a:xfrm>
              <a:off x="2796527" y="1998607"/>
              <a:ext cx="88913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6" name="object 106">
              <a:extLst>
                <a:ext uri="{FF2B5EF4-FFF2-40B4-BE49-F238E27FC236}">
                  <a16:creationId xmlns:a16="http://schemas.microsoft.com/office/drawing/2014/main" id="{7788F055-CBD9-18BB-C92E-CCF10C8A3DCF}"/>
                </a:ext>
              </a:extLst>
            </p:cNvPr>
            <p:cNvSpPr/>
            <p:nvPr/>
          </p:nvSpPr>
          <p:spPr>
            <a:xfrm>
              <a:off x="3647552" y="2468325"/>
              <a:ext cx="90500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7" name="object 107">
              <a:extLst>
                <a:ext uri="{FF2B5EF4-FFF2-40B4-BE49-F238E27FC236}">
                  <a16:creationId xmlns:a16="http://schemas.microsoft.com/office/drawing/2014/main" id="{0EDCAEF8-3678-C7CB-0D58-837B68939A80}"/>
                </a:ext>
              </a:extLst>
            </p:cNvPr>
            <p:cNvSpPr/>
            <p:nvPr/>
          </p:nvSpPr>
          <p:spPr>
            <a:xfrm>
              <a:off x="3476077" y="1763748"/>
              <a:ext cx="90500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8" name="object 108">
              <a:extLst>
                <a:ext uri="{FF2B5EF4-FFF2-40B4-BE49-F238E27FC236}">
                  <a16:creationId xmlns:a16="http://schemas.microsoft.com/office/drawing/2014/main" id="{D3E05088-31E6-7035-1141-9F77BE3E546C}"/>
                </a:ext>
              </a:extLst>
            </p:cNvPr>
            <p:cNvSpPr/>
            <p:nvPr/>
          </p:nvSpPr>
          <p:spPr>
            <a:xfrm>
              <a:off x="2453577" y="1411459"/>
              <a:ext cx="90500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9" name="object 109">
              <a:extLst>
                <a:ext uri="{FF2B5EF4-FFF2-40B4-BE49-F238E27FC236}">
                  <a16:creationId xmlns:a16="http://schemas.microsoft.com/office/drawing/2014/main" id="{F735DFB1-F3A8-9DBF-6A62-D0D396A7DF43}"/>
                </a:ext>
              </a:extLst>
            </p:cNvPr>
            <p:cNvSpPr/>
            <p:nvPr/>
          </p:nvSpPr>
          <p:spPr>
            <a:xfrm>
              <a:off x="3476077" y="2114449"/>
              <a:ext cx="90500" cy="9045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0" name="object 110">
              <a:extLst>
                <a:ext uri="{FF2B5EF4-FFF2-40B4-BE49-F238E27FC236}">
                  <a16:creationId xmlns:a16="http://schemas.microsoft.com/office/drawing/2014/main" id="{97402B44-25EC-B38D-268C-3C1723ABF2C5}"/>
                </a:ext>
              </a:extLst>
            </p:cNvPr>
            <p:cNvSpPr/>
            <p:nvPr/>
          </p:nvSpPr>
          <p:spPr>
            <a:xfrm>
              <a:off x="3306189" y="2233466"/>
              <a:ext cx="88913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1" name="object 111">
              <a:extLst>
                <a:ext uri="{FF2B5EF4-FFF2-40B4-BE49-F238E27FC236}">
                  <a16:creationId xmlns:a16="http://schemas.microsoft.com/office/drawing/2014/main" id="{3090EAD2-D1B4-4A5C-C7B4-4A83314F3AEF}"/>
                </a:ext>
              </a:extLst>
            </p:cNvPr>
            <p:cNvSpPr/>
            <p:nvPr/>
          </p:nvSpPr>
          <p:spPr>
            <a:xfrm>
              <a:off x="3476077" y="2468325"/>
              <a:ext cx="90500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2" name="object 112">
              <a:extLst>
                <a:ext uri="{FF2B5EF4-FFF2-40B4-BE49-F238E27FC236}">
                  <a16:creationId xmlns:a16="http://schemas.microsoft.com/office/drawing/2014/main" id="{D3B28016-2ABB-9FFB-AFE2-B6B4B6AD0363}"/>
                </a:ext>
              </a:extLst>
            </p:cNvPr>
            <p:cNvSpPr/>
            <p:nvPr/>
          </p:nvSpPr>
          <p:spPr>
            <a:xfrm>
              <a:off x="3306189" y="2468325"/>
              <a:ext cx="88913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3" name="object 113">
              <a:extLst>
                <a:ext uri="{FF2B5EF4-FFF2-40B4-BE49-F238E27FC236}">
                  <a16:creationId xmlns:a16="http://schemas.microsoft.com/office/drawing/2014/main" id="{6D8FE31C-C02E-E064-741E-56ABDB570432}"/>
                </a:ext>
              </a:extLst>
            </p:cNvPr>
            <p:cNvSpPr/>
            <p:nvPr/>
          </p:nvSpPr>
          <p:spPr>
            <a:xfrm>
              <a:off x="2453577" y="1527301"/>
              <a:ext cx="90500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4" name="object 114">
              <a:extLst>
                <a:ext uri="{FF2B5EF4-FFF2-40B4-BE49-F238E27FC236}">
                  <a16:creationId xmlns:a16="http://schemas.microsoft.com/office/drawing/2014/main" id="{8292E64A-6944-4D90-E687-47631CA88E73}"/>
                </a:ext>
              </a:extLst>
            </p:cNvPr>
            <p:cNvSpPr/>
            <p:nvPr/>
          </p:nvSpPr>
          <p:spPr>
            <a:xfrm>
              <a:off x="3476077" y="1411459"/>
              <a:ext cx="90500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5" name="object 115">
              <a:extLst>
                <a:ext uri="{FF2B5EF4-FFF2-40B4-BE49-F238E27FC236}">
                  <a16:creationId xmlns:a16="http://schemas.microsoft.com/office/drawing/2014/main" id="{594A95B9-2F00-AF93-DE73-54CFC5B08865}"/>
                </a:ext>
              </a:extLst>
            </p:cNvPr>
            <p:cNvSpPr/>
            <p:nvPr/>
          </p:nvSpPr>
          <p:spPr>
            <a:xfrm>
              <a:off x="3137889" y="2114449"/>
              <a:ext cx="88913" cy="9045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6" name="object 116">
              <a:extLst>
                <a:ext uri="{FF2B5EF4-FFF2-40B4-BE49-F238E27FC236}">
                  <a16:creationId xmlns:a16="http://schemas.microsoft.com/office/drawing/2014/main" id="{9A173FB7-C3A4-6CE7-3A38-44733466F852}"/>
                </a:ext>
              </a:extLst>
            </p:cNvPr>
            <p:cNvSpPr/>
            <p:nvPr/>
          </p:nvSpPr>
          <p:spPr>
            <a:xfrm>
              <a:off x="3306189" y="1998607"/>
              <a:ext cx="88913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7" name="object 117">
              <a:extLst>
                <a:ext uri="{FF2B5EF4-FFF2-40B4-BE49-F238E27FC236}">
                  <a16:creationId xmlns:a16="http://schemas.microsoft.com/office/drawing/2014/main" id="{6ABAB684-4C6C-0A7C-B2C1-C0319226FB90}"/>
                </a:ext>
              </a:extLst>
            </p:cNvPr>
            <p:cNvSpPr/>
            <p:nvPr/>
          </p:nvSpPr>
          <p:spPr>
            <a:xfrm>
              <a:off x="2966414" y="1763748"/>
              <a:ext cx="90501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8" name="object 118">
              <a:extLst>
                <a:ext uri="{FF2B5EF4-FFF2-40B4-BE49-F238E27FC236}">
                  <a16:creationId xmlns:a16="http://schemas.microsoft.com/office/drawing/2014/main" id="{6043E760-9E2E-FE35-3671-AC6257A95196}"/>
                </a:ext>
              </a:extLst>
            </p:cNvPr>
            <p:cNvSpPr/>
            <p:nvPr/>
          </p:nvSpPr>
          <p:spPr>
            <a:xfrm>
              <a:off x="2453577" y="1998607"/>
              <a:ext cx="90500" cy="9045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9" name="object 119">
              <a:extLst>
                <a:ext uri="{FF2B5EF4-FFF2-40B4-BE49-F238E27FC236}">
                  <a16:creationId xmlns:a16="http://schemas.microsoft.com/office/drawing/2014/main" id="{EC44C938-6B50-8E86-3A13-4DDFFC7EF060}"/>
                </a:ext>
              </a:extLst>
            </p:cNvPr>
            <p:cNvSpPr/>
            <p:nvPr/>
          </p:nvSpPr>
          <p:spPr>
            <a:xfrm>
              <a:off x="2283689" y="1646318"/>
              <a:ext cx="88913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0" name="object 120">
              <a:extLst>
                <a:ext uri="{FF2B5EF4-FFF2-40B4-BE49-F238E27FC236}">
                  <a16:creationId xmlns:a16="http://schemas.microsoft.com/office/drawing/2014/main" id="{6CF082EB-D8E7-6A13-F976-FD6BDAB35139}"/>
                </a:ext>
              </a:extLst>
            </p:cNvPr>
            <p:cNvSpPr/>
            <p:nvPr/>
          </p:nvSpPr>
          <p:spPr>
            <a:xfrm>
              <a:off x="3137889" y="1527301"/>
              <a:ext cx="88913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1" name="object 121">
              <a:extLst>
                <a:ext uri="{FF2B5EF4-FFF2-40B4-BE49-F238E27FC236}">
                  <a16:creationId xmlns:a16="http://schemas.microsoft.com/office/drawing/2014/main" id="{DCFA4245-14B6-4FE9-4ECD-CE8CCCD024AD}"/>
                </a:ext>
              </a:extLst>
            </p:cNvPr>
            <p:cNvSpPr/>
            <p:nvPr/>
          </p:nvSpPr>
          <p:spPr>
            <a:xfrm>
              <a:off x="2625052" y="1879590"/>
              <a:ext cx="88913" cy="9045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2" name="object 122">
              <a:extLst>
                <a:ext uri="{FF2B5EF4-FFF2-40B4-BE49-F238E27FC236}">
                  <a16:creationId xmlns:a16="http://schemas.microsoft.com/office/drawing/2014/main" id="{82CD927B-D9AC-07ED-D2AD-C9F6C8AC353B}"/>
                </a:ext>
              </a:extLst>
            </p:cNvPr>
            <p:cNvSpPr/>
            <p:nvPr/>
          </p:nvSpPr>
          <p:spPr>
            <a:xfrm>
              <a:off x="2966414" y="2352482"/>
              <a:ext cx="90501" cy="9045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3" name="object 123">
              <a:extLst>
                <a:ext uri="{FF2B5EF4-FFF2-40B4-BE49-F238E27FC236}">
                  <a16:creationId xmlns:a16="http://schemas.microsoft.com/office/drawing/2014/main" id="{CE2C67D9-16E2-5945-3D8F-0AD0F52CA112}"/>
                </a:ext>
              </a:extLst>
            </p:cNvPr>
            <p:cNvSpPr/>
            <p:nvPr/>
          </p:nvSpPr>
          <p:spPr>
            <a:xfrm>
              <a:off x="3819027" y="1411459"/>
              <a:ext cx="88913" cy="8886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4" name="object 124">
              <a:extLst>
                <a:ext uri="{FF2B5EF4-FFF2-40B4-BE49-F238E27FC236}">
                  <a16:creationId xmlns:a16="http://schemas.microsoft.com/office/drawing/2014/main" id="{014B9ABC-443D-FE0E-AD57-082A5C91FEF8}"/>
                </a:ext>
              </a:extLst>
            </p:cNvPr>
            <p:cNvSpPr/>
            <p:nvPr/>
          </p:nvSpPr>
          <p:spPr>
            <a:xfrm>
              <a:off x="2796527" y="2233466"/>
              <a:ext cx="88913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5" name="object 125">
              <a:extLst>
                <a:ext uri="{FF2B5EF4-FFF2-40B4-BE49-F238E27FC236}">
                  <a16:creationId xmlns:a16="http://schemas.microsoft.com/office/drawing/2014/main" id="{6F4007DB-B281-5295-0E03-31BEF1D3304E}"/>
                </a:ext>
              </a:extLst>
            </p:cNvPr>
            <p:cNvSpPr/>
            <p:nvPr/>
          </p:nvSpPr>
          <p:spPr>
            <a:xfrm>
              <a:off x="3476077" y="1998607"/>
              <a:ext cx="90500" cy="9045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6" name="object 126">
              <a:extLst>
                <a:ext uri="{FF2B5EF4-FFF2-40B4-BE49-F238E27FC236}">
                  <a16:creationId xmlns:a16="http://schemas.microsoft.com/office/drawing/2014/main" id="{2E0BFF9D-352E-E9EE-FBC1-DF7975AF7994}"/>
                </a:ext>
              </a:extLst>
            </p:cNvPr>
            <p:cNvSpPr/>
            <p:nvPr/>
          </p:nvSpPr>
          <p:spPr>
            <a:xfrm>
              <a:off x="2283689" y="2114449"/>
              <a:ext cx="88913" cy="9045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7" name="object 127">
              <a:extLst>
                <a:ext uri="{FF2B5EF4-FFF2-40B4-BE49-F238E27FC236}">
                  <a16:creationId xmlns:a16="http://schemas.microsoft.com/office/drawing/2014/main" id="{CB34B918-5AB6-02B4-55D2-1DD75107CB4B}"/>
                </a:ext>
              </a:extLst>
            </p:cNvPr>
            <p:cNvSpPr/>
            <p:nvPr/>
          </p:nvSpPr>
          <p:spPr>
            <a:xfrm>
              <a:off x="2453577" y="1879590"/>
              <a:ext cx="90500" cy="9045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8" name="object 128">
              <a:extLst>
                <a:ext uri="{FF2B5EF4-FFF2-40B4-BE49-F238E27FC236}">
                  <a16:creationId xmlns:a16="http://schemas.microsoft.com/office/drawing/2014/main" id="{9EAA4EF7-53E4-40A2-B48D-9626F83ACEBE}"/>
                </a:ext>
              </a:extLst>
            </p:cNvPr>
            <p:cNvSpPr/>
            <p:nvPr/>
          </p:nvSpPr>
          <p:spPr>
            <a:xfrm>
              <a:off x="3476077" y="1646318"/>
              <a:ext cx="90500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9" name="object 129">
              <a:extLst>
                <a:ext uri="{FF2B5EF4-FFF2-40B4-BE49-F238E27FC236}">
                  <a16:creationId xmlns:a16="http://schemas.microsoft.com/office/drawing/2014/main" id="{9838ED42-BA7F-5725-D2C9-FE8201E834E1}"/>
                </a:ext>
              </a:extLst>
            </p:cNvPr>
            <p:cNvSpPr/>
            <p:nvPr/>
          </p:nvSpPr>
          <p:spPr>
            <a:xfrm>
              <a:off x="3137889" y="1879590"/>
              <a:ext cx="88913" cy="9045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0" name="object 130">
              <a:extLst>
                <a:ext uri="{FF2B5EF4-FFF2-40B4-BE49-F238E27FC236}">
                  <a16:creationId xmlns:a16="http://schemas.microsoft.com/office/drawing/2014/main" id="{AB2DF2F3-C8EF-A564-7C80-77F5C9914F4B}"/>
                </a:ext>
              </a:extLst>
            </p:cNvPr>
            <p:cNvSpPr/>
            <p:nvPr/>
          </p:nvSpPr>
          <p:spPr>
            <a:xfrm>
              <a:off x="3137889" y="2352482"/>
              <a:ext cx="88913" cy="9045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1" name="object 131">
              <a:extLst>
                <a:ext uri="{FF2B5EF4-FFF2-40B4-BE49-F238E27FC236}">
                  <a16:creationId xmlns:a16="http://schemas.microsoft.com/office/drawing/2014/main" id="{DB23E241-3337-526A-9B6E-0978052D2BA2}"/>
                </a:ext>
              </a:extLst>
            </p:cNvPr>
            <p:cNvSpPr/>
            <p:nvPr/>
          </p:nvSpPr>
          <p:spPr>
            <a:xfrm>
              <a:off x="2625052" y="1646318"/>
              <a:ext cx="88913" cy="8886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2" name="object 132">
              <a:extLst>
                <a:ext uri="{FF2B5EF4-FFF2-40B4-BE49-F238E27FC236}">
                  <a16:creationId xmlns:a16="http://schemas.microsoft.com/office/drawing/2014/main" id="{DA5FEC4A-6CD0-034D-7DDA-DB30E40D8706}"/>
                </a:ext>
              </a:extLst>
            </p:cNvPr>
            <p:cNvSpPr/>
            <p:nvPr/>
          </p:nvSpPr>
          <p:spPr>
            <a:xfrm>
              <a:off x="3306189" y="1527301"/>
              <a:ext cx="88913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3" name="object 133">
              <a:extLst>
                <a:ext uri="{FF2B5EF4-FFF2-40B4-BE49-F238E27FC236}">
                  <a16:creationId xmlns:a16="http://schemas.microsoft.com/office/drawing/2014/main" id="{8ECF383F-F1B2-6AE9-A9BA-857C8B6FE4F4}"/>
                </a:ext>
              </a:extLst>
            </p:cNvPr>
            <p:cNvSpPr/>
            <p:nvPr/>
          </p:nvSpPr>
          <p:spPr>
            <a:xfrm>
              <a:off x="2625052" y="2233466"/>
              <a:ext cx="88913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4" name="object 134">
              <a:extLst>
                <a:ext uri="{FF2B5EF4-FFF2-40B4-BE49-F238E27FC236}">
                  <a16:creationId xmlns:a16="http://schemas.microsoft.com/office/drawing/2014/main" id="{5CEF9A04-4E9B-0E9C-F49D-40408D1BF269}"/>
                </a:ext>
              </a:extLst>
            </p:cNvPr>
            <p:cNvSpPr/>
            <p:nvPr/>
          </p:nvSpPr>
          <p:spPr>
            <a:xfrm>
              <a:off x="2625052" y="1763748"/>
              <a:ext cx="88913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5" name="object 135">
              <a:extLst>
                <a:ext uri="{FF2B5EF4-FFF2-40B4-BE49-F238E27FC236}">
                  <a16:creationId xmlns:a16="http://schemas.microsoft.com/office/drawing/2014/main" id="{30014BDB-98D6-A5C6-AFC2-79CE3732BD9C}"/>
                </a:ext>
              </a:extLst>
            </p:cNvPr>
            <p:cNvSpPr/>
            <p:nvPr/>
          </p:nvSpPr>
          <p:spPr>
            <a:xfrm>
              <a:off x="2625052" y="1411459"/>
              <a:ext cx="88913" cy="8886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6" name="object 136">
              <a:extLst>
                <a:ext uri="{FF2B5EF4-FFF2-40B4-BE49-F238E27FC236}">
                  <a16:creationId xmlns:a16="http://schemas.microsoft.com/office/drawing/2014/main" id="{AD917469-E96A-C5CE-2158-210FB75BD14F}"/>
                </a:ext>
              </a:extLst>
            </p:cNvPr>
            <p:cNvSpPr/>
            <p:nvPr/>
          </p:nvSpPr>
          <p:spPr>
            <a:xfrm>
              <a:off x="3306189" y="2352482"/>
              <a:ext cx="88913" cy="9045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7" name="object 137">
              <a:extLst>
                <a:ext uri="{FF2B5EF4-FFF2-40B4-BE49-F238E27FC236}">
                  <a16:creationId xmlns:a16="http://schemas.microsoft.com/office/drawing/2014/main" id="{F816E6EC-6447-1347-E534-278C4CABB9EE}"/>
                </a:ext>
              </a:extLst>
            </p:cNvPr>
            <p:cNvSpPr/>
            <p:nvPr/>
          </p:nvSpPr>
          <p:spPr>
            <a:xfrm>
              <a:off x="2966414" y="1411459"/>
              <a:ext cx="90501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8" name="object 138">
              <a:extLst>
                <a:ext uri="{FF2B5EF4-FFF2-40B4-BE49-F238E27FC236}">
                  <a16:creationId xmlns:a16="http://schemas.microsoft.com/office/drawing/2014/main" id="{482DFEA0-42D5-747F-760B-0AB00C163D79}"/>
                </a:ext>
              </a:extLst>
            </p:cNvPr>
            <p:cNvSpPr/>
            <p:nvPr/>
          </p:nvSpPr>
          <p:spPr>
            <a:xfrm>
              <a:off x="3819027" y="2468325"/>
              <a:ext cx="88913" cy="9045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9" name="object 139">
              <a:extLst>
                <a:ext uri="{FF2B5EF4-FFF2-40B4-BE49-F238E27FC236}">
                  <a16:creationId xmlns:a16="http://schemas.microsoft.com/office/drawing/2014/main" id="{D9AEE138-E45D-8DD0-54AB-C4217697A585}"/>
                </a:ext>
              </a:extLst>
            </p:cNvPr>
            <p:cNvSpPr/>
            <p:nvPr/>
          </p:nvSpPr>
          <p:spPr>
            <a:xfrm>
              <a:off x="2966414" y="2233466"/>
              <a:ext cx="90501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0" name="object 140">
              <a:extLst>
                <a:ext uri="{FF2B5EF4-FFF2-40B4-BE49-F238E27FC236}">
                  <a16:creationId xmlns:a16="http://schemas.microsoft.com/office/drawing/2014/main" id="{43AAB0F8-DDD6-B350-A25C-B5974FBB087E}"/>
                </a:ext>
              </a:extLst>
            </p:cNvPr>
            <p:cNvSpPr/>
            <p:nvPr/>
          </p:nvSpPr>
          <p:spPr>
            <a:xfrm>
              <a:off x="2453577" y="2468325"/>
              <a:ext cx="90500" cy="9045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1" name="object 141">
              <a:extLst>
                <a:ext uri="{FF2B5EF4-FFF2-40B4-BE49-F238E27FC236}">
                  <a16:creationId xmlns:a16="http://schemas.microsoft.com/office/drawing/2014/main" id="{444C3E72-0F40-FAFD-F1D1-76D657F45373}"/>
                </a:ext>
              </a:extLst>
            </p:cNvPr>
            <p:cNvSpPr/>
            <p:nvPr/>
          </p:nvSpPr>
          <p:spPr>
            <a:xfrm>
              <a:off x="2625052" y="1527301"/>
              <a:ext cx="88913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2" name="object 142">
              <a:extLst>
                <a:ext uri="{FF2B5EF4-FFF2-40B4-BE49-F238E27FC236}">
                  <a16:creationId xmlns:a16="http://schemas.microsoft.com/office/drawing/2014/main" id="{94B033ED-6307-D694-4920-7B13CDDBE888}"/>
                </a:ext>
              </a:extLst>
            </p:cNvPr>
            <p:cNvSpPr/>
            <p:nvPr/>
          </p:nvSpPr>
          <p:spPr>
            <a:xfrm>
              <a:off x="2283689" y="2468325"/>
              <a:ext cx="88913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3" name="object 143">
              <a:extLst>
                <a:ext uri="{FF2B5EF4-FFF2-40B4-BE49-F238E27FC236}">
                  <a16:creationId xmlns:a16="http://schemas.microsoft.com/office/drawing/2014/main" id="{6DFFB05C-F452-6E31-71E8-27BEAE506BD5}"/>
                </a:ext>
              </a:extLst>
            </p:cNvPr>
            <p:cNvSpPr/>
            <p:nvPr/>
          </p:nvSpPr>
          <p:spPr>
            <a:xfrm>
              <a:off x="2625052" y="1998607"/>
              <a:ext cx="88913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4" name="object 144">
              <a:extLst>
                <a:ext uri="{FF2B5EF4-FFF2-40B4-BE49-F238E27FC236}">
                  <a16:creationId xmlns:a16="http://schemas.microsoft.com/office/drawing/2014/main" id="{87C9640F-DC60-AD81-C56B-53568835AA74}"/>
                </a:ext>
              </a:extLst>
            </p:cNvPr>
            <p:cNvSpPr/>
            <p:nvPr/>
          </p:nvSpPr>
          <p:spPr>
            <a:xfrm>
              <a:off x="4328688" y="2941217"/>
              <a:ext cx="88913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5" name="object 145">
              <a:extLst>
                <a:ext uri="{FF2B5EF4-FFF2-40B4-BE49-F238E27FC236}">
                  <a16:creationId xmlns:a16="http://schemas.microsoft.com/office/drawing/2014/main" id="{9D5F1310-4A89-9681-AD18-13BBDADEAB2A}"/>
                </a:ext>
              </a:extLst>
            </p:cNvPr>
            <p:cNvSpPr/>
            <p:nvPr/>
          </p:nvSpPr>
          <p:spPr>
            <a:xfrm>
              <a:off x="5864025" y="2941217"/>
              <a:ext cx="90500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6" name="object 146">
              <a:extLst>
                <a:ext uri="{FF2B5EF4-FFF2-40B4-BE49-F238E27FC236}">
                  <a16:creationId xmlns:a16="http://schemas.microsoft.com/office/drawing/2014/main" id="{F1FE9F93-31BC-F85B-6524-2331668509E2}"/>
                </a:ext>
              </a:extLst>
            </p:cNvPr>
            <p:cNvSpPr/>
            <p:nvPr/>
          </p:nvSpPr>
          <p:spPr>
            <a:xfrm>
              <a:off x="5013001" y="3293506"/>
              <a:ext cx="88913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7" name="object 147">
              <a:extLst>
                <a:ext uri="{FF2B5EF4-FFF2-40B4-BE49-F238E27FC236}">
                  <a16:creationId xmlns:a16="http://schemas.microsoft.com/office/drawing/2014/main" id="{699AC79B-6E5E-DE7E-C0CB-15216355592F}"/>
                </a:ext>
              </a:extLst>
            </p:cNvPr>
            <p:cNvSpPr/>
            <p:nvPr/>
          </p:nvSpPr>
          <p:spPr>
            <a:xfrm>
              <a:off x="5864025" y="3060233"/>
              <a:ext cx="90500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8" name="object 148">
              <a:extLst>
                <a:ext uri="{FF2B5EF4-FFF2-40B4-BE49-F238E27FC236}">
                  <a16:creationId xmlns:a16="http://schemas.microsoft.com/office/drawing/2014/main" id="{CB71E12F-855F-3EF6-B210-EBFC8E871BA8}"/>
                </a:ext>
              </a:extLst>
            </p:cNvPr>
            <p:cNvSpPr/>
            <p:nvPr/>
          </p:nvSpPr>
          <p:spPr>
            <a:xfrm>
              <a:off x="4841526" y="2822200"/>
              <a:ext cx="88913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9" name="object 149">
              <a:extLst>
                <a:ext uri="{FF2B5EF4-FFF2-40B4-BE49-F238E27FC236}">
                  <a16:creationId xmlns:a16="http://schemas.microsoft.com/office/drawing/2014/main" id="{94046C65-D2BA-7A96-ABF8-BD8321CDAF5A}"/>
                </a:ext>
              </a:extLst>
            </p:cNvPr>
            <p:cNvSpPr/>
            <p:nvPr/>
          </p:nvSpPr>
          <p:spPr>
            <a:xfrm>
              <a:off x="5351187" y="3882240"/>
              <a:ext cx="90501" cy="9045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0" name="object 150">
              <a:extLst>
                <a:ext uri="{FF2B5EF4-FFF2-40B4-BE49-F238E27FC236}">
                  <a16:creationId xmlns:a16="http://schemas.microsoft.com/office/drawing/2014/main" id="{987EC5A0-892D-9231-E08C-01CFD4E1667B}"/>
                </a:ext>
              </a:extLst>
            </p:cNvPr>
            <p:cNvSpPr/>
            <p:nvPr/>
          </p:nvSpPr>
          <p:spPr>
            <a:xfrm>
              <a:off x="4328688" y="3882240"/>
              <a:ext cx="88913" cy="9045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1" name="object 151">
              <a:extLst>
                <a:ext uri="{FF2B5EF4-FFF2-40B4-BE49-F238E27FC236}">
                  <a16:creationId xmlns:a16="http://schemas.microsoft.com/office/drawing/2014/main" id="{7F7786E4-F340-2EB2-CA45-6DBFD75A0BB0}"/>
                </a:ext>
              </a:extLst>
            </p:cNvPr>
            <p:cNvSpPr/>
            <p:nvPr/>
          </p:nvSpPr>
          <p:spPr>
            <a:xfrm>
              <a:off x="5522662" y="3176076"/>
              <a:ext cx="88913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2" name="object 152">
              <a:extLst>
                <a:ext uri="{FF2B5EF4-FFF2-40B4-BE49-F238E27FC236}">
                  <a16:creationId xmlns:a16="http://schemas.microsoft.com/office/drawing/2014/main" id="{9602406E-3267-895A-6DE1-FCB7B35DDFDE}"/>
                </a:ext>
              </a:extLst>
            </p:cNvPr>
            <p:cNvSpPr/>
            <p:nvPr/>
          </p:nvSpPr>
          <p:spPr>
            <a:xfrm>
              <a:off x="4841526" y="3060233"/>
              <a:ext cx="88913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3" name="object 153">
              <a:extLst>
                <a:ext uri="{FF2B5EF4-FFF2-40B4-BE49-F238E27FC236}">
                  <a16:creationId xmlns:a16="http://schemas.microsoft.com/office/drawing/2014/main" id="{EB3554D6-CB73-E508-B039-06BDCEE4F790}"/>
                </a:ext>
              </a:extLst>
            </p:cNvPr>
            <p:cNvSpPr/>
            <p:nvPr/>
          </p:nvSpPr>
          <p:spPr>
            <a:xfrm>
              <a:off x="4500163" y="2822200"/>
              <a:ext cx="88913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4" name="object 154">
              <a:extLst>
                <a:ext uri="{FF2B5EF4-FFF2-40B4-BE49-F238E27FC236}">
                  <a16:creationId xmlns:a16="http://schemas.microsoft.com/office/drawing/2014/main" id="{EB1DF389-4A15-8012-19D4-436594724DC7}"/>
                </a:ext>
              </a:extLst>
            </p:cNvPr>
            <p:cNvSpPr/>
            <p:nvPr/>
          </p:nvSpPr>
          <p:spPr>
            <a:xfrm>
              <a:off x="5179712" y="3293506"/>
              <a:ext cx="90501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5" name="object 155">
              <a:extLst>
                <a:ext uri="{FF2B5EF4-FFF2-40B4-BE49-F238E27FC236}">
                  <a16:creationId xmlns:a16="http://schemas.microsoft.com/office/drawing/2014/main" id="{846689E2-2B58-64E8-25DE-FACC681A241D}"/>
                </a:ext>
              </a:extLst>
            </p:cNvPr>
            <p:cNvSpPr/>
            <p:nvPr/>
          </p:nvSpPr>
          <p:spPr>
            <a:xfrm>
              <a:off x="5013001" y="3882240"/>
              <a:ext cx="88913" cy="9045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6" name="object 156">
              <a:extLst>
                <a:ext uri="{FF2B5EF4-FFF2-40B4-BE49-F238E27FC236}">
                  <a16:creationId xmlns:a16="http://schemas.microsoft.com/office/drawing/2014/main" id="{20D9F7D1-0902-AB8C-7B1C-5CEDCFCC8418}"/>
                </a:ext>
              </a:extLst>
            </p:cNvPr>
            <p:cNvSpPr/>
            <p:nvPr/>
          </p:nvSpPr>
          <p:spPr>
            <a:xfrm>
              <a:off x="5179712" y="3412521"/>
              <a:ext cx="90501" cy="9045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7" name="object 157">
              <a:extLst>
                <a:ext uri="{FF2B5EF4-FFF2-40B4-BE49-F238E27FC236}">
                  <a16:creationId xmlns:a16="http://schemas.microsoft.com/office/drawing/2014/main" id="{40E1618D-63D4-6345-02EC-CF9BE592F735}"/>
                </a:ext>
              </a:extLst>
            </p:cNvPr>
            <p:cNvSpPr/>
            <p:nvPr/>
          </p:nvSpPr>
          <p:spPr>
            <a:xfrm>
              <a:off x="5692550" y="3060233"/>
              <a:ext cx="90500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8" name="object 158">
              <a:extLst>
                <a:ext uri="{FF2B5EF4-FFF2-40B4-BE49-F238E27FC236}">
                  <a16:creationId xmlns:a16="http://schemas.microsoft.com/office/drawing/2014/main" id="{224DB461-8AAD-E7C3-2C8F-DA746A96EDDA}"/>
                </a:ext>
              </a:extLst>
            </p:cNvPr>
            <p:cNvSpPr/>
            <p:nvPr/>
          </p:nvSpPr>
          <p:spPr>
            <a:xfrm>
              <a:off x="4328688" y="3176076"/>
              <a:ext cx="88913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9" name="object 159">
              <a:extLst>
                <a:ext uri="{FF2B5EF4-FFF2-40B4-BE49-F238E27FC236}">
                  <a16:creationId xmlns:a16="http://schemas.microsoft.com/office/drawing/2014/main" id="{36F82914-DE7F-E8CE-1361-3DEF6AD3E630}"/>
                </a:ext>
              </a:extLst>
            </p:cNvPr>
            <p:cNvSpPr/>
            <p:nvPr/>
          </p:nvSpPr>
          <p:spPr>
            <a:xfrm>
              <a:off x="5692550" y="3882240"/>
              <a:ext cx="90500" cy="9045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0" name="object 160">
              <a:extLst>
                <a:ext uri="{FF2B5EF4-FFF2-40B4-BE49-F238E27FC236}">
                  <a16:creationId xmlns:a16="http://schemas.microsoft.com/office/drawing/2014/main" id="{9C68945A-9FC8-B8C0-E8AD-21AECCBC8A2B}"/>
                </a:ext>
              </a:extLst>
            </p:cNvPr>
            <p:cNvSpPr/>
            <p:nvPr/>
          </p:nvSpPr>
          <p:spPr>
            <a:xfrm>
              <a:off x="4670051" y="3176076"/>
              <a:ext cx="90500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1" name="object 161">
              <a:extLst>
                <a:ext uri="{FF2B5EF4-FFF2-40B4-BE49-F238E27FC236}">
                  <a16:creationId xmlns:a16="http://schemas.microsoft.com/office/drawing/2014/main" id="{F2D4F9A7-F352-4556-8A18-121B9D7E8065}"/>
                </a:ext>
              </a:extLst>
            </p:cNvPr>
            <p:cNvSpPr/>
            <p:nvPr/>
          </p:nvSpPr>
          <p:spPr>
            <a:xfrm>
              <a:off x="4841526" y="3528365"/>
              <a:ext cx="88913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2" name="object 162">
              <a:extLst>
                <a:ext uri="{FF2B5EF4-FFF2-40B4-BE49-F238E27FC236}">
                  <a16:creationId xmlns:a16="http://schemas.microsoft.com/office/drawing/2014/main" id="{71B088DC-ACD9-BDEE-1265-4F58D9C66F63}"/>
                </a:ext>
              </a:extLst>
            </p:cNvPr>
            <p:cNvSpPr/>
            <p:nvPr/>
          </p:nvSpPr>
          <p:spPr>
            <a:xfrm>
              <a:off x="5692550" y="3528365"/>
              <a:ext cx="90500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3" name="object 163">
              <a:extLst>
                <a:ext uri="{FF2B5EF4-FFF2-40B4-BE49-F238E27FC236}">
                  <a16:creationId xmlns:a16="http://schemas.microsoft.com/office/drawing/2014/main" id="{9A8E2F10-37DD-302D-612B-9D97EFA249ED}"/>
                </a:ext>
              </a:extLst>
            </p:cNvPr>
            <p:cNvSpPr/>
            <p:nvPr/>
          </p:nvSpPr>
          <p:spPr>
            <a:xfrm>
              <a:off x="5692550" y="3763224"/>
              <a:ext cx="90500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4" name="object 164">
              <a:extLst>
                <a:ext uri="{FF2B5EF4-FFF2-40B4-BE49-F238E27FC236}">
                  <a16:creationId xmlns:a16="http://schemas.microsoft.com/office/drawing/2014/main" id="{3719C117-4F79-33DA-64AE-A020B83EF541}"/>
                </a:ext>
              </a:extLst>
            </p:cNvPr>
            <p:cNvSpPr/>
            <p:nvPr/>
          </p:nvSpPr>
          <p:spPr>
            <a:xfrm>
              <a:off x="4328688" y="2822200"/>
              <a:ext cx="88913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5" name="object 165">
              <a:extLst>
                <a:ext uri="{FF2B5EF4-FFF2-40B4-BE49-F238E27FC236}">
                  <a16:creationId xmlns:a16="http://schemas.microsoft.com/office/drawing/2014/main" id="{D10978BE-6291-A7E8-B79A-7A41258513AB}"/>
                </a:ext>
              </a:extLst>
            </p:cNvPr>
            <p:cNvSpPr/>
            <p:nvPr/>
          </p:nvSpPr>
          <p:spPr>
            <a:xfrm>
              <a:off x="4670051" y="3763224"/>
              <a:ext cx="90500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6" name="object 166">
              <a:extLst>
                <a:ext uri="{FF2B5EF4-FFF2-40B4-BE49-F238E27FC236}">
                  <a16:creationId xmlns:a16="http://schemas.microsoft.com/office/drawing/2014/main" id="{E0270CFD-C472-0019-DB02-EC1D80D8EBD9}"/>
                </a:ext>
              </a:extLst>
            </p:cNvPr>
            <p:cNvSpPr/>
            <p:nvPr/>
          </p:nvSpPr>
          <p:spPr>
            <a:xfrm>
              <a:off x="5013001" y="3412521"/>
              <a:ext cx="88913" cy="9045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7" name="object 167">
              <a:extLst>
                <a:ext uri="{FF2B5EF4-FFF2-40B4-BE49-F238E27FC236}">
                  <a16:creationId xmlns:a16="http://schemas.microsoft.com/office/drawing/2014/main" id="{21ED6EE8-EC91-AA37-D3BF-2866A1A9E774}"/>
                </a:ext>
              </a:extLst>
            </p:cNvPr>
            <p:cNvSpPr/>
            <p:nvPr/>
          </p:nvSpPr>
          <p:spPr>
            <a:xfrm>
              <a:off x="5864025" y="3176076"/>
              <a:ext cx="90500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8" name="object 168">
              <a:extLst>
                <a:ext uri="{FF2B5EF4-FFF2-40B4-BE49-F238E27FC236}">
                  <a16:creationId xmlns:a16="http://schemas.microsoft.com/office/drawing/2014/main" id="{86351126-CDC8-BEC0-D602-53829C5A412B}"/>
                </a:ext>
              </a:extLst>
            </p:cNvPr>
            <p:cNvSpPr/>
            <p:nvPr/>
          </p:nvSpPr>
          <p:spPr>
            <a:xfrm>
              <a:off x="4500163" y="3060233"/>
              <a:ext cx="88913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9" name="object 169">
              <a:extLst>
                <a:ext uri="{FF2B5EF4-FFF2-40B4-BE49-F238E27FC236}">
                  <a16:creationId xmlns:a16="http://schemas.microsoft.com/office/drawing/2014/main" id="{851BF9C7-6163-B8E8-DF4B-6AA20BFD418B}"/>
                </a:ext>
              </a:extLst>
            </p:cNvPr>
            <p:cNvSpPr/>
            <p:nvPr/>
          </p:nvSpPr>
          <p:spPr>
            <a:xfrm>
              <a:off x="4670051" y="3060233"/>
              <a:ext cx="90500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0" name="object 170">
              <a:extLst>
                <a:ext uri="{FF2B5EF4-FFF2-40B4-BE49-F238E27FC236}">
                  <a16:creationId xmlns:a16="http://schemas.microsoft.com/office/drawing/2014/main" id="{7CECAAF5-A3FB-4BEB-F3FB-8700941111CF}"/>
                </a:ext>
              </a:extLst>
            </p:cNvPr>
            <p:cNvSpPr/>
            <p:nvPr/>
          </p:nvSpPr>
          <p:spPr>
            <a:xfrm>
              <a:off x="5522662" y="2822200"/>
              <a:ext cx="88913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1" name="object 171">
              <a:extLst>
                <a:ext uri="{FF2B5EF4-FFF2-40B4-BE49-F238E27FC236}">
                  <a16:creationId xmlns:a16="http://schemas.microsoft.com/office/drawing/2014/main" id="{73DAAAE3-053B-21EF-3991-4B62C200D153}"/>
                </a:ext>
              </a:extLst>
            </p:cNvPr>
            <p:cNvSpPr/>
            <p:nvPr/>
          </p:nvSpPr>
          <p:spPr>
            <a:xfrm>
              <a:off x="5013001" y="3647381"/>
              <a:ext cx="88913" cy="9045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2" name="object 172">
              <a:extLst>
                <a:ext uri="{FF2B5EF4-FFF2-40B4-BE49-F238E27FC236}">
                  <a16:creationId xmlns:a16="http://schemas.microsoft.com/office/drawing/2014/main" id="{25ECED00-0F8B-B575-A557-2F0E9424FA41}"/>
                </a:ext>
              </a:extLst>
            </p:cNvPr>
            <p:cNvSpPr/>
            <p:nvPr/>
          </p:nvSpPr>
          <p:spPr>
            <a:xfrm>
              <a:off x="5692550" y="2941217"/>
              <a:ext cx="90500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3" name="object 173">
              <a:extLst>
                <a:ext uri="{FF2B5EF4-FFF2-40B4-BE49-F238E27FC236}">
                  <a16:creationId xmlns:a16="http://schemas.microsoft.com/office/drawing/2014/main" id="{247B6924-FB77-E89D-3525-169A55CCC8D0}"/>
                </a:ext>
              </a:extLst>
            </p:cNvPr>
            <p:cNvSpPr/>
            <p:nvPr/>
          </p:nvSpPr>
          <p:spPr>
            <a:xfrm>
              <a:off x="4670051" y="3647381"/>
              <a:ext cx="90500" cy="9045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4" name="object 174">
              <a:extLst>
                <a:ext uri="{FF2B5EF4-FFF2-40B4-BE49-F238E27FC236}">
                  <a16:creationId xmlns:a16="http://schemas.microsoft.com/office/drawing/2014/main" id="{5744FE01-F88F-658F-2CD3-CEBCEEA5839B}"/>
                </a:ext>
              </a:extLst>
            </p:cNvPr>
            <p:cNvSpPr/>
            <p:nvPr/>
          </p:nvSpPr>
          <p:spPr>
            <a:xfrm>
              <a:off x="4328688" y="3763224"/>
              <a:ext cx="88913" cy="9045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5" name="object 175">
              <a:extLst>
                <a:ext uri="{FF2B5EF4-FFF2-40B4-BE49-F238E27FC236}">
                  <a16:creationId xmlns:a16="http://schemas.microsoft.com/office/drawing/2014/main" id="{FB664EB8-53F2-A8D8-A23A-9FC7A98952B4}"/>
                </a:ext>
              </a:extLst>
            </p:cNvPr>
            <p:cNvSpPr/>
            <p:nvPr/>
          </p:nvSpPr>
          <p:spPr>
            <a:xfrm>
              <a:off x="5522662" y="3763224"/>
              <a:ext cx="88913" cy="9045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6" name="object 176">
              <a:extLst>
                <a:ext uri="{FF2B5EF4-FFF2-40B4-BE49-F238E27FC236}">
                  <a16:creationId xmlns:a16="http://schemas.microsoft.com/office/drawing/2014/main" id="{96298CB3-DE2E-B5D4-2E02-178FD5B24F49}"/>
                </a:ext>
              </a:extLst>
            </p:cNvPr>
            <p:cNvSpPr/>
            <p:nvPr/>
          </p:nvSpPr>
          <p:spPr>
            <a:xfrm>
              <a:off x="5351187" y="3176076"/>
              <a:ext cx="90501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7" name="object 177">
              <a:extLst>
                <a:ext uri="{FF2B5EF4-FFF2-40B4-BE49-F238E27FC236}">
                  <a16:creationId xmlns:a16="http://schemas.microsoft.com/office/drawing/2014/main" id="{8C1E8B12-B0B7-D1FF-2BE9-4C9AEA820460}"/>
                </a:ext>
              </a:extLst>
            </p:cNvPr>
            <p:cNvSpPr/>
            <p:nvPr/>
          </p:nvSpPr>
          <p:spPr>
            <a:xfrm>
              <a:off x="4500163" y="3293506"/>
              <a:ext cx="88913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8" name="object 178">
              <a:extLst>
                <a:ext uri="{FF2B5EF4-FFF2-40B4-BE49-F238E27FC236}">
                  <a16:creationId xmlns:a16="http://schemas.microsoft.com/office/drawing/2014/main" id="{29778EFA-C879-413F-1555-E3A745CCECA4}"/>
                </a:ext>
              </a:extLst>
            </p:cNvPr>
            <p:cNvSpPr/>
            <p:nvPr/>
          </p:nvSpPr>
          <p:spPr>
            <a:xfrm>
              <a:off x="4841526" y="3176076"/>
              <a:ext cx="88913" cy="8886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9" name="object 179">
              <a:extLst>
                <a:ext uri="{FF2B5EF4-FFF2-40B4-BE49-F238E27FC236}">
                  <a16:creationId xmlns:a16="http://schemas.microsoft.com/office/drawing/2014/main" id="{961EB18E-C979-17EE-000B-244C78D3ECB1}"/>
                </a:ext>
              </a:extLst>
            </p:cNvPr>
            <p:cNvSpPr/>
            <p:nvPr/>
          </p:nvSpPr>
          <p:spPr>
            <a:xfrm>
              <a:off x="4500163" y="3882240"/>
              <a:ext cx="88913" cy="9045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0" name="object 180">
              <a:extLst>
                <a:ext uri="{FF2B5EF4-FFF2-40B4-BE49-F238E27FC236}">
                  <a16:creationId xmlns:a16="http://schemas.microsoft.com/office/drawing/2014/main" id="{C2C77615-42B7-B081-66D0-7F3E4643FC77}"/>
                </a:ext>
              </a:extLst>
            </p:cNvPr>
            <p:cNvSpPr/>
            <p:nvPr/>
          </p:nvSpPr>
          <p:spPr>
            <a:xfrm>
              <a:off x="5351187" y="3293506"/>
              <a:ext cx="90501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1" name="object 181">
              <a:extLst>
                <a:ext uri="{FF2B5EF4-FFF2-40B4-BE49-F238E27FC236}">
                  <a16:creationId xmlns:a16="http://schemas.microsoft.com/office/drawing/2014/main" id="{1CB605A9-0D5D-9AE4-870C-81F22975D022}"/>
                </a:ext>
              </a:extLst>
            </p:cNvPr>
            <p:cNvSpPr/>
            <p:nvPr/>
          </p:nvSpPr>
          <p:spPr>
            <a:xfrm>
              <a:off x="4670051" y="3528365"/>
              <a:ext cx="90500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2" name="object 182">
              <a:extLst>
                <a:ext uri="{FF2B5EF4-FFF2-40B4-BE49-F238E27FC236}">
                  <a16:creationId xmlns:a16="http://schemas.microsoft.com/office/drawing/2014/main" id="{5F052B34-0C58-FF2E-56B1-84EEAFBF600D}"/>
                </a:ext>
              </a:extLst>
            </p:cNvPr>
            <p:cNvSpPr/>
            <p:nvPr/>
          </p:nvSpPr>
          <p:spPr>
            <a:xfrm>
              <a:off x="4670051" y="3293506"/>
              <a:ext cx="90500" cy="9045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3" name="object 183">
              <a:extLst>
                <a:ext uri="{FF2B5EF4-FFF2-40B4-BE49-F238E27FC236}">
                  <a16:creationId xmlns:a16="http://schemas.microsoft.com/office/drawing/2014/main" id="{38A98249-9389-3754-4EF9-F4245C8C837A}"/>
                </a:ext>
              </a:extLst>
            </p:cNvPr>
            <p:cNvSpPr/>
            <p:nvPr/>
          </p:nvSpPr>
          <p:spPr>
            <a:xfrm>
              <a:off x="5692550" y="3647381"/>
              <a:ext cx="90500" cy="9045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4" name="object 184">
              <a:extLst>
                <a:ext uri="{FF2B5EF4-FFF2-40B4-BE49-F238E27FC236}">
                  <a16:creationId xmlns:a16="http://schemas.microsoft.com/office/drawing/2014/main" id="{0315E9FA-31CF-2F6E-3980-E4E7F981FBAD}"/>
                </a:ext>
              </a:extLst>
            </p:cNvPr>
            <p:cNvSpPr/>
            <p:nvPr/>
          </p:nvSpPr>
          <p:spPr>
            <a:xfrm>
              <a:off x="4670051" y="2822200"/>
              <a:ext cx="90500" cy="8886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5" name="object 185">
              <a:extLst>
                <a:ext uri="{FF2B5EF4-FFF2-40B4-BE49-F238E27FC236}">
                  <a16:creationId xmlns:a16="http://schemas.microsoft.com/office/drawing/2014/main" id="{CA7FA382-354B-170A-E561-507C580C33CA}"/>
                </a:ext>
              </a:extLst>
            </p:cNvPr>
            <p:cNvSpPr/>
            <p:nvPr/>
          </p:nvSpPr>
          <p:spPr>
            <a:xfrm>
              <a:off x="4328688" y="3060233"/>
              <a:ext cx="88913" cy="8886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6" name="object 186">
              <a:extLst>
                <a:ext uri="{FF2B5EF4-FFF2-40B4-BE49-F238E27FC236}">
                  <a16:creationId xmlns:a16="http://schemas.microsoft.com/office/drawing/2014/main" id="{52E9F973-8EC9-C4C3-C85C-34CEC8E1DBFC}"/>
                </a:ext>
              </a:extLst>
            </p:cNvPr>
            <p:cNvSpPr/>
            <p:nvPr/>
          </p:nvSpPr>
          <p:spPr>
            <a:xfrm>
              <a:off x="5013001" y="3060233"/>
              <a:ext cx="88913" cy="88866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7" name="object 187">
              <a:extLst>
                <a:ext uri="{FF2B5EF4-FFF2-40B4-BE49-F238E27FC236}">
                  <a16:creationId xmlns:a16="http://schemas.microsoft.com/office/drawing/2014/main" id="{D679B7B8-5C17-9811-374E-108C427881BB}"/>
                </a:ext>
              </a:extLst>
            </p:cNvPr>
            <p:cNvSpPr/>
            <p:nvPr/>
          </p:nvSpPr>
          <p:spPr>
            <a:xfrm>
              <a:off x="5351187" y="3528365"/>
              <a:ext cx="90501" cy="90452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8" name="object 188">
              <a:extLst>
                <a:ext uri="{FF2B5EF4-FFF2-40B4-BE49-F238E27FC236}">
                  <a16:creationId xmlns:a16="http://schemas.microsoft.com/office/drawing/2014/main" id="{03AD2E13-954D-E469-05C1-8F01B65CB7D4}"/>
                </a:ext>
              </a:extLst>
            </p:cNvPr>
            <p:cNvSpPr/>
            <p:nvPr/>
          </p:nvSpPr>
          <p:spPr>
            <a:xfrm>
              <a:off x="5351187" y="3763224"/>
              <a:ext cx="90501" cy="9045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9" name="object 189">
              <a:extLst>
                <a:ext uri="{FF2B5EF4-FFF2-40B4-BE49-F238E27FC236}">
                  <a16:creationId xmlns:a16="http://schemas.microsoft.com/office/drawing/2014/main" id="{7300ED7D-0621-DE10-EE5C-6C0024BE6FF0}"/>
                </a:ext>
              </a:extLst>
            </p:cNvPr>
            <p:cNvSpPr txBox="1"/>
            <p:nvPr/>
          </p:nvSpPr>
          <p:spPr>
            <a:xfrm>
              <a:off x="2023301" y="3395065"/>
              <a:ext cx="63509" cy="115743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4" name="object 194">
              <a:extLst>
                <a:ext uri="{FF2B5EF4-FFF2-40B4-BE49-F238E27FC236}">
                  <a16:creationId xmlns:a16="http://schemas.microsoft.com/office/drawing/2014/main" id="{42C20018-5064-EAE6-FD39-55817ACCED02}"/>
                </a:ext>
              </a:extLst>
            </p:cNvPr>
            <p:cNvSpPr txBox="1"/>
            <p:nvPr/>
          </p:nvSpPr>
          <p:spPr>
            <a:xfrm>
              <a:off x="2023301" y="3988561"/>
              <a:ext cx="63509" cy="111722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5" name="object 195">
              <a:extLst>
                <a:ext uri="{FF2B5EF4-FFF2-40B4-BE49-F238E27FC236}">
                  <a16:creationId xmlns:a16="http://schemas.microsoft.com/office/drawing/2014/main" id="{1F2A8C06-A807-7A96-433F-BBCFC4291F2E}"/>
                </a:ext>
              </a:extLst>
            </p:cNvPr>
            <p:cNvSpPr txBox="1"/>
            <p:nvPr/>
          </p:nvSpPr>
          <p:spPr>
            <a:xfrm>
              <a:off x="2128092" y="4098056"/>
              <a:ext cx="63509" cy="111722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6" name="object 196">
              <a:extLst>
                <a:ext uri="{FF2B5EF4-FFF2-40B4-BE49-F238E27FC236}">
                  <a16:creationId xmlns:a16="http://schemas.microsoft.com/office/drawing/2014/main" id="{48E83DBE-B510-FB19-881C-BDF0FFC4F2D1}"/>
                </a:ext>
              </a:extLst>
            </p:cNvPr>
            <p:cNvSpPr txBox="1"/>
            <p:nvPr/>
          </p:nvSpPr>
          <p:spPr>
            <a:xfrm>
              <a:off x="2980704" y="4098056"/>
              <a:ext cx="61921" cy="111722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7" name="object 197">
              <a:extLst>
                <a:ext uri="{FF2B5EF4-FFF2-40B4-BE49-F238E27FC236}">
                  <a16:creationId xmlns:a16="http://schemas.microsoft.com/office/drawing/2014/main" id="{50B01CE5-33DA-586E-7349-B3CCFA7BB9D8}"/>
                </a:ext>
              </a:extLst>
            </p:cNvPr>
            <p:cNvSpPr txBox="1"/>
            <p:nvPr/>
          </p:nvSpPr>
          <p:spPr>
            <a:xfrm>
              <a:off x="3809500" y="4098056"/>
              <a:ext cx="107966" cy="111722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8" name="object 198">
              <a:extLst>
                <a:ext uri="{FF2B5EF4-FFF2-40B4-BE49-F238E27FC236}">
                  <a16:creationId xmlns:a16="http://schemas.microsoft.com/office/drawing/2014/main" id="{22F3FFFE-E4D1-CBAD-6FD1-7A1A8A34244C}"/>
                </a:ext>
              </a:extLst>
            </p:cNvPr>
            <p:cNvSpPr txBox="1"/>
            <p:nvPr/>
          </p:nvSpPr>
          <p:spPr>
            <a:xfrm>
              <a:off x="4662112" y="4098056"/>
              <a:ext cx="107966" cy="111722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9" name="object 199">
              <a:extLst>
                <a:ext uri="{FF2B5EF4-FFF2-40B4-BE49-F238E27FC236}">
                  <a16:creationId xmlns:a16="http://schemas.microsoft.com/office/drawing/2014/main" id="{AE47B65C-1E0B-1688-CB99-A55CA1A864AE}"/>
                </a:ext>
              </a:extLst>
            </p:cNvPr>
            <p:cNvSpPr txBox="1"/>
            <p:nvPr/>
          </p:nvSpPr>
          <p:spPr>
            <a:xfrm>
              <a:off x="5514723" y="4098056"/>
              <a:ext cx="106378" cy="111722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00" name="object 200">
              <a:extLst>
                <a:ext uri="{FF2B5EF4-FFF2-40B4-BE49-F238E27FC236}">
                  <a16:creationId xmlns:a16="http://schemas.microsoft.com/office/drawing/2014/main" id="{485E0141-72B5-F59B-F33B-5B65678629DC}"/>
                </a:ext>
              </a:extLst>
            </p:cNvPr>
            <p:cNvSpPr txBox="1"/>
            <p:nvPr/>
          </p:nvSpPr>
          <p:spPr>
            <a:xfrm>
              <a:off x="6365748" y="4098056"/>
              <a:ext cx="107966" cy="111722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0" name="object 190">
              <a:extLst>
                <a:ext uri="{FF2B5EF4-FFF2-40B4-BE49-F238E27FC236}">
                  <a16:creationId xmlns:a16="http://schemas.microsoft.com/office/drawing/2014/main" id="{3E23E91E-081D-4CCD-DC29-264423B76542}"/>
                </a:ext>
              </a:extLst>
            </p:cNvPr>
            <p:cNvSpPr txBox="1"/>
            <p:nvPr/>
          </p:nvSpPr>
          <p:spPr>
            <a:xfrm>
              <a:off x="1978845" y="2806331"/>
              <a:ext cx="107966" cy="115743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1" name="object 191">
              <a:extLst>
                <a:ext uri="{FF2B5EF4-FFF2-40B4-BE49-F238E27FC236}">
                  <a16:creationId xmlns:a16="http://schemas.microsoft.com/office/drawing/2014/main" id="{7FC32944-F71D-2985-A611-27600464B2C5}"/>
                </a:ext>
              </a:extLst>
            </p:cNvPr>
            <p:cNvSpPr txBox="1"/>
            <p:nvPr/>
          </p:nvSpPr>
          <p:spPr>
            <a:xfrm>
              <a:off x="1978845" y="2217597"/>
              <a:ext cx="107966" cy="115743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2" name="object 192">
              <a:extLst>
                <a:ext uri="{FF2B5EF4-FFF2-40B4-BE49-F238E27FC236}">
                  <a16:creationId xmlns:a16="http://schemas.microsoft.com/office/drawing/2014/main" id="{FC3BA172-A598-35A8-A1CA-22A172851D74}"/>
                </a:ext>
              </a:extLst>
            </p:cNvPr>
            <p:cNvSpPr txBox="1"/>
            <p:nvPr/>
          </p:nvSpPr>
          <p:spPr>
            <a:xfrm>
              <a:off x="1978845" y="1628861"/>
              <a:ext cx="107966" cy="115743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3" name="object 193">
              <a:extLst>
                <a:ext uri="{FF2B5EF4-FFF2-40B4-BE49-F238E27FC236}">
                  <a16:creationId xmlns:a16="http://schemas.microsoft.com/office/drawing/2014/main" id="{F2A539DC-222D-1905-0C00-C461B0932043}"/>
                </a:ext>
              </a:extLst>
            </p:cNvPr>
            <p:cNvSpPr txBox="1"/>
            <p:nvPr/>
          </p:nvSpPr>
          <p:spPr>
            <a:xfrm>
              <a:off x="1978845" y="1040128"/>
              <a:ext cx="107966" cy="115743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25</a:t>
              </a:r>
              <a:endParaRPr sz="523">
                <a:latin typeface="Trebuchet MS"/>
                <a:cs typeface="Trebuchet MS"/>
              </a:endParaRPr>
            </a:p>
          </p:txBody>
        </p:sp>
      </p:grpSp>
      <p:sp>
        <p:nvSpPr>
          <p:cNvPr id="202" name="object 2">
            <a:extLst>
              <a:ext uri="{FF2B5EF4-FFF2-40B4-BE49-F238E27FC236}">
                <a16:creationId xmlns:a16="http://schemas.microsoft.com/office/drawing/2014/main" id="{5AED7D3E-F486-18B7-A6C1-74FD721DC182}"/>
              </a:ext>
            </a:extLst>
          </p:cNvPr>
          <p:cNvSpPr txBox="1">
            <a:spLocks/>
          </p:cNvSpPr>
          <p:nvPr/>
        </p:nvSpPr>
        <p:spPr>
          <a:xfrm>
            <a:off x="1139428" y="419220"/>
            <a:ext cx="6725841" cy="365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08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000"/>
              <a:buFont typeface="Arial"/>
              <a:buNone/>
              <a:defRPr sz="2250" b="0" i="0" u="none" strike="noStrike" cap="none">
                <a:solidFill>
                  <a:schemeClr val="tx2"/>
                </a:solidFill>
                <a:latin typeface="Lato" panose="020B0604020202020204" charset="0"/>
                <a:ea typeface="Roboto Condensed"/>
                <a:cs typeface="Lato" panose="020B0604020202020204" charset="0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640">
              <a:spcBef>
                <a:spcPts val="50"/>
              </a:spcBef>
              <a:defRPr/>
            </a:pPr>
            <a:r>
              <a:rPr lang="pt-BR" spc="-2" dirty="0">
                <a:solidFill>
                  <a:schemeClr val="tx1"/>
                </a:solidFill>
              </a:rPr>
              <a:t>Aprendizagem</a:t>
            </a:r>
            <a:r>
              <a:rPr lang="pt-BR" spc="-21" dirty="0">
                <a:solidFill>
                  <a:schemeClr val="tx1"/>
                </a:solidFill>
              </a:rPr>
              <a:t> Não </a:t>
            </a:r>
            <a:r>
              <a:rPr lang="pt-BR" spc="-2" dirty="0">
                <a:solidFill>
                  <a:schemeClr val="tx1"/>
                </a:solidFill>
              </a:rPr>
              <a:t>Supervisionada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01" name="Agrupar 207">
            <a:extLst>
              <a:ext uri="{FF2B5EF4-FFF2-40B4-BE49-F238E27FC236}">
                <a16:creationId xmlns:a16="http://schemas.microsoft.com/office/drawing/2014/main" id="{0D9EE5A8-4633-BE79-31C3-E99B7D45CC7F}"/>
              </a:ext>
            </a:extLst>
          </p:cNvPr>
          <p:cNvGrpSpPr>
            <a:grpSpLocks/>
          </p:cNvGrpSpPr>
          <p:nvPr/>
        </p:nvGrpSpPr>
        <p:grpSpPr bwMode="auto">
          <a:xfrm>
            <a:off x="2625329" y="1718073"/>
            <a:ext cx="3702844" cy="2439590"/>
            <a:chOff x="1729595" y="1040128"/>
            <a:chExt cx="4936986" cy="3253660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892BB2F3-CDA1-CEB5-877B-B51B4AFC6B1C}"/>
                </a:ext>
              </a:extLst>
            </p:cNvPr>
            <p:cNvSpPr/>
            <p:nvPr/>
          </p:nvSpPr>
          <p:spPr>
            <a:xfrm>
              <a:off x="2159795" y="3458539"/>
              <a:ext cx="4259143" cy="0"/>
            </a:xfrm>
            <a:custGeom>
              <a:avLst/>
              <a:gdLst/>
              <a:ahLst/>
              <a:cxnLst/>
              <a:rect l="l" t="t" r="r" b="b"/>
              <a:pathLst>
                <a:path w="6109970">
                  <a:moveTo>
                    <a:pt x="0" y="0"/>
                  </a:moveTo>
                  <a:lnTo>
                    <a:pt x="6109852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F4363CE-7075-B48D-3CFE-3CCAD4EA16EC}"/>
                </a:ext>
              </a:extLst>
            </p:cNvPr>
            <p:cNvSpPr/>
            <p:nvPr/>
          </p:nvSpPr>
          <p:spPr>
            <a:xfrm>
              <a:off x="2159795" y="2867830"/>
              <a:ext cx="4259143" cy="0"/>
            </a:xfrm>
            <a:custGeom>
              <a:avLst/>
              <a:gdLst/>
              <a:ahLst/>
              <a:cxnLst/>
              <a:rect l="l" t="t" r="r" b="b"/>
              <a:pathLst>
                <a:path w="6109970">
                  <a:moveTo>
                    <a:pt x="0" y="0"/>
                  </a:moveTo>
                  <a:lnTo>
                    <a:pt x="6109852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843ECDA-6C3C-8E88-99C6-71372DD881C4}"/>
                </a:ext>
              </a:extLst>
            </p:cNvPr>
            <p:cNvSpPr/>
            <p:nvPr/>
          </p:nvSpPr>
          <p:spPr>
            <a:xfrm>
              <a:off x="2159795" y="2278710"/>
              <a:ext cx="4259143" cy="0"/>
            </a:xfrm>
            <a:custGeom>
              <a:avLst/>
              <a:gdLst/>
              <a:ahLst/>
              <a:cxnLst/>
              <a:rect l="l" t="t" r="r" b="b"/>
              <a:pathLst>
                <a:path w="6109970">
                  <a:moveTo>
                    <a:pt x="0" y="0"/>
                  </a:moveTo>
                  <a:lnTo>
                    <a:pt x="6109852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D839697A-9015-A28D-DA68-ECE2061490DC}"/>
                </a:ext>
              </a:extLst>
            </p:cNvPr>
            <p:cNvSpPr/>
            <p:nvPr/>
          </p:nvSpPr>
          <p:spPr>
            <a:xfrm>
              <a:off x="2159795" y="1691178"/>
              <a:ext cx="4259143" cy="0"/>
            </a:xfrm>
            <a:custGeom>
              <a:avLst/>
              <a:gdLst/>
              <a:ahLst/>
              <a:cxnLst/>
              <a:rect l="l" t="t" r="r" b="b"/>
              <a:pathLst>
                <a:path w="6109970">
                  <a:moveTo>
                    <a:pt x="0" y="0"/>
                  </a:moveTo>
                  <a:lnTo>
                    <a:pt x="6109852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7FC54208-017E-030F-9D0A-9C2052A1F993}"/>
                </a:ext>
              </a:extLst>
            </p:cNvPr>
            <p:cNvSpPr/>
            <p:nvPr/>
          </p:nvSpPr>
          <p:spPr>
            <a:xfrm>
              <a:off x="2159795" y="1103645"/>
              <a:ext cx="4259143" cy="0"/>
            </a:xfrm>
            <a:custGeom>
              <a:avLst/>
              <a:gdLst/>
              <a:ahLst/>
              <a:cxnLst/>
              <a:rect l="l" t="t" r="r" b="b"/>
              <a:pathLst>
                <a:path w="6109970">
                  <a:moveTo>
                    <a:pt x="0" y="0"/>
                  </a:moveTo>
                  <a:lnTo>
                    <a:pt x="6109852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88A8EC05-85B8-24D6-92BE-F323F093C0E5}"/>
                </a:ext>
              </a:extLst>
            </p:cNvPr>
            <p:cNvSpPr/>
            <p:nvPr/>
          </p:nvSpPr>
          <p:spPr>
            <a:xfrm>
              <a:off x="2159795" y="1102057"/>
              <a:ext cx="0" cy="2944015"/>
            </a:xfrm>
            <a:custGeom>
              <a:avLst/>
              <a:gdLst/>
              <a:ahLst/>
              <a:cxnLst/>
              <a:rect l="l" t="t" r="r" b="b"/>
              <a:pathLst>
                <a:path h="4223385">
                  <a:moveTo>
                    <a:pt x="0" y="4223149"/>
                  </a:moveTo>
                  <a:lnTo>
                    <a:pt x="0" y="0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42640AC8-E136-A1CE-B959-03E5B478A515}"/>
                </a:ext>
              </a:extLst>
            </p:cNvPr>
            <p:cNvSpPr/>
            <p:nvPr/>
          </p:nvSpPr>
          <p:spPr>
            <a:xfrm>
              <a:off x="2131221" y="4046072"/>
              <a:ext cx="28574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AD1855D5-B6A2-D275-CE80-F05C0E43A65F}"/>
                </a:ext>
              </a:extLst>
            </p:cNvPr>
            <p:cNvSpPr/>
            <p:nvPr/>
          </p:nvSpPr>
          <p:spPr>
            <a:xfrm>
              <a:off x="2131221" y="3458539"/>
              <a:ext cx="28574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B70E6E9A-1B58-087C-8D19-D281DA336BE9}"/>
                </a:ext>
              </a:extLst>
            </p:cNvPr>
            <p:cNvSpPr/>
            <p:nvPr/>
          </p:nvSpPr>
          <p:spPr>
            <a:xfrm>
              <a:off x="2131221" y="2867830"/>
              <a:ext cx="28574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8013A197-EA1B-6D80-CD53-E980BF537E49}"/>
                </a:ext>
              </a:extLst>
            </p:cNvPr>
            <p:cNvSpPr/>
            <p:nvPr/>
          </p:nvSpPr>
          <p:spPr>
            <a:xfrm>
              <a:off x="2131221" y="2278710"/>
              <a:ext cx="28574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E2F91D94-5AE3-7860-8136-25C36B37FECD}"/>
                </a:ext>
              </a:extLst>
            </p:cNvPr>
            <p:cNvSpPr/>
            <p:nvPr/>
          </p:nvSpPr>
          <p:spPr>
            <a:xfrm>
              <a:off x="2131221" y="1691178"/>
              <a:ext cx="28574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7EC96178-296A-397A-F5DE-3076CECF8614}"/>
                </a:ext>
              </a:extLst>
            </p:cNvPr>
            <p:cNvSpPr/>
            <p:nvPr/>
          </p:nvSpPr>
          <p:spPr>
            <a:xfrm>
              <a:off x="2131221" y="1103645"/>
              <a:ext cx="28574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E2511668-5353-4756-7902-E5365AF7FEB1}"/>
                </a:ext>
              </a:extLst>
            </p:cNvPr>
            <p:cNvSpPr/>
            <p:nvPr/>
          </p:nvSpPr>
          <p:spPr>
            <a:xfrm>
              <a:off x="2159795" y="4046072"/>
              <a:ext cx="4260730" cy="0"/>
            </a:xfrm>
            <a:custGeom>
              <a:avLst/>
              <a:gdLst/>
              <a:ahLst/>
              <a:cxnLst/>
              <a:rect l="l" t="t" r="r" b="b"/>
              <a:pathLst>
                <a:path w="6112509">
                  <a:moveTo>
                    <a:pt x="0" y="0"/>
                  </a:moveTo>
                  <a:lnTo>
                    <a:pt x="6111956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B3FB5E8C-4AB9-3EBF-5D95-87037DC34A47}"/>
                </a:ext>
              </a:extLst>
            </p:cNvPr>
            <p:cNvSpPr/>
            <p:nvPr/>
          </p:nvSpPr>
          <p:spPr>
            <a:xfrm>
              <a:off x="2159795" y="4046072"/>
              <a:ext cx="0" cy="26995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595B8E53-AB57-2952-51B6-B628A70AC6E4}"/>
                </a:ext>
              </a:extLst>
            </p:cNvPr>
            <p:cNvSpPr/>
            <p:nvPr/>
          </p:nvSpPr>
          <p:spPr>
            <a:xfrm>
              <a:off x="3012259" y="4046072"/>
              <a:ext cx="0" cy="26995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631D50D6-1160-6B94-023D-415DD44BEC64}"/>
                </a:ext>
              </a:extLst>
            </p:cNvPr>
            <p:cNvSpPr/>
            <p:nvPr/>
          </p:nvSpPr>
          <p:spPr>
            <a:xfrm>
              <a:off x="3864722" y="4046072"/>
              <a:ext cx="0" cy="26995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6B5A483A-8E36-C554-1D85-58879210F589}"/>
                </a:ext>
              </a:extLst>
            </p:cNvPr>
            <p:cNvSpPr/>
            <p:nvPr/>
          </p:nvSpPr>
          <p:spPr>
            <a:xfrm>
              <a:off x="4715598" y="4046072"/>
              <a:ext cx="0" cy="26995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CE06EB46-212A-60FC-926A-731E3F869DE0}"/>
                </a:ext>
              </a:extLst>
            </p:cNvPr>
            <p:cNvSpPr/>
            <p:nvPr/>
          </p:nvSpPr>
          <p:spPr>
            <a:xfrm>
              <a:off x="5568062" y="4046072"/>
              <a:ext cx="0" cy="26995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52EC2F0A-9D64-A3A9-EDFB-CDFA49B46ADB}"/>
                </a:ext>
              </a:extLst>
            </p:cNvPr>
            <p:cNvSpPr/>
            <p:nvPr/>
          </p:nvSpPr>
          <p:spPr>
            <a:xfrm>
              <a:off x="6418938" y="4046072"/>
              <a:ext cx="0" cy="26995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515BC02B-2AA6-8EDB-B806-0DEF1115F019}"/>
                </a:ext>
              </a:extLst>
            </p:cNvPr>
            <p:cNvSpPr/>
            <p:nvPr/>
          </p:nvSpPr>
          <p:spPr>
            <a:xfrm>
              <a:off x="3621842" y="1398999"/>
              <a:ext cx="144458" cy="1445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D3668D6F-C6A6-B3B0-8BCD-7D72883FF44E}"/>
                </a:ext>
              </a:extLst>
            </p:cNvPr>
            <p:cNvSpPr/>
            <p:nvPr/>
          </p:nvSpPr>
          <p:spPr>
            <a:xfrm>
              <a:off x="3621842" y="2104038"/>
              <a:ext cx="144458" cy="2635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FA1B31E3-D9CC-ED47-D050-3B98579D8D78}"/>
                </a:ext>
              </a:extLst>
            </p:cNvPr>
            <p:cNvSpPr/>
            <p:nvPr/>
          </p:nvSpPr>
          <p:spPr>
            <a:xfrm>
              <a:off x="2782077" y="1761046"/>
              <a:ext cx="123822" cy="12544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EF9C5C34-3E15-6328-B2B5-620512CF0FDC}"/>
                </a:ext>
              </a:extLst>
            </p:cNvPr>
            <p:cNvSpPr/>
            <p:nvPr/>
          </p:nvSpPr>
          <p:spPr>
            <a:xfrm>
              <a:off x="2940823" y="1869025"/>
              <a:ext cx="144459" cy="1445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C0B58B67-7C8F-5B8B-4DD2-55596F10C16E}"/>
                </a:ext>
              </a:extLst>
            </p:cNvPr>
            <p:cNvSpPr/>
            <p:nvPr/>
          </p:nvSpPr>
          <p:spPr>
            <a:xfrm>
              <a:off x="2769378" y="1988119"/>
              <a:ext cx="144459" cy="1445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437683F9-7FC5-9E96-BEDE-C279E24D2681}"/>
                </a:ext>
              </a:extLst>
            </p:cNvPr>
            <p:cNvSpPr/>
            <p:nvPr/>
          </p:nvSpPr>
          <p:spPr>
            <a:xfrm>
              <a:off x="3621842" y="2456558"/>
              <a:ext cx="144458" cy="1445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6D9C0361-4A64-2BB8-7BF8-02770518EB4B}"/>
                </a:ext>
              </a:extLst>
            </p:cNvPr>
            <p:cNvSpPr/>
            <p:nvPr/>
          </p:nvSpPr>
          <p:spPr>
            <a:xfrm>
              <a:off x="2428075" y="1398999"/>
              <a:ext cx="144458" cy="1445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D0616BA0-14DF-8D63-80E7-DB9DEADCFCD9}"/>
                </a:ext>
              </a:extLst>
            </p:cNvPr>
            <p:cNvSpPr/>
            <p:nvPr/>
          </p:nvSpPr>
          <p:spPr>
            <a:xfrm>
              <a:off x="3450397" y="2104038"/>
              <a:ext cx="144458" cy="1445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5C1A3FCF-6636-0291-42E4-9FF3E74EC825}"/>
                </a:ext>
              </a:extLst>
            </p:cNvPr>
            <p:cNvSpPr/>
            <p:nvPr/>
          </p:nvSpPr>
          <p:spPr>
            <a:xfrm>
              <a:off x="3278951" y="2104038"/>
              <a:ext cx="146046" cy="2635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EF9CEDD2-5419-348F-A612-286423B90111}"/>
                </a:ext>
              </a:extLst>
            </p:cNvPr>
            <p:cNvSpPr/>
            <p:nvPr/>
          </p:nvSpPr>
          <p:spPr>
            <a:xfrm>
              <a:off x="3450397" y="2456558"/>
              <a:ext cx="144458" cy="1445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75831251-7B74-9E31-DA22-7F96D779EA1E}"/>
                </a:ext>
              </a:extLst>
            </p:cNvPr>
            <p:cNvSpPr/>
            <p:nvPr/>
          </p:nvSpPr>
          <p:spPr>
            <a:xfrm>
              <a:off x="3278951" y="2456558"/>
              <a:ext cx="146046" cy="1445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32000995-8370-F0DD-FDE2-669F169E04A3}"/>
                </a:ext>
              </a:extLst>
            </p:cNvPr>
            <p:cNvSpPr/>
            <p:nvPr/>
          </p:nvSpPr>
          <p:spPr>
            <a:xfrm>
              <a:off x="2428075" y="1514917"/>
              <a:ext cx="144458" cy="2635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FA393CD3-5E05-23D1-26FE-C7307D0255C0}"/>
                </a:ext>
              </a:extLst>
            </p:cNvPr>
            <p:cNvSpPr/>
            <p:nvPr/>
          </p:nvSpPr>
          <p:spPr>
            <a:xfrm>
              <a:off x="3450397" y="1398999"/>
              <a:ext cx="144458" cy="1445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9C0151E2-E364-65C7-B9BE-751DA71BCF71}"/>
                </a:ext>
              </a:extLst>
            </p:cNvPr>
            <p:cNvSpPr/>
            <p:nvPr/>
          </p:nvSpPr>
          <p:spPr>
            <a:xfrm>
              <a:off x="3112268" y="2104038"/>
              <a:ext cx="144459" cy="1445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AA0EC374-C6B5-4991-9540-D91E8DED0DCA}"/>
                </a:ext>
              </a:extLst>
            </p:cNvPr>
            <p:cNvSpPr/>
            <p:nvPr/>
          </p:nvSpPr>
          <p:spPr>
            <a:xfrm>
              <a:off x="3278951" y="1988119"/>
              <a:ext cx="146046" cy="1445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D92DAA7E-DCE6-9EB3-98DE-2B3E15EC978B}"/>
                </a:ext>
              </a:extLst>
            </p:cNvPr>
            <p:cNvSpPr/>
            <p:nvPr/>
          </p:nvSpPr>
          <p:spPr>
            <a:xfrm>
              <a:off x="2940823" y="1634012"/>
              <a:ext cx="144459" cy="2635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7C4073E8-C55C-09C5-A35A-053C5E8233A4}"/>
                </a:ext>
              </a:extLst>
            </p:cNvPr>
            <p:cNvSpPr/>
            <p:nvPr/>
          </p:nvSpPr>
          <p:spPr>
            <a:xfrm>
              <a:off x="2256630" y="1514917"/>
              <a:ext cx="144458" cy="2635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93138AA4-8703-8A03-A138-ADDF6377991A}"/>
                </a:ext>
              </a:extLst>
            </p:cNvPr>
            <p:cNvSpPr/>
            <p:nvPr/>
          </p:nvSpPr>
          <p:spPr>
            <a:xfrm>
              <a:off x="3112268" y="1514917"/>
              <a:ext cx="144459" cy="1445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263B9F71-46EE-3EEC-66F1-7EEDDA14D148}"/>
                </a:ext>
              </a:extLst>
            </p:cNvPr>
            <p:cNvSpPr/>
            <p:nvPr/>
          </p:nvSpPr>
          <p:spPr>
            <a:xfrm>
              <a:off x="2599521" y="1869025"/>
              <a:ext cx="144458" cy="1445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B105865E-D4EB-023D-DB18-C7A775CB7719}"/>
                </a:ext>
              </a:extLst>
            </p:cNvPr>
            <p:cNvSpPr/>
            <p:nvPr/>
          </p:nvSpPr>
          <p:spPr>
            <a:xfrm>
              <a:off x="3804399" y="1408527"/>
              <a:ext cx="123822" cy="12385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03D46B6E-FEE2-D9C7-3C8C-89319E08E6A6}"/>
                </a:ext>
              </a:extLst>
            </p:cNvPr>
            <p:cNvSpPr/>
            <p:nvPr/>
          </p:nvSpPr>
          <p:spPr>
            <a:xfrm>
              <a:off x="2769378" y="2221545"/>
              <a:ext cx="144459" cy="1460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932DA4DB-F90E-729A-4E5C-80F7FBC76167}"/>
                </a:ext>
              </a:extLst>
            </p:cNvPr>
            <p:cNvSpPr/>
            <p:nvPr/>
          </p:nvSpPr>
          <p:spPr>
            <a:xfrm>
              <a:off x="3450397" y="1988119"/>
              <a:ext cx="144458" cy="14450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DC5574BE-0D5F-C190-222C-5E89D50538D6}"/>
                </a:ext>
              </a:extLst>
            </p:cNvPr>
            <p:cNvSpPr/>
            <p:nvPr/>
          </p:nvSpPr>
          <p:spPr>
            <a:xfrm>
              <a:off x="2256630" y="2104038"/>
              <a:ext cx="144458" cy="1445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8F672700-24B4-B2F8-83EB-DBB7252F742A}"/>
                </a:ext>
              </a:extLst>
            </p:cNvPr>
            <p:cNvSpPr/>
            <p:nvPr/>
          </p:nvSpPr>
          <p:spPr>
            <a:xfrm>
              <a:off x="2439187" y="1876965"/>
              <a:ext cx="125409" cy="24454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5AB494BE-269B-BD7C-50F0-AB8185BC1955}"/>
                </a:ext>
              </a:extLst>
            </p:cNvPr>
            <p:cNvSpPr/>
            <p:nvPr/>
          </p:nvSpPr>
          <p:spPr>
            <a:xfrm>
              <a:off x="3450397" y="1634012"/>
              <a:ext cx="144458" cy="2635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479385FA-1E9F-E548-F940-A4A085DBF27B}"/>
                </a:ext>
              </a:extLst>
            </p:cNvPr>
            <p:cNvSpPr/>
            <p:nvPr/>
          </p:nvSpPr>
          <p:spPr>
            <a:xfrm>
              <a:off x="3112268" y="1869025"/>
              <a:ext cx="144459" cy="1445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EB287D24-053B-A550-1A01-F31FE99CE1F5}"/>
                </a:ext>
              </a:extLst>
            </p:cNvPr>
            <p:cNvSpPr/>
            <p:nvPr/>
          </p:nvSpPr>
          <p:spPr>
            <a:xfrm>
              <a:off x="3123381" y="2350167"/>
              <a:ext cx="123822" cy="12385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27631ED4-8AB8-03D6-E3A8-D212A730472C}"/>
                </a:ext>
              </a:extLst>
            </p:cNvPr>
            <p:cNvSpPr/>
            <p:nvPr/>
          </p:nvSpPr>
          <p:spPr>
            <a:xfrm>
              <a:off x="3278951" y="1514917"/>
              <a:ext cx="146046" cy="1445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1730A6F1-FDE9-F2B0-24C4-163EE74D165C}"/>
                </a:ext>
              </a:extLst>
            </p:cNvPr>
            <p:cNvSpPr/>
            <p:nvPr/>
          </p:nvSpPr>
          <p:spPr>
            <a:xfrm>
              <a:off x="2599521" y="2221545"/>
              <a:ext cx="144458" cy="1460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B60F3B6E-C832-26F0-E83C-4E7FC04FCBB9}"/>
                </a:ext>
              </a:extLst>
            </p:cNvPr>
            <p:cNvSpPr/>
            <p:nvPr/>
          </p:nvSpPr>
          <p:spPr>
            <a:xfrm>
              <a:off x="2610632" y="1408527"/>
              <a:ext cx="123822" cy="12385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23612A2B-D122-12F6-92FA-E8FC6697FC45}"/>
                </a:ext>
              </a:extLst>
            </p:cNvPr>
            <p:cNvSpPr/>
            <p:nvPr/>
          </p:nvSpPr>
          <p:spPr>
            <a:xfrm>
              <a:off x="3278951" y="2340639"/>
              <a:ext cx="146046" cy="1445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85203CFD-212B-F8AD-9597-EF8EA07CC49B}"/>
                </a:ext>
              </a:extLst>
            </p:cNvPr>
            <p:cNvSpPr/>
            <p:nvPr/>
          </p:nvSpPr>
          <p:spPr>
            <a:xfrm>
              <a:off x="2940823" y="1398999"/>
              <a:ext cx="144459" cy="1445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376A1764-9CA5-3E22-810E-BCF61203AFE2}"/>
                </a:ext>
              </a:extLst>
            </p:cNvPr>
            <p:cNvSpPr/>
            <p:nvPr/>
          </p:nvSpPr>
          <p:spPr>
            <a:xfrm>
              <a:off x="3804399" y="2466086"/>
              <a:ext cx="123822" cy="12385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77E93375-F1D1-C611-11BB-3CAA672443F0}"/>
                </a:ext>
              </a:extLst>
            </p:cNvPr>
            <p:cNvSpPr/>
            <p:nvPr/>
          </p:nvSpPr>
          <p:spPr>
            <a:xfrm>
              <a:off x="2940823" y="2221545"/>
              <a:ext cx="144459" cy="2635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FCC63CC4-0199-B43D-C867-6DCECFA2C133}"/>
                </a:ext>
              </a:extLst>
            </p:cNvPr>
            <p:cNvSpPr/>
            <p:nvPr/>
          </p:nvSpPr>
          <p:spPr>
            <a:xfrm>
              <a:off x="2439187" y="2466086"/>
              <a:ext cx="125409" cy="12385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DACCD09E-DA95-0F0D-19F4-7F512F4C7958}"/>
                </a:ext>
              </a:extLst>
            </p:cNvPr>
            <p:cNvSpPr/>
            <p:nvPr/>
          </p:nvSpPr>
          <p:spPr>
            <a:xfrm>
              <a:off x="2599521" y="1514917"/>
              <a:ext cx="144458" cy="38269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A129B757-5D78-08AD-9D6E-024B28414751}"/>
                </a:ext>
              </a:extLst>
            </p:cNvPr>
            <p:cNvSpPr/>
            <p:nvPr/>
          </p:nvSpPr>
          <p:spPr>
            <a:xfrm>
              <a:off x="2256630" y="2456558"/>
              <a:ext cx="144458" cy="1445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8CA6D0A2-A734-F376-B844-249411287D97}"/>
                </a:ext>
              </a:extLst>
            </p:cNvPr>
            <p:cNvSpPr/>
            <p:nvPr/>
          </p:nvSpPr>
          <p:spPr>
            <a:xfrm>
              <a:off x="2599521" y="1988119"/>
              <a:ext cx="144458" cy="1445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1747F701-4556-45AB-B4F5-4B5A467A7926}"/>
                </a:ext>
              </a:extLst>
            </p:cNvPr>
            <p:cNvSpPr/>
            <p:nvPr/>
          </p:nvSpPr>
          <p:spPr>
            <a:xfrm>
              <a:off x="5849041" y="2937699"/>
              <a:ext cx="125409" cy="24295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A82EDC46-3B3B-603C-8C57-B90C3F9CC4DC}"/>
                </a:ext>
              </a:extLst>
            </p:cNvPr>
            <p:cNvSpPr/>
            <p:nvPr/>
          </p:nvSpPr>
          <p:spPr>
            <a:xfrm>
              <a:off x="4815608" y="2810665"/>
              <a:ext cx="144458" cy="1445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A07F0B13-D3D4-BD05-13AB-D4C37D960B82}"/>
                </a:ext>
              </a:extLst>
            </p:cNvPr>
            <p:cNvSpPr/>
            <p:nvPr/>
          </p:nvSpPr>
          <p:spPr>
            <a:xfrm>
              <a:off x="5496626" y="3163185"/>
              <a:ext cx="144459" cy="1460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BC7ACDAB-E4C5-15C6-88DC-001BACE1AEDD}"/>
                </a:ext>
              </a:extLst>
            </p:cNvPr>
            <p:cNvSpPr/>
            <p:nvPr/>
          </p:nvSpPr>
          <p:spPr>
            <a:xfrm>
              <a:off x="4815608" y="3047267"/>
              <a:ext cx="144458" cy="1460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A149C76D-3888-8082-85E3-75822945A361}"/>
                </a:ext>
              </a:extLst>
            </p:cNvPr>
            <p:cNvSpPr/>
            <p:nvPr/>
          </p:nvSpPr>
          <p:spPr>
            <a:xfrm>
              <a:off x="4472718" y="2810665"/>
              <a:ext cx="146046" cy="1445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9E322541-8D1B-48C0-E2A1-EEC125BA9DC6}"/>
                </a:ext>
              </a:extLst>
            </p:cNvPr>
            <p:cNvSpPr/>
            <p:nvPr/>
          </p:nvSpPr>
          <p:spPr>
            <a:xfrm>
              <a:off x="4313972" y="2937699"/>
              <a:ext cx="123822" cy="24295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C8881070-F3FC-A443-644B-57F7256F5274}"/>
                </a:ext>
              </a:extLst>
            </p:cNvPr>
            <p:cNvSpPr/>
            <p:nvPr/>
          </p:nvSpPr>
          <p:spPr>
            <a:xfrm>
              <a:off x="4985465" y="3871400"/>
              <a:ext cx="146046" cy="1445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DD0AC2D9-B4F8-9721-D269-6670D9517069}"/>
                </a:ext>
              </a:extLst>
            </p:cNvPr>
            <p:cNvSpPr/>
            <p:nvPr/>
          </p:nvSpPr>
          <p:spPr>
            <a:xfrm>
              <a:off x="5153736" y="3282280"/>
              <a:ext cx="146046" cy="2635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06F1B17F-ECBE-A808-1438-8F7D6DC2F884}"/>
                </a:ext>
              </a:extLst>
            </p:cNvPr>
            <p:cNvSpPr/>
            <p:nvPr/>
          </p:nvSpPr>
          <p:spPr>
            <a:xfrm>
              <a:off x="4302860" y="3163185"/>
              <a:ext cx="144459" cy="1460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9" name="object 69">
              <a:extLst>
                <a:ext uri="{FF2B5EF4-FFF2-40B4-BE49-F238E27FC236}">
                  <a16:creationId xmlns:a16="http://schemas.microsoft.com/office/drawing/2014/main" id="{3A431235-4F09-2099-EAF6-60E0AFF78255}"/>
                </a:ext>
              </a:extLst>
            </p:cNvPr>
            <p:cNvSpPr/>
            <p:nvPr/>
          </p:nvSpPr>
          <p:spPr>
            <a:xfrm>
              <a:off x="4655275" y="3172712"/>
              <a:ext cx="125409" cy="24295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0" name="object 70">
              <a:extLst>
                <a:ext uri="{FF2B5EF4-FFF2-40B4-BE49-F238E27FC236}">
                  <a16:creationId xmlns:a16="http://schemas.microsoft.com/office/drawing/2014/main" id="{3BB0E469-62F3-1949-032D-D8271C01EC23}"/>
                </a:ext>
              </a:extLst>
            </p:cNvPr>
            <p:cNvSpPr/>
            <p:nvPr/>
          </p:nvSpPr>
          <p:spPr>
            <a:xfrm>
              <a:off x="4815608" y="3517293"/>
              <a:ext cx="144458" cy="1445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906A4554-8313-264D-895E-F52D1BCC7AB8}"/>
                </a:ext>
              </a:extLst>
            </p:cNvPr>
            <p:cNvSpPr/>
            <p:nvPr/>
          </p:nvSpPr>
          <p:spPr>
            <a:xfrm>
              <a:off x="5679184" y="3760245"/>
              <a:ext cx="123822" cy="24454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2" name="object 72">
              <a:extLst>
                <a:ext uri="{FF2B5EF4-FFF2-40B4-BE49-F238E27FC236}">
                  <a16:creationId xmlns:a16="http://schemas.microsoft.com/office/drawing/2014/main" id="{7039F127-F5A5-CE8B-4E47-D9CAB97D1CB6}"/>
                </a:ext>
              </a:extLst>
            </p:cNvPr>
            <p:cNvSpPr/>
            <p:nvPr/>
          </p:nvSpPr>
          <p:spPr>
            <a:xfrm>
              <a:off x="4302860" y="2810665"/>
              <a:ext cx="144459" cy="1445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3" name="object 73">
              <a:extLst>
                <a:ext uri="{FF2B5EF4-FFF2-40B4-BE49-F238E27FC236}">
                  <a16:creationId xmlns:a16="http://schemas.microsoft.com/office/drawing/2014/main" id="{07588ABF-8E9D-02C3-05FB-8BB3ECD395E0}"/>
                </a:ext>
              </a:extLst>
            </p:cNvPr>
            <p:cNvSpPr/>
            <p:nvPr/>
          </p:nvSpPr>
          <p:spPr>
            <a:xfrm>
              <a:off x="4644163" y="3752306"/>
              <a:ext cx="144458" cy="1445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4" name="object 74">
              <a:extLst>
                <a:ext uri="{FF2B5EF4-FFF2-40B4-BE49-F238E27FC236}">
                  <a16:creationId xmlns:a16="http://schemas.microsoft.com/office/drawing/2014/main" id="{55DA9541-F88B-A93A-BC94-283BFFF96C8E}"/>
                </a:ext>
              </a:extLst>
            </p:cNvPr>
            <p:cNvSpPr/>
            <p:nvPr/>
          </p:nvSpPr>
          <p:spPr>
            <a:xfrm>
              <a:off x="4985465" y="3282280"/>
              <a:ext cx="146046" cy="2635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5" name="object 75">
              <a:extLst>
                <a:ext uri="{FF2B5EF4-FFF2-40B4-BE49-F238E27FC236}">
                  <a16:creationId xmlns:a16="http://schemas.microsoft.com/office/drawing/2014/main" id="{4F44CCCB-49C2-90CE-292E-CA602689B6D0}"/>
                </a:ext>
              </a:extLst>
            </p:cNvPr>
            <p:cNvSpPr/>
            <p:nvPr/>
          </p:nvSpPr>
          <p:spPr>
            <a:xfrm>
              <a:off x="5837929" y="3163185"/>
              <a:ext cx="144458" cy="1460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6" name="object 76">
              <a:extLst>
                <a:ext uri="{FF2B5EF4-FFF2-40B4-BE49-F238E27FC236}">
                  <a16:creationId xmlns:a16="http://schemas.microsoft.com/office/drawing/2014/main" id="{FE30AACD-02AE-87E3-6F01-855CA842AB79}"/>
                </a:ext>
              </a:extLst>
            </p:cNvPr>
            <p:cNvSpPr/>
            <p:nvPr/>
          </p:nvSpPr>
          <p:spPr>
            <a:xfrm>
              <a:off x="4313972" y="3760245"/>
              <a:ext cx="123822" cy="244541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7" name="object 77">
              <a:extLst>
                <a:ext uri="{FF2B5EF4-FFF2-40B4-BE49-F238E27FC236}">
                  <a16:creationId xmlns:a16="http://schemas.microsoft.com/office/drawing/2014/main" id="{99D67A51-F855-EDCB-0E50-EA876F9371BA}"/>
                </a:ext>
              </a:extLst>
            </p:cNvPr>
            <p:cNvSpPr/>
            <p:nvPr/>
          </p:nvSpPr>
          <p:spPr>
            <a:xfrm>
              <a:off x="4472718" y="3047267"/>
              <a:ext cx="146046" cy="1460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8" name="object 78">
              <a:extLst>
                <a:ext uri="{FF2B5EF4-FFF2-40B4-BE49-F238E27FC236}">
                  <a16:creationId xmlns:a16="http://schemas.microsoft.com/office/drawing/2014/main" id="{EDADA65E-9116-C0E0-5114-E97CDA7D2CF8}"/>
                </a:ext>
              </a:extLst>
            </p:cNvPr>
            <p:cNvSpPr/>
            <p:nvPr/>
          </p:nvSpPr>
          <p:spPr>
            <a:xfrm>
              <a:off x="4644163" y="3047267"/>
              <a:ext cx="144458" cy="1460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9" name="object 79">
              <a:extLst>
                <a:ext uri="{FF2B5EF4-FFF2-40B4-BE49-F238E27FC236}">
                  <a16:creationId xmlns:a16="http://schemas.microsoft.com/office/drawing/2014/main" id="{CE4B1D45-9EE8-1A9F-DA2F-58AEA8449E73}"/>
                </a:ext>
              </a:extLst>
            </p:cNvPr>
            <p:cNvSpPr/>
            <p:nvPr/>
          </p:nvSpPr>
          <p:spPr>
            <a:xfrm>
              <a:off x="5496626" y="2810665"/>
              <a:ext cx="144459" cy="1445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0" name="object 80">
              <a:extLst>
                <a:ext uri="{FF2B5EF4-FFF2-40B4-BE49-F238E27FC236}">
                  <a16:creationId xmlns:a16="http://schemas.microsoft.com/office/drawing/2014/main" id="{32A6BBAF-6B6B-A4FC-E590-493DB61FAD91}"/>
                </a:ext>
              </a:extLst>
            </p:cNvPr>
            <p:cNvSpPr/>
            <p:nvPr/>
          </p:nvSpPr>
          <p:spPr>
            <a:xfrm>
              <a:off x="4985465" y="3636387"/>
              <a:ext cx="146046" cy="1445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1" name="object 81">
              <a:extLst>
                <a:ext uri="{FF2B5EF4-FFF2-40B4-BE49-F238E27FC236}">
                  <a16:creationId xmlns:a16="http://schemas.microsoft.com/office/drawing/2014/main" id="{EEF04961-2DF3-4925-24D7-AC3F62BFD9F5}"/>
                </a:ext>
              </a:extLst>
            </p:cNvPr>
            <p:cNvSpPr/>
            <p:nvPr/>
          </p:nvSpPr>
          <p:spPr>
            <a:xfrm>
              <a:off x="5679184" y="2937699"/>
              <a:ext cx="123822" cy="24295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2" name="object 82">
              <a:extLst>
                <a:ext uri="{FF2B5EF4-FFF2-40B4-BE49-F238E27FC236}">
                  <a16:creationId xmlns:a16="http://schemas.microsoft.com/office/drawing/2014/main" id="{2083D87F-975B-1465-0121-70DAD1AE3459}"/>
                </a:ext>
              </a:extLst>
            </p:cNvPr>
            <p:cNvSpPr/>
            <p:nvPr/>
          </p:nvSpPr>
          <p:spPr>
            <a:xfrm>
              <a:off x="4302860" y="3752306"/>
              <a:ext cx="144459" cy="1445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3" name="object 83">
              <a:extLst>
                <a:ext uri="{FF2B5EF4-FFF2-40B4-BE49-F238E27FC236}">
                  <a16:creationId xmlns:a16="http://schemas.microsoft.com/office/drawing/2014/main" id="{5E5A718E-90D9-E858-BF2B-3A5EC80F9265}"/>
                </a:ext>
              </a:extLst>
            </p:cNvPr>
            <p:cNvSpPr/>
            <p:nvPr/>
          </p:nvSpPr>
          <p:spPr>
            <a:xfrm>
              <a:off x="5507739" y="3760245"/>
              <a:ext cx="123822" cy="12544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4" name="object 84">
              <a:extLst>
                <a:ext uri="{FF2B5EF4-FFF2-40B4-BE49-F238E27FC236}">
                  <a16:creationId xmlns:a16="http://schemas.microsoft.com/office/drawing/2014/main" id="{1A38197C-5A73-4FCF-AE0B-0ACB14E3F7DC}"/>
                </a:ext>
              </a:extLst>
            </p:cNvPr>
            <p:cNvSpPr/>
            <p:nvPr/>
          </p:nvSpPr>
          <p:spPr>
            <a:xfrm>
              <a:off x="4472718" y="3282280"/>
              <a:ext cx="146046" cy="1445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5" name="object 85">
              <a:extLst>
                <a:ext uri="{FF2B5EF4-FFF2-40B4-BE49-F238E27FC236}">
                  <a16:creationId xmlns:a16="http://schemas.microsoft.com/office/drawing/2014/main" id="{2067150E-0848-7A45-668F-0A0E413E08A0}"/>
                </a:ext>
              </a:extLst>
            </p:cNvPr>
            <p:cNvSpPr/>
            <p:nvPr/>
          </p:nvSpPr>
          <p:spPr>
            <a:xfrm>
              <a:off x="4815608" y="3163185"/>
              <a:ext cx="144458" cy="1460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6" name="object 86">
              <a:extLst>
                <a:ext uri="{FF2B5EF4-FFF2-40B4-BE49-F238E27FC236}">
                  <a16:creationId xmlns:a16="http://schemas.microsoft.com/office/drawing/2014/main" id="{53C94E86-F9C9-B8D2-12B0-A3B8F9C055E9}"/>
                </a:ext>
              </a:extLst>
            </p:cNvPr>
            <p:cNvSpPr/>
            <p:nvPr/>
          </p:nvSpPr>
          <p:spPr>
            <a:xfrm>
              <a:off x="4472718" y="3871400"/>
              <a:ext cx="146046" cy="1445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7" name="object 87">
              <a:extLst>
                <a:ext uri="{FF2B5EF4-FFF2-40B4-BE49-F238E27FC236}">
                  <a16:creationId xmlns:a16="http://schemas.microsoft.com/office/drawing/2014/main" id="{EDD0285B-0BD7-0ADA-0E8F-080D32E15851}"/>
                </a:ext>
              </a:extLst>
            </p:cNvPr>
            <p:cNvSpPr/>
            <p:nvPr/>
          </p:nvSpPr>
          <p:spPr>
            <a:xfrm>
              <a:off x="5336293" y="3172712"/>
              <a:ext cx="125408" cy="24295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4E68F811-6E0A-89EB-E165-7EABBEF97114}"/>
                </a:ext>
              </a:extLst>
            </p:cNvPr>
            <p:cNvSpPr/>
            <p:nvPr/>
          </p:nvSpPr>
          <p:spPr>
            <a:xfrm>
              <a:off x="4644163" y="3517293"/>
              <a:ext cx="144458" cy="2635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C0557B9A-1FF1-0705-5E82-8DFFC0292C7D}"/>
                </a:ext>
              </a:extLst>
            </p:cNvPr>
            <p:cNvSpPr/>
            <p:nvPr/>
          </p:nvSpPr>
          <p:spPr>
            <a:xfrm>
              <a:off x="4644163" y="3282280"/>
              <a:ext cx="144458" cy="1445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66E22F28-82F8-2E6B-1018-5FC5ED613A01}"/>
                </a:ext>
              </a:extLst>
            </p:cNvPr>
            <p:cNvSpPr/>
            <p:nvPr/>
          </p:nvSpPr>
          <p:spPr>
            <a:xfrm>
              <a:off x="5666484" y="3517293"/>
              <a:ext cx="146046" cy="26359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1" name="object 91">
              <a:extLst>
                <a:ext uri="{FF2B5EF4-FFF2-40B4-BE49-F238E27FC236}">
                  <a16:creationId xmlns:a16="http://schemas.microsoft.com/office/drawing/2014/main" id="{55C25B9E-9845-56F3-CEC7-0BD3BE6C6074}"/>
                </a:ext>
              </a:extLst>
            </p:cNvPr>
            <p:cNvSpPr/>
            <p:nvPr/>
          </p:nvSpPr>
          <p:spPr>
            <a:xfrm>
              <a:off x="4644163" y="2810665"/>
              <a:ext cx="144458" cy="14450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2" name="object 92">
              <a:extLst>
                <a:ext uri="{FF2B5EF4-FFF2-40B4-BE49-F238E27FC236}">
                  <a16:creationId xmlns:a16="http://schemas.microsoft.com/office/drawing/2014/main" id="{BFCF2469-3077-7810-365C-74ABE98D4C5E}"/>
                </a:ext>
              </a:extLst>
            </p:cNvPr>
            <p:cNvSpPr/>
            <p:nvPr/>
          </p:nvSpPr>
          <p:spPr>
            <a:xfrm>
              <a:off x="4302860" y="3047267"/>
              <a:ext cx="144459" cy="1460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3" name="object 93">
              <a:extLst>
                <a:ext uri="{FF2B5EF4-FFF2-40B4-BE49-F238E27FC236}">
                  <a16:creationId xmlns:a16="http://schemas.microsoft.com/office/drawing/2014/main" id="{AC80844E-11FA-6D14-1047-6F72CEB2FCC2}"/>
                </a:ext>
              </a:extLst>
            </p:cNvPr>
            <p:cNvSpPr/>
            <p:nvPr/>
          </p:nvSpPr>
          <p:spPr>
            <a:xfrm>
              <a:off x="4998165" y="3056794"/>
              <a:ext cx="123822" cy="12385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4" name="object 94">
              <a:extLst>
                <a:ext uri="{FF2B5EF4-FFF2-40B4-BE49-F238E27FC236}">
                  <a16:creationId xmlns:a16="http://schemas.microsoft.com/office/drawing/2014/main" id="{18404F4A-41BE-3D4A-A954-864FF6C065E4}"/>
                </a:ext>
              </a:extLst>
            </p:cNvPr>
            <p:cNvSpPr/>
            <p:nvPr/>
          </p:nvSpPr>
          <p:spPr>
            <a:xfrm>
              <a:off x="5336293" y="3525232"/>
              <a:ext cx="125408" cy="12544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5" name="object 95">
              <a:extLst>
                <a:ext uri="{FF2B5EF4-FFF2-40B4-BE49-F238E27FC236}">
                  <a16:creationId xmlns:a16="http://schemas.microsoft.com/office/drawing/2014/main" id="{CB57EAB2-3AEF-2A10-A993-C1EECD8781C2}"/>
                </a:ext>
              </a:extLst>
            </p:cNvPr>
            <p:cNvSpPr/>
            <p:nvPr/>
          </p:nvSpPr>
          <p:spPr>
            <a:xfrm>
              <a:off x="5336293" y="3760245"/>
              <a:ext cx="125408" cy="24454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6" name="object 96">
              <a:extLst>
                <a:ext uri="{FF2B5EF4-FFF2-40B4-BE49-F238E27FC236}">
                  <a16:creationId xmlns:a16="http://schemas.microsoft.com/office/drawing/2014/main" id="{BE85F3B2-F556-4FFB-8C85-ED7984819439}"/>
                </a:ext>
              </a:extLst>
            </p:cNvPr>
            <p:cNvSpPr/>
            <p:nvPr/>
          </p:nvSpPr>
          <p:spPr>
            <a:xfrm>
              <a:off x="2453475" y="1645127"/>
              <a:ext cx="90484" cy="9051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7" name="object 97">
              <a:extLst>
                <a:ext uri="{FF2B5EF4-FFF2-40B4-BE49-F238E27FC236}">
                  <a16:creationId xmlns:a16="http://schemas.microsoft.com/office/drawing/2014/main" id="{B63539B6-21E0-B942-95C3-8BD61FEFDDCD}"/>
                </a:ext>
              </a:extLst>
            </p:cNvPr>
            <p:cNvSpPr/>
            <p:nvPr/>
          </p:nvSpPr>
          <p:spPr>
            <a:xfrm>
              <a:off x="2283616" y="1527621"/>
              <a:ext cx="88897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8" name="object 98">
              <a:extLst>
                <a:ext uri="{FF2B5EF4-FFF2-40B4-BE49-F238E27FC236}">
                  <a16:creationId xmlns:a16="http://schemas.microsoft.com/office/drawing/2014/main" id="{99AA833C-6D1F-86AE-24CC-909640C63A08}"/>
                </a:ext>
              </a:extLst>
            </p:cNvPr>
            <p:cNvSpPr/>
            <p:nvPr/>
          </p:nvSpPr>
          <p:spPr>
            <a:xfrm>
              <a:off x="3647241" y="2234248"/>
              <a:ext cx="90484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9" name="object 99">
              <a:extLst>
                <a:ext uri="{FF2B5EF4-FFF2-40B4-BE49-F238E27FC236}">
                  <a16:creationId xmlns:a16="http://schemas.microsoft.com/office/drawing/2014/main" id="{683B1826-8904-B2EC-85E8-04AB866D153D}"/>
                </a:ext>
              </a:extLst>
            </p:cNvPr>
            <p:cNvSpPr/>
            <p:nvPr/>
          </p:nvSpPr>
          <p:spPr>
            <a:xfrm>
              <a:off x="3305938" y="2115153"/>
              <a:ext cx="88897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0" name="object 100">
              <a:extLst>
                <a:ext uri="{FF2B5EF4-FFF2-40B4-BE49-F238E27FC236}">
                  <a16:creationId xmlns:a16="http://schemas.microsoft.com/office/drawing/2014/main" id="{C1EC4FAD-EE6C-5993-C07F-666EBB31D481}"/>
                </a:ext>
              </a:extLst>
            </p:cNvPr>
            <p:cNvSpPr/>
            <p:nvPr/>
          </p:nvSpPr>
          <p:spPr>
            <a:xfrm>
              <a:off x="3647241" y="1411703"/>
              <a:ext cx="90484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1" name="object 101">
              <a:extLst>
                <a:ext uri="{FF2B5EF4-FFF2-40B4-BE49-F238E27FC236}">
                  <a16:creationId xmlns:a16="http://schemas.microsoft.com/office/drawing/2014/main" id="{A997CC9B-6C6E-5AC6-12B5-0117C0E866C3}"/>
                </a:ext>
              </a:extLst>
            </p:cNvPr>
            <p:cNvSpPr/>
            <p:nvPr/>
          </p:nvSpPr>
          <p:spPr>
            <a:xfrm>
              <a:off x="3647241" y="2115153"/>
              <a:ext cx="90484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2" name="object 102">
              <a:extLst>
                <a:ext uri="{FF2B5EF4-FFF2-40B4-BE49-F238E27FC236}">
                  <a16:creationId xmlns:a16="http://schemas.microsoft.com/office/drawing/2014/main" id="{B4528DB2-097F-4181-114C-C93287758D8F}"/>
                </a:ext>
              </a:extLst>
            </p:cNvPr>
            <p:cNvSpPr/>
            <p:nvPr/>
          </p:nvSpPr>
          <p:spPr>
            <a:xfrm>
              <a:off x="2796365" y="1764222"/>
              <a:ext cx="88897" cy="9051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3" name="object 103">
              <a:extLst>
                <a:ext uri="{FF2B5EF4-FFF2-40B4-BE49-F238E27FC236}">
                  <a16:creationId xmlns:a16="http://schemas.microsoft.com/office/drawing/2014/main" id="{0E898A63-31BC-867A-C4E4-967B446BC03B}"/>
                </a:ext>
              </a:extLst>
            </p:cNvPr>
            <p:cNvSpPr/>
            <p:nvPr/>
          </p:nvSpPr>
          <p:spPr>
            <a:xfrm>
              <a:off x="2966222" y="1880140"/>
              <a:ext cx="90485" cy="9051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4" name="object 104">
              <a:extLst>
                <a:ext uri="{FF2B5EF4-FFF2-40B4-BE49-F238E27FC236}">
                  <a16:creationId xmlns:a16="http://schemas.microsoft.com/office/drawing/2014/main" id="{6254CC88-1022-DEA8-B966-BED0978A4B08}"/>
                </a:ext>
              </a:extLst>
            </p:cNvPr>
            <p:cNvSpPr/>
            <p:nvPr/>
          </p:nvSpPr>
          <p:spPr>
            <a:xfrm>
              <a:off x="2966222" y="1645127"/>
              <a:ext cx="90485" cy="9051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5" name="object 105">
              <a:extLst>
                <a:ext uri="{FF2B5EF4-FFF2-40B4-BE49-F238E27FC236}">
                  <a16:creationId xmlns:a16="http://schemas.microsoft.com/office/drawing/2014/main" id="{FE5E298B-AEAA-41EC-F04B-FB3162EC71CB}"/>
                </a:ext>
              </a:extLst>
            </p:cNvPr>
            <p:cNvSpPr/>
            <p:nvPr/>
          </p:nvSpPr>
          <p:spPr>
            <a:xfrm>
              <a:off x="2796365" y="1999235"/>
              <a:ext cx="88897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6" name="object 106">
              <a:extLst>
                <a:ext uri="{FF2B5EF4-FFF2-40B4-BE49-F238E27FC236}">
                  <a16:creationId xmlns:a16="http://schemas.microsoft.com/office/drawing/2014/main" id="{5DDC501A-C3F3-BE82-373A-D908D97F19B3}"/>
                </a:ext>
              </a:extLst>
            </p:cNvPr>
            <p:cNvSpPr/>
            <p:nvPr/>
          </p:nvSpPr>
          <p:spPr>
            <a:xfrm>
              <a:off x="3647241" y="2469261"/>
              <a:ext cx="90484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7" name="object 107">
              <a:extLst>
                <a:ext uri="{FF2B5EF4-FFF2-40B4-BE49-F238E27FC236}">
                  <a16:creationId xmlns:a16="http://schemas.microsoft.com/office/drawing/2014/main" id="{7A764C09-EF2D-F009-773A-33F50D79C31B}"/>
                </a:ext>
              </a:extLst>
            </p:cNvPr>
            <p:cNvSpPr/>
            <p:nvPr/>
          </p:nvSpPr>
          <p:spPr>
            <a:xfrm>
              <a:off x="3477383" y="1764222"/>
              <a:ext cx="88897" cy="9051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8" name="object 108">
              <a:extLst>
                <a:ext uri="{FF2B5EF4-FFF2-40B4-BE49-F238E27FC236}">
                  <a16:creationId xmlns:a16="http://schemas.microsoft.com/office/drawing/2014/main" id="{768BFF3F-873B-EE17-2D20-080F2AAD1FD6}"/>
                </a:ext>
              </a:extLst>
            </p:cNvPr>
            <p:cNvSpPr/>
            <p:nvPr/>
          </p:nvSpPr>
          <p:spPr>
            <a:xfrm>
              <a:off x="2453475" y="1411703"/>
              <a:ext cx="90484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9" name="object 109">
              <a:extLst>
                <a:ext uri="{FF2B5EF4-FFF2-40B4-BE49-F238E27FC236}">
                  <a16:creationId xmlns:a16="http://schemas.microsoft.com/office/drawing/2014/main" id="{F8CB6D03-2DBB-C5A2-FDD3-1079DDA895F8}"/>
                </a:ext>
              </a:extLst>
            </p:cNvPr>
            <p:cNvSpPr/>
            <p:nvPr/>
          </p:nvSpPr>
          <p:spPr>
            <a:xfrm>
              <a:off x="3477383" y="2115153"/>
              <a:ext cx="88897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0" name="object 110">
              <a:extLst>
                <a:ext uri="{FF2B5EF4-FFF2-40B4-BE49-F238E27FC236}">
                  <a16:creationId xmlns:a16="http://schemas.microsoft.com/office/drawing/2014/main" id="{0E09FAA8-38EE-C9E9-7D7C-0F4F75A5A9F2}"/>
                </a:ext>
              </a:extLst>
            </p:cNvPr>
            <p:cNvSpPr/>
            <p:nvPr/>
          </p:nvSpPr>
          <p:spPr>
            <a:xfrm>
              <a:off x="3305938" y="2234248"/>
              <a:ext cx="88897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1" name="object 111">
              <a:extLst>
                <a:ext uri="{FF2B5EF4-FFF2-40B4-BE49-F238E27FC236}">
                  <a16:creationId xmlns:a16="http://schemas.microsoft.com/office/drawing/2014/main" id="{44EF1ABE-3145-A2DC-B84E-92D75AF674A7}"/>
                </a:ext>
              </a:extLst>
            </p:cNvPr>
            <p:cNvSpPr/>
            <p:nvPr/>
          </p:nvSpPr>
          <p:spPr>
            <a:xfrm>
              <a:off x="3477383" y="2469261"/>
              <a:ext cx="88897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2" name="object 112">
              <a:extLst>
                <a:ext uri="{FF2B5EF4-FFF2-40B4-BE49-F238E27FC236}">
                  <a16:creationId xmlns:a16="http://schemas.microsoft.com/office/drawing/2014/main" id="{D30F764F-7B99-4B17-86B7-EDDD17AA1E6F}"/>
                </a:ext>
              </a:extLst>
            </p:cNvPr>
            <p:cNvSpPr/>
            <p:nvPr/>
          </p:nvSpPr>
          <p:spPr>
            <a:xfrm>
              <a:off x="3305938" y="2469261"/>
              <a:ext cx="88897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3" name="object 113">
              <a:extLst>
                <a:ext uri="{FF2B5EF4-FFF2-40B4-BE49-F238E27FC236}">
                  <a16:creationId xmlns:a16="http://schemas.microsoft.com/office/drawing/2014/main" id="{790BFD2B-6D43-F9E8-4882-201E0956898D}"/>
                </a:ext>
              </a:extLst>
            </p:cNvPr>
            <p:cNvSpPr/>
            <p:nvPr/>
          </p:nvSpPr>
          <p:spPr>
            <a:xfrm>
              <a:off x="2453475" y="1527621"/>
              <a:ext cx="90484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4" name="object 114">
              <a:extLst>
                <a:ext uri="{FF2B5EF4-FFF2-40B4-BE49-F238E27FC236}">
                  <a16:creationId xmlns:a16="http://schemas.microsoft.com/office/drawing/2014/main" id="{D05C95E2-69B5-C416-4C66-11ACC2404308}"/>
                </a:ext>
              </a:extLst>
            </p:cNvPr>
            <p:cNvSpPr/>
            <p:nvPr/>
          </p:nvSpPr>
          <p:spPr>
            <a:xfrm>
              <a:off x="3477383" y="1411703"/>
              <a:ext cx="88897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5" name="object 115">
              <a:extLst>
                <a:ext uri="{FF2B5EF4-FFF2-40B4-BE49-F238E27FC236}">
                  <a16:creationId xmlns:a16="http://schemas.microsoft.com/office/drawing/2014/main" id="{FAEAFF70-5F96-128C-22ED-4CE39200A2DA}"/>
                </a:ext>
              </a:extLst>
            </p:cNvPr>
            <p:cNvSpPr/>
            <p:nvPr/>
          </p:nvSpPr>
          <p:spPr>
            <a:xfrm>
              <a:off x="3137667" y="2115153"/>
              <a:ext cx="90485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6" name="object 116">
              <a:extLst>
                <a:ext uri="{FF2B5EF4-FFF2-40B4-BE49-F238E27FC236}">
                  <a16:creationId xmlns:a16="http://schemas.microsoft.com/office/drawing/2014/main" id="{251A35BD-963B-3632-5376-3DC594868CBE}"/>
                </a:ext>
              </a:extLst>
            </p:cNvPr>
            <p:cNvSpPr/>
            <p:nvPr/>
          </p:nvSpPr>
          <p:spPr>
            <a:xfrm>
              <a:off x="3305938" y="1999235"/>
              <a:ext cx="88897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7" name="object 117">
              <a:extLst>
                <a:ext uri="{FF2B5EF4-FFF2-40B4-BE49-F238E27FC236}">
                  <a16:creationId xmlns:a16="http://schemas.microsoft.com/office/drawing/2014/main" id="{351B5C48-AE31-03FF-2A78-5927C4E929DF}"/>
                </a:ext>
              </a:extLst>
            </p:cNvPr>
            <p:cNvSpPr/>
            <p:nvPr/>
          </p:nvSpPr>
          <p:spPr>
            <a:xfrm>
              <a:off x="2966222" y="1764222"/>
              <a:ext cx="90485" cy="9051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8" name="object 118">
              <a:extLst>
                <a:ext uri="{FF2B5EF4-FFF2-40B4-BE49-F238E27FC236}">
                  <a16:creationId xmlns:a16="http://schemas.microsoft.com/office/drawing/2014/main" id="{F6E2F6C3-B827-6B36-1184-5A3E32BEA5E3}"/>
                </a:ext>
              </a:extLst>
            </p:cNvPr>
            <p:cNvSpPr/>
            <p:nvPr/>
          </p:nvSpPr>
          <p:spPr>
            <a:xfrm>
              <a:off x="2453475" y="1999235"/>
              <a:ext cx="90484" cy="8892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9" name="object 119">
              <a:extLst>
                <a:ext uri="{FF2B5EF4-FFF2-40B4-BE49-F238E27FC236}">
                  <a16:creationId xmlns:a16="http://schemas.microsoft.com/office/drawing/2014/main" id="{F8902456-4A4F-DF24-0D65-0F54E87DBA5B}"/>
                </a:ext>
              </a:extLst>
            </p:cNvPr>
            <p:cNvSpPr/>
            <p:nvPr/>
          </p:nvSpPr>
          <p:spPr>
            <a:xfrm>
              <a:off x="2283616" y="1645127"/>
              <a:ext cx="88897" cy="9051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0" name="object 120">
              <a:extLst>
                <a:ext uri="{FF2B5EF4-FFF2-40B4-BE49-F238E27FC236}">
                  <a16:creationId xmlns:a16="http://schemas.microsoft.com/office/drawing/2014/main" id="{1A256839-68EE-99D4-D6DC-9C2BDFE1866F}"/>
                </a:ext>
              </a:extLst>
            </p:cNvPr>
            <p:cNvSpPr/>
            <p:nvPr/>
          </p:nvSpPr>
          <p:spPr>
            <a:xfrm>
              <a:off x="3137667" y="1527621"/>
              <a:ext cx="90485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1" name="object 121">
              <a:extLst>
                <a:ext uri="{FF2B5EF4-FFF2-40B4-BE49-F238E27FC236}">
                  <a16:creationId xmlns:a16="http://schemas.microsoft.com/office/drawing/2014/main" id="{065ED444-992C-3A67-7B49-8D65A29AD186}"/>
                </a:ext>
              </a:extLst>
            </p:cNvPr>
            <p:cNvSpPr/>
            <p:nvPr/>
          </p:nvSpPr>
          <p:spPr>
            <a:xfrm>
              <a:off x="2624920" y="1880140"/>
              <a:ext cx="90484" cy="9051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2" name="object 122">
              <a:extLst>
                <a:ext uri="{FF2B5EF4-FFF2-40B4-BE49-F238E27FC236}">
                  <a16:creationId xmlns:a16="http://schemas.microsoft.com/office/drawing/2014/main" id="{0E633009-EA1F-DB17-B95A-730C0D2D5E0A}"/>
                </a:ext>
              </a:extLst>
            </p:cNvPr>
            <p:cNvSpPr/>
            <p:nvPr/>
          </p:nvSpPr>
          <p:spPr>
            <a:xfrm>
              <a:off x="2966222" y="2353342"/>
              <a:ext cx="90485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3" name="object 123">
              <a:extLst>
                <a:ext uri="{FF2B5EF4-FFF2-40B4-BE49-F238E27FC236}">
                  <a16:creationId xmlns:a16="http://schemas.microsoft.com/office/drawing/2014/main" id="{D4F18112-5EF7-8B9A-E2C7-B8E923F8CF70}"/>
                </a:ext>
              </a:extLst>
            </p:cNvPr>
            <p:cNvSpPr/>
            <p:nvPr/>
          </p:nvSpPr>
          <p:spPr>
            <a:xfrm>
              <a:off x="3818686" y="1411703"/>
              <a:ext cx="88897" cy="8892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4" name="object 124">
              <a:extLst>
                <a:ext uri="{FF2B5EF4-FFF2-40B4-BE49-F238E27FC236}">
                  <a16:creationId xmlns:a16="http://schemas.microsoft.com/office/drawing/2014/main" id="{0B7DEE20-6DB6-4D65-FC8F-5DB05C176063}"/>
                </a:ext>
              </a:extLst>
            </p:cNvPr>
            <p:cNvSpPr/>
            <p:nvPr/>
          </p:nvSpPr>
          <p:spPr>
            <a:xfrm>
              <a:off x="2796365" y="2234248"/>
              <a:ext cx="88897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5" name="object 125">
              <a:extLst>
                <a:ext uri="{FF2B5EF4-FFF2-40B4-BE49-F238E27FC236}">
                  <a16:creationId xmlns:a16="http://schemas.microsoft.com/office/drawing/2014/main" id="{14A1108D-FF0C-ECE8-5FB9-015C5A9F741B}"/>
                </a:ext>
              </a:extLst>
            </p:cNvPr>
            <p:cNvSpPr/>
            <p:nvPr/>
          </p:nvSpPr>
          <p:spPr>
            <a:xfrm>
              <a:off x="3477383" y="1999235"/>
              <a:ext cx="88897" cy="8892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6" name="object 126">
              <a:extLst>
                <a:ext uri="{FF2B5EF4-FFF2-40B4-BE49-F238E27FC236}">
                  <a16:creationId xmlns:a16="http://schemas.microsoft.com/office/drawing/2014/main" id="{26E173C5-095A-918B-ED7A-9F12F43D14F6}"/>
                </a:ext>
              </a:extLst>
            </p:cNvPr>
            <p:cNvSpPr/>
            <p:nvPr/>
          </p:nvSpPr>
          <p:spPr>
            <a:xfrm>
              <a:off x="2283616" y="2115153"/>
              <a:ext cx="88897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7" name="object 127">
              <a:extLst>
                <a:ext uri="{FF2B5EF4-FFF2-40B4-BE49-F238E27FC236}">
                  <a16:creationId xmlns:a16="http://schemas.microsoft.com/office/drawing/2014/main" id="{FE8A8F39-5BBB-F2A3-3CEA-E3AFB2B6E3A6}"/>
                </a:ext>
              </a:extLst>
            </p:cNvPr>
            <p:cNvSpPr/>
            <p:nvPr/>
          </p:nvSpPr>
          <p:spPr>
            <a:xfrm>
              <a:off x="2453475" y="1880140"/>
              <a:ext cx="90484" cy="9051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8" name="object 128">
              <a:extLst>
                <a:ext uri="{FF2B5EF4-FFF2-40B4-BE49-F238E27FC236}">
                  <a16:creationId xmlns:a16="http://schemas.microsoft.com/office/drawing/2014/main" id="{9410CF39-02A1-5DE7-7915-52B02F39CCEE}"/>
                </a:ext>
              </a:extLst>
            </p:cNvPr>
            <p:cNvSpPr/>
            <p:nvPr/>
          </p:nvSpPr>
          <p:spPr>
            <a:xfrm>
              <a:off x="3477383" y="1645127"/>
              <a:ext cx="88897" cy="9051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9" name="object 129">
              <a:extLst>
                <a:ext uri="{FF2B5EF4-FFF2-40B4-BE49-F238E27FC236}">
                  <a16:creationId xmlns:a16="http://schemas.microsoft.com/office/drawing/2014/main" id="{F87C9965-8350-A978-0AA7-45BEDDB39CD2}"/>
                </a:ext>
              </a:extLst>
            </p:cNvPr>
            <p:cNvSpPr/>
            <p:nvPr/>
          </p:nvSpPr>
          <p:spPr>
            <a:xfrm>
              <a:off x="3137667" y="1880140"/>
              <a:ext cx="90485" cy="9051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0" name="object 130">
              <a:extLst>
                <a:ext uri="{FF2B5EF4-FFF2-40B4-BE49-F238E27FC236}">
                  <a16:creationId xmlns:a16="http://schemas.microsoft.com/office/drawing/2014/main" id="{E6B118A1-0AF1-4D6A-1CB3-FFF8D727BB1E}"/>
                </a:ext>
              </a:extLst>
            </p:cNvPr>
            <p:cNvSpPr/>
            <p:nvPr/>
          </p:nvSpPr>
          <p:spPr>
            <a:xfrm>
              <a:off x="3137667" y="2353342"/>
              <a:ext cx="90485" cy="8892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1" name="object 131">
              <a:extLst>
                <a:ext uri="{FF2B5EF4-FFF2-40B4-BE49-F238E27FC236}">
                  <a16:creationId xmlns:a16="http://schemas.microsoft.com/office/drawing/2014/main" id="{5DBA90A8-E4B5-84D5-BCBF-53AA5888A3A7}"/>
                </a:ext>
              </a:extLst>
            </p:cNvPr>
            <p:cNvSpPr/>
            <p:nvPr/>
          </p:nvSpPr>
          <p:spPr>
            <a:xfrm>
              <a:off x="2624920" y="1645127"/>
              <a:ext cx="90484" cy="9051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2" name="object 132">
              <a:extLst>
                <a:ext uri="{FF2B5EF4-FFF2-40B4-BE49-F238E27FC236}">
                  <a16:creationId xmlns:a16="http://schemas.microsoft.com/office/drawing/2014/main" id="{233FC6C6-87F1-D66F-6C10-E191574DAB23}"/>
                </a:ext>
              </a:extLst>
            </p:cNvPr>
            <p:cNvSpPr/>
            <p:nvPr/>
          </p:nvSpPr>
          <p:spPr>
            <a:xfrm>
              <a:off x="3305938" y="1527621"/>
              <a:ext cx="88897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3" name="object 133">
              <a:extLst>
                <a:ext uri="{FF2B5EF4-FFF2-40B4-BE49-F238E27FC236}">
                  <a16:creationId xmlns:a16="http://schemas.microsoft.com/office/drawing/2014/main" id="{93AF3E67-EAEF-0997-27BC-4CFA62E016AD}"/>
                </a:ext>
              </a:extLst>
            </p:cNvPr>
            <p:cNvSpPr/>
            <p:nvPr/>
          </p:nvSpPr>
          <p:spPr>
            <a:xfrm>
              <a:off x="2624920" y="2234248"/>
              <a:ext cx="90484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4" name="object 134">
              <a:extLst>
                <a:ext uri="{FF2B5EF4-FFF2-40B4-BE49-F238E27FC236}">
                  <a16:creationId xmlns:a16="http://schemas.microsoft.com/office/drawing/2014/main" id="{306F27A9-CCFA-108F-383F-5A49374DC6AC}"/>
                </a:ext>
              </a:extLst>
            </p:cNvPr>
            <p:cNvSpPr/>
            <p:nvPr/>
          </p:nvSpPr>
          <p:spPr>
            <a:xfrm>
              <a:off x="2624920" y="1764222"/>
              <a:ext cx="90484" cy="9051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5" name="object 135">
              <a:extLst>
                <a:ext uri="{FF2B5EF4-FFF2-40B4-BE49-F238E27FC236}">
                  <a16:creationId xmlns:a16="http://schemas.microsoft.com/office/drawing/2014/main" id="{9E2D2F33-A897-1E87-CBBB-53D249CE64F1}"/>
                </a:ext>
              </a:extLst>
            </p:cNvPr>
            <p:cNvSpPr/>
            <p:nvPr/>
          </p:nvSpPr>
          <p:spPr>
            <a:xfrm>
              <a:off x="2624920" y="1411703"/>
              <a:ext cx="90484" cy="8892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6" name="object 136">
              <a:extLst>
                <a:ext uri="{FF2B5EF4-FFF2-40B4-BE49-F238E27FC236}">
                  <a16:creationId xmlns:a16="http://schemas.microsoft.com/office/drawing/2014/main" id="{22B264FE-157E-972C-993B-250501966D49}"/>
                </a:ext>
              </a:extLst>
            </p:cNvPr>
            <p:cNvSpPr/>
            <p:nvPr/>
          </p:nvSpPr>
          <p:spPr>
            <a:xfrm>
              <a:off x="3305938" y="2353342"/>
              <a:ext cx="88897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7" name="object 137">
              <a:extLst>
                <a:ext uri="{FF2B5EF4-FFF2-40B4-BE49-F238E27FC236}">
                  <a16:creationId xmlns:a16="http://schemas.microsoft.com/office/drawing/2014/main" id="{5C974F06-8EAD-6666-14C5-CE05DEDB3A6D}"/>
                </a:ext>
              </a:extLst>
            </p:cNvPr>
            <p:cNvSpPr/>
            <p:nvPr/>
          </p:nvSpPr>
          <p:spPr>
            <a:xfrm>
              <a:off x="2966222" y="1411703"/>
              <a:ext cx="90485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8" name="object 138">
              <a:extLst>
                <a:ext uri="{FF2B5EF4-FFF2-40B4-BE49-F238E27FC236}">
                  <a16:creationId xmlns:a16="http://schemas.microsoft.com/office/drawing/2014/main" id="{41984571-D25E-F48A-F6A0-9FCCD6F73762}"/>
                </a:ext>
              </a:extLst>
            </p:cNvPr>
            <p:cNvSpPr/>
            <p:nvPr/>
          </p:nvSpPr>
          <p:spPr>
            <a:xfrm>
              <a:off x="3818686" y="2469261"/>
              <a:ext cx="88897" cy="8892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9" name="object 139">
              <a:extLst>
                <a:ext uri="{FF2B5EF4-FFF2-40B4-BE49-F238E27FC236}">
                  <a16:creationId xmlns:a16="http://schemas.microsoft.com/office/drawing/2014/main" id="{F9A65474-9AB9-7A3D-45A8-0953A338635E}"/>
                </a:ext>
              </a:extLst>
            </p:cNvPr>
            <p:cNvSpPr/>
            <p:nvPr/>
          </p:nvSpPr>
          <p:spPr>
            <a:xfrm>
              <a:off x="2966222" y="2234248"/>
              <a:ext cx="90485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0" name="object 140">
              <a:extLst>
                <a:ext uri="{FF2B5EF4-FFF2-40B4-BE49-F238E27FC236}">
                  <a16:creationId xmlns:a16="http://schemas.microsoft.com/office/drawing/2014/main" id="{7507C615-D98B-BA70-EC95-C3FD19AA9A66}"/>
                </a:ext>
              </a:extLst>
            </p:cNvPr>
            <p:cNvSpPr/>
            <p:nvPr/>
          </p:nvSpPr>
          <p:spPr>
            <a:xfrm>
              <a:off x="2453475" y="2469261"/>
              <a:ext cx="90484" cy="8892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1" name="object 141">
              <a:extLst>
                <a:ext uri="{FF2B5EF4-FFF2-40B4-BE49-F238E27FC236}">
                  <a16:creationId xmlns:a16="http://schemas.microsoft.com/office/drawing/2014/main" id="{D1F3AEEE-1E8A-44D7-D4FA-F1604D0D2716}"/>
                </a:ext>
              </a:extLst>
            </p:cNvPr>
            <p:cNvSpPr/>
            <p:nvPr/>
          </p:nvSpPr>
          <p:spPr>
            <a:xfrm>
              <a:off x="2624920" y="1527621"/>
              <a:ext cx="90484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2" name="object 142">
              <a:extLst>
                <a:ext uri="{FF2B5EF4-FFF2-40B4-BE49-F238E27FC236}">
                  <a16:creationId xmlns:a16="http://schemas.microsoft.com/office/drawing/2014/main" id="{787E7C8A-414E-0AA6-EE38-85A0E71DF24D}"/>
                </a:ext>
              </a:extLst>
            </p:cNvPr>
            <p:cNvSpPr/>
            <p:nvPr/>
          </p:nvSpPr>
          <p:spPr>
            <a:xfrm>
              <a:off x="2283616" y="2469261"/>
              <a:ext cx="88897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3" name="object 143">
              <a:extLst>
                <a:ext uri="{FF2B5EF4-FFF2-40B4-BE49-F238E27FC236}">
                  <a16:creationId xmlns:a16="http://schemas.microsoft.com/office/drawing/2014/main" id="{F490F1B6-C5C0-BB3A-4F80-7BCF3C475AA0}"/>
                </a:ext>
              </a:extLst>
            </p:cNvPr>
            <p:cNvSpPr/>
            <p:nvPr/>
          </p:nvSpPr>
          <p:spPr>
            <a:xfrm>
              <a:off x="2624920" y="1999235"/>
              <a:ext cx="90484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4" name="object 144">
              <a:extLst>
                <a:ext uri="{FF2B5EF4-FFF2-40B4-BE49-F238E27FC236}">
                  <a16:creationId xmlns:a16="http://schemas.microsoft.com/office/drawing/2014/main" id="{8F2D2C34-D12C-C192-32D0-84C654A3EA33}"/>
                </a:ext>
              </a:extLst>
            </p:cNvPr>
            <p:cNvSpPr/>
            <p:nvPr/>
          </p:nvSpPr>
          <p:spPr>
            <a:xfrm>
              <a:off x="4328259" y="2940875"/>
              <a:ext cx="90485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5" name="object 145">
              <a:extLst>
                <a:ext uri="{FF2B5EF4-FFF2-40B4-BE49-F238E27FC236}">
                  <a16:creationId xmlns:a16="http://schemas.microsoft.com/office/drawing/2014/main" id="{B214AA1B-3C07-3C45-C5FC-745AC7330A21}"/>
                </a:ext>
              </a:extLst>
            </p:cNvPr>
            <p:cNvSpPr/>
            <p:nvPr/>
          </p:nvSpPr>
          <p:spPr>
            <a:xfrm>
              <a:off x="5863329" y="2940875"/>
              <a:ext cx="90484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6" name="object 146">
              <a:extLst>
                <a:ext uri="{FF2B5EF4-FFF2-40B4-BE49-F238E27FC236}">
                  <a16:creationId xmlns:a16="http://schemas.microsoft.com/office/drawing/2014/main" id="{348EB6E9-167D-28D6-414D-2995744B0F24}"/>
                </a:ext>
              </a:extLst>
            </p:cNvPr>
            <p:cNvSpPr/>
            <p:nvPr/>
          </p:nvSpPr>
          <p:spPr>
            <a:xfrm>
              <a:off x="5012453" y="3294983"/>
              <a:ext cx="88897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7" name="object 147">
              <a:extLst>
                <a:ext uri="{FF2B5EF4-FFF2-40B4-BE49-F238E27FC236}">
                  <a16:creationId xmlns:a16="http://schemas.microsoft.com/office/drawing/2014/main" id="{30D94BFB-4192-875F-821C-989FD9E74AF9}"/>
                </a:ext>
              </a:extLst>
            </p:cNvPr>
            <p:cNvSpPr/>
            <p:nvPr/>
          </p:nvSpPr>
          <p:spPr>
            <a:xfrm>
              <a:off x="5863329" y="3059970"/>
              <a:ext cx="90484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8" name="object 148">
              <a:extLst>
                <a:ext uri="{FF2B5EF4-FFF2-40B4-BE49-F238E27FC236}">
                  <a16:creationId xmlns:a16="http://schemas.microsoft.com/office/drawing/2014/main" id="{A5A8FBEF-6370-CC5A-8A1F-CF6F8EE00C03}"/>
                </a:ext>
              </a:extLst>
            </p:cNvPr>
            <p:cNvSpPr/>
            <p:nvPr/>
          </p:nvSpPr>
          <p:spPr>
            <a:xfrm>
              <a:off x="4841007" y="2821781"/>
              <a:ext cx="90484" cy="9051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9" name="object 149">
              <a:extLst>
                <a:ext uri="{FF2B5EF4-FFF2-40B4-BE49-F238E27FC236}">
                  <a16:creationId xmlns:a16="http://schemas.microsoft.com/office/drawing/2014/main" id="{FC9A2447-E47B-E124-0612-F6321C623243}"/>
                </a:ext>
              </a:extLst>
            </p:cNvPr>
            <p:cNvSpPr/>
            <p:nvPr/>
          </p:nvSpPr>
          <p:spPr>
            <a:xfrm>
              <a:off x="5350580" y="3882516"/>
              <a:ext cx="90485" cy="8892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0" name="object 150">
              <a:extLst>
                <a:ext uri="{FF2B5EF4-FFF2-40B4-BE49-F238E27FC236}">
                  <a16:creationId xmlns:a16="http://schemas.microsoft.com/office/drawing/2014/main" id="{F9BBD6E5-561B-917C-F259-B9FED4F0D419}"/>
                </a:ext>
              </a:extLst>
            </p:cNvPr>
            <p:cNvSpPr/>
            <p:nvPr/>
          </p:nvSpPr>
          <p:spPr>
            <a:xfrm>
              <a:off x="4328259" y="3882516"/>
              <a:ext cx="90485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1" name="object 151">
              <a:extLst>
                <a:ext uri="{FF2B5EF4-FFF2-40B4-BE49-F238E27FC236}">
                  <a16:creationId xmlns:a16="http://schemas.microsoft.com/office/drawing/2014/main" id="{549348BA-8816-E2D5-E276-9C46B6F3236D}"/>
                </a:ext>
              </a:extLst>
            </p:cNvPr>
            <p:cNvSpPr/>
            <p:nvPr/>
          </p:nvSpPr>
          <p:spPr>
            <a:xfrm>
              <a:off x="5522025" y="3175888"/>
              <a:ext cx="90485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2" name="object 152">
              <a:extLst>
                <a:ext uri="{FF2B5EF4-FFF2-40B4-BE49-F238E27FC236}">
                  <a16:creationId xmlns:a16="http://schemas.microsoft.com/office/drawing/2014/main" id="{E0521038-AD9C-4B84-0119-4247ACDD81AD}"/>
                </a:ext>
              </a:extLst>
            </p:cNvPr>
            <p:cNvSpPr/>
            <p:nvPr/>
          </p:nvSpPr>
          <p:spPr>
            <a:xfrm>
              <a:off x="4841007" y="3059970"/>
              <a:ext cx="90484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3" name="object 153">
              <a:extLst>
                <a:ext uri="{FF2B5EF4-FFF2-40B4-BE49-F238E27FC236}">
                  <a16:creationId xmlns:a16="http://schemas.microsoft.com/office/drawing/2014/main" id="{389B9861-FFA1-0ACF-9867-33D1C99EF599}"/>
                </a:ext>
              </a:extLst>
            </p:cNvPr>
            <p:cNvSpPr/>
            <p:nvPr/>
          </p:nvSpPr>
          <p:spPr>
            <a:xfrm>
              <a:off x="4499704" y="2821781"/>
              <a:ext cx="88897" cy="9051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4" name="object 154">
              <a:extLst>
                <a:ext uri="{FF2B5EF4-FFF2-40B4-BE49-F238E27FC236}">
                  <a16:creationId xmlns:a16="http://schemas.microsoft.com/office/drawing/2014/main" id="{9508F349-05F0-8440-C729-983687DC6E24}"/>
                </a:ext>
              </a:extLst>
            </p:cNvPr>
            <p:cNvSpPr/>
            <p:nvPr/>
          </p:nvSpPr>
          <p:spPr>
            <a:xfrm>
              <a:off x="5180723" y="3294983"/>
              <a:ext cx="88897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5" name="object 155">
              <a:extLst>
                <a:ext uri="{FF2B5EF4-FFF2-40B4-BE49-F238E27FC236}">
                  <a16:creationId xmlns:a16="http://schemas.microsoft.com/office/drawing/2014/main" id="{9C8BE878-02BE-19E0-734A-6470E250F7D4}"/>
                </a:ext>
              </a:extLst>
            </p:cNvPr>
            <p:cNvSpPr/>
            <p:nvPr/>
          </p:nvSpPr>
          <p:spPr>
            <a:xfrm>
              <a:off x="5012453" y="3882516"/>
              <a:ext cx="88897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6" name="object 156">
              <a:extLst>
                <a:ext uri="{FF2B5EF4-FFF2-40B4-BE49-F238E27FC236}">
                  <a16:creationId xmlns:a16="http://schemas.microsoft.com/office/drawing/2014/main" id="{B757FA55-0DCD-CA1D-1D4E-9F5DCE70164C}"/>
                </a:ext>
              </a:extLst>
            </p:cNvPr>
            <p:cNvSpPr/>
            <p:nvPr/>
          </p:nvSpPr>
          <p:spPr>
            <a:xfrm>
              <a:off x="5180723" y="3412490"/>
              <a:ext cx="88897" cy="9051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7" name="object 157">
              <a:extLst>
                <a:ext uri="{FF2B5EF4-FFF2-40B4-BE49-F238E27FC236}">
                  <a16:creationId xmlns:a16="http://schemas.microsoft.com/office/drawing/2014/main" id="{EDF664BA-24A0-A0CD-FAF1-42E0D4CF9BDF}"/>
                </a:ext>
              </a:extLst>
            </p:cNvPr>
            <p:cNvSpPr/>
            <p:nvPr/>
          </p:nvSpPr>
          <p:spPr>
            <a:xfrm>
              <a:off x="5693470" y="3059970"/>
              <a:ext cx="88897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8" name="object 158">
              <a:extLst>
                <a:ext uri="{FF2B5EF4-FFF2-40B4-BE49-F238E27FC236}">
                  <a16:creationId xmlns:a16="http://schemas.microsoft.com/office/drawing/2014/main" id="{9025304B-D0C0-C669-168B-259ACF700AED}"/>
                </a:ext>
              </a:extLst>
            </p:cNvPr>
            <p:cNvSpPr/>
            <p:nvPr/>
          </p:nvSpPr>
          <p:spPr>
            <a:xfrm>
              <a:off x="4328259" y="3175888"/>
              <a:ext cx="90485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9" name="object 159">
              <a:extLst>
                <a:ext uri="{FF2B5EF4-FFF2-40B4-BE49-F238E27FC236}">
                  <a16:creationId xmlns:a16="http://schemas.microsoft.com/office/drawing/2014/main" id="{BC9541D4-CD43-C847-2541-05F5697F613A}"/>
                </a:ext>
              </a:extLst>
            </p:cNvPr>
            <p:cNvSpPr/>
            <p:nvPr/>
          </p:nvSpPr>
          <p:spPr>
            <a:xfrm>
              <a:off x="5693470" y="3882516"/>
              <a:ext cx="88897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0" name="object 160">
              <a:extLst>
                <a:ext uri="{FF2B5EF4-FFF2-40B4-BE49-F238E27FC236}">
                  <a16:creationId xmlns:a16="http://schemas.microsoft.com/office/drawing/2014/main" id="{7E0E6E8C-4B1F-BAC1-F66D-887490689D91}"/>
                </a:ext>
              </a:extLst>
            </p:cNvPr>
            <p:cNvSpPr/>
            <p:nvPr/>
          </p:nvSpPr>
          <p:spPr>
            <a:xfrm>
              <a:off x="4669562" y="3175888"/>
              <a:ext cx="90484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1" name="object 161">
              <a:extLst>
                <a:ext uri="{FF2B5EF4-FFF2-40B4-BE49-F238E27FC236}">
                  <a16:creationId xmlns:a16="http://schemas.microsoft.com/office/drawing/2014/main" id="{17C73676-162E-E8BB-B5E0-7CD010787DC9}"/>
                </a:ext>
              </a:extLst>
            </p:cNvPr>
            <p:cNvSpPr/>
            <p:nvPr/>
          </p:nvSpPr>
          <p:spPr>
            <a:xfrm>
              <a:off x="4841007" y="3528408"/>
              <a:ext cx="90484" cy="9051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2" name="object 162">
              <a:extLst>
                <a:ext uri="{FF2B5EF4-FFF2-40B4-BE49-F238E27FC236}">
                  <a16:creationId xmlns:a16="http://schemas.microsoft.com/office/drawing/2014/main" id="{BEEA7830-A49D-13D4-1C00-9CA60C0C5F09}"/>
                </a:ext>
              </a:extLst>
            </p:cNvPr>
            <p:cNvSpPr/>
            <p:nvPr/>
          </p:nvSpPr>
          <p:spPr>
            <a:xfrm>
              <a:off x="5693470" y="3528408"/>
              <a:ext cx="88897" cy="9051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3" name="object 163">
              <a:extLst>
                <a:ext uri="{FF2B5EF4-FFF2-40B4-BE49-F238E27FC236}">
                  <a16:creationId xmlns:a16="http://schemas.microsoft.com/office/drawing/2014/main" id="{8416C021-AF91-9DF0-C68E-97683FA7097B}"/>
                </a:ext>
              </a:extLst>
            </p:cNvPr>
            <p:cNvSpPr/>
            <p:nvPr/>
          </p:nvSpPr>
          <p:spPr>
            <a:xfrm>
              <a:off x="5693470" y="3763421"/>
              <a:ext cx="88897" cy="9051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4" name="object 164">
              <a:extLst>
                <a:ext uri="{FF2B5EF4-FFF2-40B4-BE49-F238E27FC236}">
                  <a16:creationId xmlns:a16="http://schemas.microsoft.com/office/drawing/2014/main" id="{0C6F746F-87DA-395B-FB4B-E96222B75144}"/>
                </a:ext>
              </a:extLst>
            </p:cNvPr>
            <p:cNvSpPr/>
            <p:nvPr/>
          </p:nvSpPr>
          <p:spPr>
            <a:xfrm>
              <a:off x="4328259" y="2821781"/>
              <a:ext cx="90485" cy="9051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5" name="object 165">
              <a:extLst>
                <a:ext uri="{FF2B5EF4-FFF2-40B4-BE49-F238E27FC236}">
                  <a16:creationId xmlns:a16="http://schemas.microsoft.com/office/drawing/2014/main" id="{0A335F6D-A11E-6FA1-6D65-C15ED1724B76}"/>
                </a:ext>
              </a:extLst>
            </p:cNvPr>
            <p:cNvSpPr/>
            <p:nvPr/>
          </p:nvSpPr>
          <p:spPr>
            <a:xfrm>
              <a:off x="4669562" y="3763421"/>
              <a:ext cx="90484" cy="9051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6" name="object 166">
              <a:extLst>
                <a:ext uri="{FF2B5EF4-FFF2-40B4-BE49-F238E27FC236}">
                  <a16:creationId xmlns:a16="http://schemas.microsoft.com/office/drawing/2014/main" id="{23C03B0C-EF37-D45C-9ACD-4F3F7690F01C}"/>
                </a:ext>
              </a:extLst>
            </p:cNvPr>
            <p:cNvSpPr/>
            <p:nvPr/>
          </p:nvSpPr>
          <p:spPr>
            <a:xfrm>
              <a:off x="5012453" y="3412490"/>
              <a:ext cx="88897" cy="9051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7" name="object 167">
              <a:extLst>
                <a:ext uri="{FF2B5EF4-FFF2-40B4-BE49-F238E27FC236}">
                  <a16:creationId xmlns:a16="http://schemas.microsoft.com/office/drawing/2014/main" id="{ECB43C5E-BB7E-7D7D-A517-A42658EEDBE6}"/>
                </a:ext>
              </a:extLst>
            </p:cNvPr>
            <p:cNvSpPr/>
            <p:nvPr/>
          </p:nvSpPr>
          <p:spPr>
            <a:xfrm>
              <a:off x="5863329" y="3175888"/>
              <a:ext cx="90484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8" name="object 168">
              <a:extLst>
                <a:ext uri="{FF2B5EF4-FFF2-40B4-BE49-F238E27FC236}">
                  <a16:creationId xmlns:a16="http://schemas.microsoft.com/office/drawing/2014/main" id="{0C4B013B-E498-04BE-BAFF-6BBC2FCD3FA6}"/>
                </a:ext>
              </a:extLst>
            </p:cNvPr>
            <p:cNvSpPr/>
            <p:nvPr/>
          </p:nvSpPr>
          <p:spPr>
            <a:xfrm>
              <a:off x="4499704" y="3059970"/>
              <a:ext cx="88897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9" name="object 169">
              <a:extLst>
                <a:ext uri="{FF2B5EF4-FFF2-40B4-BE49-F238E27FC236}">
                  <a16:creationId xmlns:a16="http://schemas.microsoft.com/office/drawing/2014/main" id="{365BA09A-6C81-7F70-8447-1D7DD2C69CBC}"/>
                </a:ext>
              </a:extLst>
            </p:cNvPr>
            <p:cNvSpPr/>
            <p:nvPr/>
          </p:nvSpPr>
          <p:spPr>
            <a:xfrm>
              <a:off x="4669562" y="3059970"/>
              <a:ext cx="90484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0" name="object 170">
              <a:extLst>
                <a:ext uri="{FF2B5EF4-FFF2-40B4-BE49-F238E27FC236}">
                  <a16:creationId xmlns:a16="http://schemas.microsoft.com/office/drawing/2014/main" id="{C282EFB2-4C50-0C85-3B72-37E8327F96A2}"/>
                </a:ext>
              </a:extLst>
            </p:cNvPr>
            <p:cNvSpPr/>
            <p:nvPr/>
          </p:nvSpPr>
          <p:spPr>
            <a:xfrm>
              <a:off x="5522025" y="2821781"/>
              <a:ext cx="90485" cy="9051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1" name="object 171">
              <a:extLst>
                <a:ext uri="{FF2B5EF4-FFF2-40B4-BE49-F238E27FC236}">
                  <a16:creationId xmlns:a16="http://schemas.microsoft.com/office/drawing/2014/main" id="{4C2D431A-9136-6F18-4036-9D3B5729597B}"/>
                </a:ext>
              </a:extLst>
            </p:cNvPr>
            <p:cNvSpPr/>
            <p:nvPr/>
          </p:nvSpPr>
          <p:spPr>
            <a:xfrm>
              <a:off x="5012453" y="3647503"/>
              <a:ext cx="88897" cy="9051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2" name="object 172">
              <a:extLst>
                <a:ext uri="{FF2B5EF4-FFF2-40B4-BE49-F238E27FC236}">
                  <a16:creationId xmlns:a16="http://schemas.microsoft.com/office/drawing/2014/main" id="{7067C18A-B564-8F62-A4E0-46CE96ED6985}"/>
                </a:ext>
              </a:extLst>
            </p:cNvPr>
            <p:cNvSpPr/>
            <p:nvPr/>
          </p:nvSpPr>
          <p:spPr>
            <a:xfrm>
              <a:off x="5693470" y="2940875"/>
              <a:ext cx="88897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3" name="object 173">
              <a:extLst>
                <a:ext uri="{FF2B5EF4-FFF2-40B4-BE49-F238E27FC236}">
                  <a16:creationId xmlns:a16="http://schemas.microsoft.com/office/drawing/2014/main" id="{6F88DF19-2502-32FC-FAFC-CDB690AAEB54}"/>
                </a:ext>
              </a:extLst>
            </p:cNvPr>
            <p:cNvSpPr/>
            <p:nvPr/>
          </p:nvSpPr>
          <p:spPr>
            <a:xfrm>
              <a:off x="4669562" y="3647503"/>
              <a:ext cx="90484" cy="9051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4" name="object 174">
              <a:extLst>
                <a:ext uri="{FF2B5EF4-FFF2-40B4-BE49-F238E27FC236}">
                  <a16:creationId xmlns:a16="http://schemas.microsoft.com/office/drawing/2014/main" id="{F12A92D5-9373-DCB1-5204-C5A8869D7389}"/>
                </a:ext>
              </a:extLst>
            </p:cNvPr>
            <p:cNvSpPr/>
            <p:nvPr/>
          </p:nvSpPr>
          <p:spPr>
            <a:xfrm>
              <a:off x="4328259" y="3763421"/>
              <a:ext cx="90485" cy="9051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5" name="object 175">
              <a:extLst>
                <a:ext uri="{FF2B5EF4-FFF2-40B4-BE49-F238E27FC236}">
                  <a16:creationId xmlns:a16="http://schemas.microsoft.com/office/drawing/2014/main" id="{B355305B-832A-D000-6516-BACCB14B694D}"/>
                </a:ext>
              </a:extLst>
            </p:cNvPr>
            <p:cNvSpPr/>
            <p:nvPr/>
          </p:nvSpPr>
          <p:spPr>
            <a:xfrm>
              <a:off x="5522025" y="3763421"/>
              <a:ext cx="90485" cy="9051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6" name="object 176">
              <a:extLst>
                <a:ext uri="{FF2B5EF4-FFF2-40B4-BE49-F238E27FC236}">
                  <a16:creationId xmlns:a16="http://schemas.microsoft.com/office/drawing/2014/main" id="{ACC2F465-D78E-9775-4124-963473CA0D33}"/>
                </a:ext>
              </a:extLst>
            </p:cNvPr>
            <p:cNvSpPr/>
            <p:nvPr/>
          </p:nvSpPr>
          <p:spPr>
            <a:xfrm>
              <a:off x="5350580" y="3175888"/>
              <a:ext cx="90485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7" name="object 177">
              <a:extLst>
                <a:ext uri="{FF2B5EF4-FFF2-40B4-BE49-F238E27FC236}">
                  <a16:creationId xmlns:a16="http://schemas.microsoft.com/office/drawing/2014/main" id="{DA6FEF3A-90CC-3B3F-AE34-78F2843BDFF5}"/>
                </a:ext>
              </a:extLst>
            </p:cNvPr>
            <p:cNvSpPr/>
            <p:nvPr/>
          </p:nvSpPr>
          <p:spPr>
            <a:xfrm>
              <a:off x="4499704" y="3294983"/>
              <a:ext cx="88897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8" name="object 178">
              <a:extLst>
                <a:ext uri="{FF2B5EF4-FFF2-40B4-BE49-F238E27FC236}">
                  <a16:creationId xmlns:a16="http://schemas.microsoft.com/office/drawing/2014/main" id="{7616D4D6-430D-FF5D-23D7-5A90885B4907}"/>
                </a:ext>
              </a:extLst>
            </p:cNvPr>
            <p:cNvSpPr/>
            <p:nvPr/>
          </p:nvSpPr>
          <p:spPr>
            <a:xfrm>
              <a:off x="4841007" y="3175888"/>
              <a:ext cx="90484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9" name="object 179">
              <a:extLst>
                <a:ext uri="{FF2B5EF4-FFF2-40B4-BE49-F238E27FC236}">
                  <a16:creationId xmlns:a16="http://schemas.microsoft.com/office/drawing/2014/main" id="{9B91D983-1CBC-0A34-F95E-381273776502}"/>
                </a:ext>
              </a:extLst>
            </p:cNvPr>
            <p:cNvSpPr/>
            <p:nvPr/>
          </p:nvSpPr>
          <p:spPr>
            <a:xfrm>
              <a:off x="4499704" y="3882516"/>
              <a:ext cx="88897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0" name="object 180">
              <a:extLst>
                <a:ext uri="{FF2B5EF4-FFF2-40B4-BE49-F238E27FC236}">
                  <a16:creationId xmlns:a16="http://schemas.microsoft.com/office/drawing/2014/main" id="{C61A7D07-5919-8CDF-996F-15DD4480B95D}"/>
                </a:ext>
              </a:extLst>
            </p:cNvPr>
            <p:cNvSpPr/>
            <p:nvPr/>
          </p:nvSpPr>
          <p:spPr>
            <a:xfrm>
              <a:off x="5350580" y="3294983"/>
              <a:ext cx="90485" cy="889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1" name="object 181">
              <a:extLst>
                <a:ext uri="{FF2B5EF4-FFF2-40B4-BE49-F238E27FC236}">
                  <a16:creationId xmlns:a16="http://schemas.microsoft.com/office/drawing/2014/main" id="{FB70617C-1399-6E7E-5F5F-D97A8AF6F1FA}"/>
                </a:ext>
              </a:extLst>
            </p:cNvPr>
            <p:cNvSpPr/>
            <p:nvPr/>
          </p:nvSpPr>
          <p:spPr>
            <a:xfrm>
              <a:off x="4669562" y="3528408"/>
              <a:ext cx="90484" cy="9051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2" name="object 182">
              <a:extLst>
                <a:ext uri="{FF2B5EF4-FFF2-40B4-BE49-F238E27FC236}">
                  <a16:creationId xmlns:a16="http://schemas.microsoft.com/office/drawing/2014/main" id="{812808F3-10F1-5082-0687-B763A0F957D2}"/>
                </a:ext>
              </a:extLst>
            </p:cNvPr>
            <p:cNvSpPr/>
            <p:nvPr/>
          </p:nvSpPr>
          <p:spPr>
            <a:xfrm>
              <a:off x="4669562" y="3294983"/>
              <a:ext cx="90484" cy="8892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3" name="object 183">
              <a:extLst>
                <a:ext uri="{FF2B5EF4-FFF2-40B4-BE49-F238E27FC236}">
                  <a16:creationId xmlns:a16="http://schemas.microsoft.com/office/drawing/2014/main" id="{BEC39662-DCA2-EC2F-0D8C-462929854D1C}"/>
                </a:ext>
              </a:extLst>
            </p:cNvPr>
            <p:cNvSpPr/>
            <p:nvPr/>
          </p:nvSpPr>
          <p:spPr>
            <a:xfrm>
              <a:off x="5693470" y="3647503"/>
              <a:ext cx="88897" cy="9051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4" name="object 184">
              <a:extLst>
                <a:ext uri="{FF2B5EF4-FFF2-40B4-BE49-F238E27FC236}">
                  <a16:creationId xmlns:a16="http://schemas.microsoft.com/office/drawing/2014/main" id="{544A9D41-992A-055C-A5E3-E4FDFD7C0F1F}"/>
                </a:ext>
              </a:extLst>
            </p:cNvPr>
            <p:cNvSpPr/>
            <p:nvPr/>
          </p:nvSpPr>
          <p:spPr>
            <a:xfrm>
              <a:off x="4669562" y="2821781"/>
              <a:ext cx="90484" cy="9051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5" name="object 185">
              <a:extLst>
                <a:ext uri="{FF2B5EF4-FFF2-40B4-BE49-F238E27FC236}">
                  <a16:creationId xmlns:a16="http://schemas.microsoft.com/office/drawing/2014/main" id="{A59182AD-3011-8F10-D6D7-E695EE12EDD9}"/>
                </a:ext>
              </a:extLst>
            </p:cNvPr>
            <p:cNvSpPr/>
            <p:nvPr/>
          </p:nvSpPr>
          <p:spPr>
            <a:xfrm>
              <a:off x="4328259" y="3059970"/>
              <a:ext cx="90485" cy="8892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6" name="object 186">
              <a:extLst>
                <a:ext uri="{FF2B5EF4-FFF2-40B4-BE49-F238E27FC236}">
                  <a16:creationId xmlns:a16="http://schemas.microsoft.com/office/drawing/2014/main" id="{CF6C3A41-2520-22F9-0A91-99C47B777C78}"/>
                </a:ext>
              </a:extLst>
            </p:cNvPr>
            <p:cNvSpPr/>
            <p:nvPr/>
          </p:nvSpPr>
          <p:spPr>
            <a:xfrm>
              <a:off x="5012453" y="3059970"/>
              <a:ext cx="88897" cy="8892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7" name="object 187">
              <a:extLst>
                <a:ext uri="{FF2B5EF4-FFF2-40B4-BE49-F238E27FC236}">
                  <a16:creationId xmlns:a16="http://schemas.microsoft.com/office/drawing/2014/main" id="{0D64FAA8-9AAF-6392-C7FF-5BD6E0241B63}"/>
                </a:ext>
              </a:extLst>
            </p:cNvPr>
            <p:cNvSpPr/>
            <p:nvPr/>
          </p:nvSpPr>
          <p:spPr>
            <a:xfrm>
              <a:off x="5350580" y="3528408"/>
              <a:ext cx="90485" cy="90512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8" name="object 188">
              <a:extLst>
                <a:ext uri="{FF2B5EF4-FFF2-40B4-BE49-F238E27FC236}">
                  <a16:creationId xmlns:a16="http://schemas.microsoft.com/office/drawing/2014/main" id="{F866339F-1F5E-9450-2D3C-65F485D70680}"/>
                </a:ext>
              </a:extLst>
            </p:cNvPr>
            <p:cNvSpPr/>
            <p:nvPr/>
          </p:nvSpPr>
          <p:spPr>
            <a:xfrm>
              <a:off x="5350580" y="3763421"/>
              <a:ext cx="90485" cy="90512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9" name="object 189">
              <a:extLst>
                <a:ext uri="{FF2B5EF4-FFF2-40B4-BE49-F238E27FC236}">
                  <a16:creationId xmlns:a16="http://schemas.microsoft.com/office/drawing/2014/main" id="{F8EE9831-A3C8-FC3F-6E8C-15A6917E1312}"/>
                </a:ext>
              </a:extLst>
            </p:cNvPr>
            <p:cNvSpPr txBox="1"/>
            <p:nvPr/>
          </p:nvSpPr>
          <p:spPr>
            <a:xfrm>
              <a:off x="2023273" y="3395021"/>
              <a:ext cx="63498" cy="11581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0" name="object 190">
              <a:extLst>
                <a:ext uri="{FF2B5EF4-FFF2-40B4-BE49-F238E27FC236}">
                  <a16:creationId xmlns:a16="http://schemas.microsoft.com/office/drawing/2014/main" id="{69693797-1199-D634-5736-B8A9221CBACA}"/>
                </a:ext>
              </a:extLst>
            </p:cNvPr>
            <p:cNvSpPr txBox="1"/>
            <p:nvPr/>
          </p:nvSpPr>
          <p:spPr>
            <a:xfrm>
              <a:off x="1978825" y="2805902"/>
              <a:ext cx="107948" cy="11581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1" name="object 191">
              <a:extLst>
                <a:ext uri="{FF2B5EF4-FFF2-40B4-BE49-F238E27FC236}">
                  <a16:creationId xmlns:a16="http://schemas.microsoft.com/office/drawing/2014/main" id="{D69C89DE-4E14-7D62-0B0D-C44CBC3BDCA8}"/>
                </a:ext>
              </a:extLst>
            </p:cNvPr>
            <p:cNvSpPr txBox="1"/>
            <p:nvPr/>
          </p:nvSpPr>
          <p:spPr>
            <a:xfrm>
              <a:off x="1978825" y="2218370"/>
              <a:ext cx="107948" cy="11581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2" name="object 192">
              <a:extLst>
                <a:ext uri="{FF2B5EF4-FFF2-40B4-BE49-F238E27FC236}">
                  <a16:creationId xmlns:a16="http://schemas.microsoft.com/office/drawing/2014/main" id="{6433A259-7279-920C-9158-5AA40DC5A183}"/>
                </a:ext>
              </a:extLst>
            </p:cNvPr>
            <p:cNvSpPr txBox="1"/>
            <p:nvPr/>
          </p:nvSpPr>
          <p:spPr>
            <a:xfrm>
              <a:off x="1978825" y="1629247"/>
              <a:ext cx="107948" cy="11581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3" name="object 193">
              <a:extLst>
                <a:ext uri="{FF2B5EF4-FFF2-40B4-BE49-F238E27FC236}">
                  <a16:creationId xmlns:a16="http://schemas.microsoft.com/office/drawing/2014/main" id="{A42DF9F3-CBB1-94D5-CA24-0E5E7AAFD4A7}"/>
                </a:ext>
              </a:extLst>
            </p:cNvPr>
            <p:cNvSpPr txBox="1"/>
            <p:nvPr/>
          </p:nvSpPr>
          <p:spPr>
            <a:xfrm>
              <a:off x="1978825" y="1040128"/>
              <a:ext cx="107948" cy="115819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4" name="object 194">
              <a:extLst>
                <a:ext uri="{FF2B5EF4-FFF2-40B4-BE49-F238E27FC236}">
                  <a16:creationId xmlns:a16="http://schemas.microsoft.com/office/drawing/2014/main" id="{58728B4E-BFA7-FC89-2461-19DD058522F7}"/>
                </a:ext>
              </a:extLst>
            </p:cNvPr>
            <p:cNvSpPr/>
            <p:nvPr/>
          </p:nvSpPr>
          <p:spPr>
            <a:xfrm>
              <a:off x="1729595" y="1148107"/>
              <a:ext cx="2893931" cy="1821351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5" name="object 195">
              <a:extLst>
                <a:ext uri="{FF2B5EF4-FFF2-40B4-BE49-F238E27FC236}">
                  <a16:creationId xmlns:a16="http://schemas.microsoft.com/office/drawing/2014/main" id="{E6B635D8-26A8-8E59-CE17-D3A36B5D68F5}"/>
                </a:ext>
              </a:extLst>
            </p:cNvPr>
            <p:cNvSpPr/>
            <p:nvPr/>
          </p:nvSpPr>
          <p:spPr>
            <a:xfrm>
              <a:off x="1758169" y="1162398"/>
              <a:ext cx="2836782" cy="1761011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6" name="object 196">
              <a:extLst>
                <a:ext uri="{FF2B5EF4-FFF2-40B4-BE49-F238E27FC236}">
                  <a16:creationId xmlns:a16="http://schemas.microsoft.com/office/drawing/2014/main" id="{B8E908FC-2DC1-BBEA-D336-1BD8F3EF3FB9}"/>
                </a:ext>
              </a:extLst>
            </p:cNvPr>
            <p:cNvSpPr/>
            <p:nvPr/>
          </p:nvSpPr>
          <p:spPr>
            <a:xfrm>
              <a:off x="1835954" y="1241794"/>
              <a:ext cx="2679625" cy="1603805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7" name="object 197">
              <a:extLst>
                <a:ext uri="{FF2B5EF4-FFF2-40B4-BE49-F238E27FC236}">
                  <a16:creationId xmlns:a16="http://schemas.microsoft.com/office/drawing/2014/main" id="{953BE6F7-CB5D-C7D2-3D2F-2C035CBD8231}"/>
                </a:ext>
              </a:extLst>
            </p:cNvPr>
            <p:cNvSpPr/>
            <p:nvPr/>
          </p:nvSpPr>
          <p:spPr>
            <a:xfrm>
              <a:off x="3772649" y="2474025"/>
              <a:ext cx="2893932" cy="1819763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8" name="object 198">
              <a:extLst>
                <a:ext uri="{FF2B5EF4-FFF2-40B4-BE49-F238E27FC236}">
                  <a16:creationId xmlns:a16="http://schemas.microsoft.com/office/drawing/2014/main" id="{610EFA5E-2D19-363E-AEF6-DEB8B78F0C55}"/>
                </a:ext>
              </a:extLst>
            </p:cNvPr>
            <p:cNvSpPr/>
            <p:nvPr/>
          </p:nvSpPr>
          <p:spPr>
            <a:xfrm>
              <a:off x="3801224" y="2485141"/>
              <a:ext cx="2836783" cy="1765774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9" name="object 199">
              <a:extLst>
                <a:ext uri="{FF2B5EF4-FFF2-40B4-BE49-F238E27FC236}">
                  <a16:creationId xmlns:a16="http://schemas.microsoft.com/office/drawing/2014/main" id="{93C75070-B570-03C8-DBA4-FF848CCB68A4}"/>
                </a:ext>
              </a:extLst>
            </p:cNvPr>
            <p:cNvSpPr/>
            <p:nvPr/>
          </p:nvSpPr>
          <p:spPr>
            <a:xfrm>
              <a:off x="3879009" y="2567713"/>
              <a:ext cx="2679625" cy="1603805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0" name="object 200">
              <a:extLst>
                <a:ext uri="{FF2B5EF4-FFF2-40B4-BE49-F238E27FC236}">
                  <a16:creationId xmlns:a16="http://schemas.microsoft.com/office/drawing/2014/main" id="{10FEA44F-59FA-2433-CF3D-72FB1BFE03E7}"/>
                </a:ext>
              </a:extLst>
            </p:cNvPr>
            <p:cNvSpPr txBox="1"/>
            <p:nvPr/>
          </p:nvSpPr>
          <p:spPr>
            <a:xfrm>
              <a:off x="2023273" y="3988906"/>
              <a:ext cx="63498" cy="111795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01" name="object 201">
              <a:extLst>
                <a:ext uri="{FF2B5EF4-FFF2-40B4-BE49-F238E27FC236}">
                  <a16:creationId xmlns:a16="http://schemas.microsoft.com/office/drawing/2014/main" id="{A71F8CDD-4A3B-FF15-652C-622F2AD31691}"/>
                </a:ext>
              </a:extLst>
            </p:cNvPr>
            <p:cNvSpPr txBox="1"/>
            <p:nvPr/>
          </p:nvSpPr>
          <p:spPr>
            <a:xfrm>
              <a:off x="2128046" y="4096884"/>
              <a:ext cx="63498" cy="111795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02" name="object 202">
              <a:extLst>
                <a:ext uri="{FF2B5EF4-FFF2-40B4-BE49-F238E27FC236}">
                  <a16:creationId xmlns:a16="http://schemas.microsoft.com/office/drawing/2014/main" id="{BB5D4252-54F1-5A78-8D94-A37185B6845D}"/>
                </a:ext>
              </a:extLst>
            </p:cNvPr>
            <p:cNvSpPr txBox="1"/>
            <p:nvPr/>
          </p:nvSpPr>
          <p:spPr>
            <a:xfrm>
              <a:off x="2980510" y="4096884"/>
              <a:ext cx="61910" cy="111795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03" name="object 203">
              <a:extLst>
                <a:ext uri="{FF2B5EF4-FFF2-40B4-BE49-F238E27FC236}">
                  <a16:creationId xmlns:a16="http://schemas.microsoft.com/office/drawing/2014/main" id="{AB25EDEE-DA59-5B72-9169-CE5500830F5D}"/>
                </a:ext>
              </a:extLst>
            </p:cNvPr>
            <p:cNvSpPr txBox="1"/>
            <p:nvPr/>
          </p:nvSpPr>
          <p:spPr>
            <a:xfrm>
              <a:off x="3809162" y="4096884"/>
              <a:ext cx="107948" cy="111795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04" name="object 204">
              <a:extLst>
                <a:ext uri="{FF2B5EF4-FFF2-40B4-BE49-F238E27FC236}">
                  <a16:creationId xmlns:a16="http://schemas.microsoft.com/office/drawing/2014/main" id="{F20E0E7B-D077-854F-4417-976C514D4DBF}"/>
                </a:ext>
              </a:extLst>
            </p:cNvPr>
            <p:cNvSpPr txBox="1"/>
            <p:nvPr/>
          </p:nvSpPr>
          <p:spPr>
            <a:xfrm>
              <a:off x="4661624" y="4096884"/>
              <a:ext cx="107948" cy="111795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05" name="object 205">
              <a:extLst>
                <a:ext uri="{FF2B5EF4-FFF2-40B4-BE49-F238E27FC236}">
                  <a16:creationId xmlns:a16="http://schemas.microsoft.com/office/drawing/2014/main" id="{F5F8839C-3E0B-073E-F521-91941914268F}"/>
                </a:ext>
              </a:extLst>
            </p:cNvPr>
            <p:cNvSpPr txBox="1"/>
            <p:nvPr/>
          </p:nvSpPr>
          <p:spPr>
            <a:xfrm>
              <a:off x="5514088" y="4096884"/>
              <a:ext cx="107948" cy="111795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06" name="object 206">
              <a:extLst>
                <a:ext uri="{FF2B5EF4-FFF2-40B4-BE49-F238E27FC236}">
                  <a16:creationId xmlns:a16="http://schemas.microsoft.com/office/drawing/2014/main" id="{7E64DE09-2A95-82B2-D83B-983A4D87E7FA}"/>
                </a:ext>
              </a:extLst>
            </p:cNvPr>
            <p:cNvSpPr txBox="1"/>
            <p:nvPr/>
          </p:nvSpPr>
          <p:spPr>
            <a:xfrm>
              <a:off x="6366551" y="4096884"/>
              <a:ext cx="107948" cy="111795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25</a:t>
              </a:r>
              <a:endParaRPr sz="523">
                <a:latin typeface="Trebuchet MS"/>
                <a:cs typeface="Trebuchet MS"/>
              </a:endParaRPr>
            </a:p>
          </p:txBody>
        </p:sp>
      </p:grpSp>
      <p:sp>
        <p:nvSpPr>
          <p:cNvPr id="25602" name="object 2">
            <a:extLst>
              <a:ext uri="{FF2B5EF4-FFF2-40B4-BE49-F238E27FC236}">
                <a16:creationId xmlns:a16="http://schemas.microsoft.com/office/drawing/2014/main" id="{731A3455-89AC-D81F-93FE-F4EAC313E7D7}"/>
              </a:ext>
            </a:extLst>
          </p:cNvPr>
          <p:cNvSpPr txBox="1">
            <a:spLocks/>
          </p:cNvSpPr>
          <p:nvPr/>
        </p:nvSpPr>
        <p:spPr>
          <a:xfrm>
            <a:off x="1139428" y="419220"/>
            <a:ext cx="6725841" cy="365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08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000"/>
              <a:buFont typeface="Arial"/>
              <a:buNone/>
              <a:defRPr sz="2250" b="0" i="0" u="none" strike="noStrike" cap="none">
                <a:solidFill>
                  <a:schemeClr val="tx2"/>
                </a:solidFill>
                <a:latin typeface="Lato" panose="020B0604020202020204" charset="0"/>
                <a:ea typeface="Roboto Condensed"/>
                <a:cs typeface="Lato" panose="020B0604020202020204" charset="0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640">
              <a:spcBef>
                <a:spcPts val="50"/>
              </a:spcBef>
              <a:defRPr/>
            </a:pPr>
            <a:r>
              <a:rPr lang="pt-BR" spc="-2" dirty="0">
                <a:solidFill>
                  <a:schemeClr val="tx1"/>
                </a:solidFill>
              </a:rPr>
              <a:t>Aprendizagem</a:t>
            </a:r>
            <a:r>
              <a:rPr lang="pt-BR" spc="-21" dirty="0">
                <a:solidFill>
                  <a:schemeClr val="tx1"/>
                </a:solidFill>
              </a:rPr>
              <a:t> Não </a:t>
            </a:r>
            <a:r>
              <a:rPr lang="pt-BR" spc="-2" dirty="0">
                <a:solidFill>
                  <a:schemeClr val="tx1"/>
                </a:solidFill>
              </a:rPr>
              <a:t>Supervisionada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25" name="Agrupar 213">
            <a:extLst>
              <a:ext uri="{FF2B5EF4-FFF2-40B4-BE49-F238E27FC236}">
                <a16:creationId xmlns:a16="http://schemas.microsoft.com/office/drawing/2014/main" id="{3833EEF9-CE3A-31FB-C953-151D52737D13}"/>
              </a:ext>
            </a:extLst>
          </p:cNvPr>
          <p:cNvGrpSpPr>
            <a:grpSpLocks/>
          </p:cNvGrpSpPr>
          <p:nvPr/>
        </p:nvGrpSpPr>
        <p:grpSpPr bwMode="auto">
          <a:xfrm>
            <a:off x="2681288" y="1722835"/>
            <a:ext cx="3781425" cy="2520553"/>
            <a:chOff x="1729595" y="1040128"/>
            <a:chExt cx="5041282" cy="3360859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DAE64354-F5B3-8315-28AF-B1D0CE5DBE71}"/>
                </a:ext>
              </a:extLst>
            </p:cNvPr>
            <p:cNvSpPr/>
            <p:nvPr/>
          </p:nvSpPr>
          <p:spPr>
            <a:xfrm>
              <a:off x="2159755" y="3457978"/>
              <a:ext cx="4260328" cy="0"/>
            </a:xfrm>
            <a:custGeom>
              <a:avLst/>
              <a:gdLst/>
              <a:ahLst/>
              <a:cxnLst/>
              <a:rect l="l" t="t" r="r" b="b"/>
              <a:pathLst>
                <a:path w="6109970">
                  <a:moveTo>
                    <a:pt x="0" y="0"/>
                  </a:moveTo>
                  <a:lnTo>
                    <a:pt x="6109852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0977A18-4E66-9AEC-090B-A8EDDF6FB335}"/>
                </a:ext>
              </a:extLst>
            </p:cNvPr>
            <p:cNvSpPr/>
            <p:nvPr/>
          </p:nvSpPr>
          <p:spPr>
            <a:xfrm>
              <a:off x="2159755" y="2867406"/>
              <a:ext cx="4260328" cy="0"/>
            </a:xfrm>
            <a:custGeom>
              <a:avLst/>
              <a:gdLst/>
              <a:ahLst/>
              <a:cxnLst/>
              <a:rect l="l" t="t" r="r" b="b"/>
              <a:pathLst>
                <a:path w="6109970">
                  <a:moveTo>
                    <a:pt x="0" y="0"/>
                  </a:moveTo>
                  <a:lnTo>
                    <a:pt x="6109852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554FA7F-6BB7-A2FD-EAB9-E03680EF1B60}"/>
                </a:ext>
              </a:extLst>
            </p:cNvPr>
            <p:cNvSpPr/>
            <p:nvPr/>
          </p:nvSpPr>
          <p:spPr>
            <a:xfrm>
              <a:off x="2159755" y="2280010"/>
              <a:ext cx="4260328" cy="0"/>
            </a:xfrm>
            <a:custGeom>
              <a:avLst/>
              <a:gdLst/>
              <a:ahLst/>
              <a:cxnLst/>
              <a:rect l="l" t="t" r="r" b="b"/>
              <a:pathLst>
                <a:path w="6109970">
                  <a:moveTo>
                    <a:pt x="0" y="0"/>
                  </a:moveTo>
                  <a:lnTo>
                    <a:pt x="6109852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F9CC690-7593-4A73-54C3-C37154C848AE}"/>
                </a:ext>
              </a:extLst>
            </p:cNvPr>
            <p:cNvSpPr/>
            <p:nvPr/>
          </p:nvSpPr>
          <p:spPr>
            <a:xfrm>
              <a:off x="2159755" y="1691027"/>
              <a:ext cx="4260328" cy="0"/>
            </a:xfrm>
            <a:custGeom>
              <a:avLst/>
              <a:gdLst/>
              <a:ahLst/>
              <a:cxnLst/>
              <a:rect l="l" t="t" r="r" b="b"/>
              <a:pathLst>
                <a:path w="6109970">
                  <a:moveTo>
                    <a:pt x="0" y="0"/>
                  </a:moveTo>
                  <a:lnTo>
                    <a:pt x="6109852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7E8F4EFB-3226-458D-314D-E7C55ADBAEAD}"/>
                </a:ext>
              </a:extLst>
            </p:cNvPr>
            <p:cNvSpPr/>
            <p:nvPr/>
          </p:nvSpPr>
          <p:spPr>
            <a:xfrm>
              <a:off x="2159755" y="1103630"/>
              <a:ext cx="4260328" cy="0"/>
            </a:xfrm>
            <a:custGeom>
              <a:avLst/>
              <a:gdLst/>
              <a:ahLst/>
              <a:cxnLst/>
              <a:rect l="l" t="t" r="r" b="b"/>
              <a:pathLst>
                <a:path w="6109970">
                  <a:moveTo>
                    <a:pt x="0" y="0"/>
                  </a:moveTo>
                  <a:lnTo>
                    <a:pt x="6109852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FC105E08-0D40-24CD-80C8-A23C4076C208}"/>
                </a:ext>
              </a:extLst>
            </p:cNvPr>
            <p:cNvSpPr/>
            <p:nvPr/>
          </p:nvSpPr>
          <p:spPr>
            <a:xfrm>
              <a:off x="2159755" y="1102042"/>
              <a:ext cx="0" cy="2943332"/>
            </a:xfrm>
            <a:custGeom>
              <a:avLst/>
              <a:gdLst/>
              <a:ahLst/>
              <a:cxnLst/>
              <a:rect l="l" t="t" r="r" b="b"/>
              <a:pathLst>
                <a:path h="4223385">
                  <a:moveTo>
                    <a:pt x="0" y="4223149"/>
                  </a:moveTo>
                  <a:lnTo>
                    <a:pt x="0" y="0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A1F72E31-A915-A2E8-0AD3-4879299C9C3F}"/>
                </a:ext>
              </a:extLst>
            </p:cNvPr>
            <p:cNvSpPr/>
            <p:nvPr/>
          </p:nvSpPr>
          <p:spPr>
            <a:xfrm>
              <a:off x="2131184" y="4045374"/>
              <a:ext cx="28571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4CBB0D91-7E5A-0574-FA79-AB0C5DA9728C}"/>
                </a:ext>
              </a:extLst>
            </p:cNvPr>
            <p:cNvSpPr/>
            <p:nvPr/>
          </p:nvSpPr>
          <p:spPr>
            <a:xfrm>
              <a:off x="2131184" y="3457978"/>
              <a:ext cx="28571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DA0BAE16-2189-1EB0-D43A-EC4F38AB6908}"/>
                </a:ext>
              </a:extLst>
            </p:cNvPr>
            <p:cNvSpPr/>
            <p:nvPr/>
          </p:nvSpPr>
          <p:spPr>
            <a:xfrm>
              <a:off x="2131184" y="2867406"/>
              <a:ext cx="28571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851CC17B-A89C-25CB-2AA2-6A161A761AA6}"/>
                </a:ext>
              </a:extLst>
            </p:cNvPr>
            <p:cNvSpPr/>
            <p:nvPr/>
          </p:nvSpPr>
          <p:spPr>
            <a:xfrm>
              <a:off x="2131184" y="2280010"/>
              <a:ext cx="28571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27CD2D86-E922-C2EF-1995-AA787EA83765}"/>
                </a:ext>
              </a:extLst>
            </p:cNvPr>
            <p:cNvSpPr/>
            <p:nvPr/>
          </p:nvSpPr>
          <p:spPr>
            <a:xfrm>
              <a:off x="2131184" y="1691027"/>
              <a:ext cx="28571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0E05E3E6-BF08-D414-9808-5859BC0C3E62}"/>
                </a:ext>
              </a:extLst>
            </p:cNvPr>
            <p:cNvSpPr/>
            <p:nvPr/>
          </p:nvSpPr>
          <p:spPr>
            <a:xfrm>
              <a:off x="2131184" y="1103630"/>
              <a:ext cx="28571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B7F082D7-E15B-C0BD-3F80-953E4ACBE4A9}"/>
                </a:ext>
              </a:extLst>
            </p:cNvPr>
            <p:cNvSpPr/>
            <p:nvPr/>
          </p:nvSpPr>
          <p:spPr>
            <a:xfrm>
              <a:off x="2159755" y="4045374"/>
              <a:ext cx="4260328" cy="0"/>
            </a:xfrm>
            <a:custGeom>
              <a:avLst/>
              <a:gdLst/>
              <a:ahLst/>
              <a:cxnLst/>
              <a:rect l="l" t="t" r="r" b="b"/>
              <a:pathLst>
                <a:path w="6112509">
                  <a:moveTo>
                    <a:pt x="0" y="0"/>
                  </a:moveTo>
                  <a:lnTo>
                    <a:pt x="6111956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56D7D28E-9994-132A-01F3-9F3A62131EA2}"/>
                </a:ext>
              </a:extLst>
            </p:cNvPr>
            <p:cNvSpPr/>
            <p:nvPr/>
          </p:nvSpPr>
          <p:spPr>
            <a:xfrm>
              <a:off x="2159755" y="4046962"/>
              <a:ext cx="0" cy="25401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B8FBC7B6-343B-AAAA-8825-797235A5ACEB}"/>
                </a:ext>
              </a:extLst>
            </p:cNvPr>
            <p:cNvSpPr/>
            <p:nvPr/>
          </p:nvSpPr>
          <p:spPr>
            <a:xfrm>
              <a:off x="3012138" y="4046962"/>
              <a:ext cx="0" cy="25401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DCA51C37-2407-AC21-8081-A620835B9221}"/>
                </a:ext>
              </a:extLst>
            </p:cNvPr>
            <p:cNvSpPr/>
            <p:nvPr/>
          </p:nvSpPr>
          <p:spPr>
            <a:xfrm>
              <a:off x="3864521" y="4046962"/>
              <a:ext cx="0" cy="25401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7F39D29E-287D-E956-AA62-324AD263BC82}"/>
                </a:ext>
              </a:extLst>
            </p:cNvPr>
            <p:cNvSpPr/>
            <p:nvPr/>
          </p:nvSpPr>
          <p:spPr>
            <a:xfrm>
              <a:off x="4715317" y="4046962"/>
              <a:ext cx="0" cy="25401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4F52B2DE-DE04-D13C-8D7B-FDA8D0C34E56}"/>
                </a:ext>
              </a:extLst>
            </p:cNvPr>
            <p:cNvSpPr/>
            <p:nvPr/>
          </p:nvSpPr>
          <p:spPr>
            <a:xfrm>
              <a:off x="5567699" y="4046962"/>
              <a:ext cx="0" cy="25401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EFFC48A2-448B-6CE0-2B9F-D8BE1549C9AF}"/>
                </a:ext>
              </a:extLst>
            </p:cNvPr>
            <p:cNvSpPr/>
            <p:nvPr/>
          </p:nvSpPr>
          <p:spPr>
            <a:xfrm>
              <a:off x="6420083" y="4046962"/>
              <a:ext cx="0" cy="25401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A5F87ED9-3DE1-54D0-13D5-7378997C68FF}"/>
                </a:ext>
              </a:extLst>
            </p:cNvPr>
            <p:cNvSpPr/>
            <p:nvPr/>
          </p:nvSpPr>
          <p:spPr>
            <a:xfrm>
              <a:off x="3621663" y="1398916"/>
              <a:ext cx="144445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90CB7FB0-67DB-8E7D-E56E-79D361EEF434}"/>
                </a:ext>
              </a:extLst>
            </p:cNvPr>
            <p:cNvSpPr/>
            <p:nvPr/>
          </p:nvSpPr>
          <p:spPr>
            <a:xfrm>
              <a:off x="3621663" y="2103792"/>
              <a:ext cx="144445" cy="2635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95E9E3CE-A389-7465-7A60-E48F216E09FD}"/>
                </a:ext>
              </a:extLst>
            </p:cNvPr>
            <p:cNvSpPr/>
            <p:nvPr/>
          </p:nvSpPr>
          <p:spPr>
            <a:xfrm>
              <a:off x="2781979" y="1760879"/>
              <a:ext cx="123810" cy="12541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200669AE-F3E0-B050-34FB-A9E812D67705}"/>
                </a:ext>
              </a:extLst>
            </p:cNvPr>
            <p:cNvSpPr/>
            <p:nvPr/>
          </p:nvSpPr>
          <p:spPr>
            <a:xfrm>
              <a:off x="2940710" y="1868833"/>
              <a:ext cx="144444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1B9C43E1-4C68-1250-0A3A-90AA390D9716}"/>
                </a:ext>
              </a:extLst>
            </p:cNvPr>
            <p:cNvSpPr/>
            <p:nvPr/>
          </p:nvSpPr>
          <p:spPr>
            <a:xfrm>
              <a:off x="2769281" y="1987899"/>
              <a:ext cx="146032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B0C5EE1C-3303-DC60-5DB5-46B008EBF598}"/>
                </a:ext>
              </a:extLst>
            </p:cNvPr>
            <p:cNvSpPr/>
            <p:nvPr/>
          </p:nvSpPr>
          <p:spPr>
            <a:xfrm>
              <a:off x="3621663" y="2456229"/>
              <a:ext cx="144445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66FCE6FA-A7B8-346A-0541-F2882607173B}"/>
                </a:ext>
              </a:extLst>
            </p:cNvPr>
            <p:cNvSpPr/>
            <p:nvPr/>
          </p:nvSpPr>
          <p:spPr>
            <a:xfrm>
              <a:off x="2428009" y="1398916"/>
              <a:ext cx="144445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4ED559D9-28FA-4862-84AB-8907AF8DC99C}"/>
                </a:ext>
              </a:extLst>
            </p:cNvPr>
            <p:cNvSpPr/>
            <p:nvPr/>
          </p:nvSpPr>
          <p:spPr>
            <a:xfrm>
              <a:off x="3450234" y="2103792"/>
              <a:ext cx="144445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7EC7874F-DBA6-DE2E-3464-967110CCC024}"/>
                </a:ext>
              </a:extLst>
            </p:cNvPr>
            <p:cNvSpPr/>
            <p:nvPr/>
          </p:nvSpPr>
          <p:spPr>
            <a:xfrm>
              <a:off x="3280393" y="2103792"/>
              <a:ext cx="144444" cy="2635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DDF82B12-790A-5E58-DC10-86C5F4FC4036}"/>
                </a:ext>
              </a:extLst>
            </p:cNvPr>
            <p:cNvSpPr/>
            <p:nvPr/>
          </p:nvSpPr>
          <p:spPr>
            <a:xfrm>
              <a:off x="3450234" y="2456229"/>
              <a:ext cx="144445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62087D89-7C07-90D7-BD6A-BAA19394DD7F}"/>
                </a:ext>
              </a:extLst>
            </p:cNvPr>
            <p:cNvSpPr/>
            <p:nvPr/>
          </p:nvSpPr>
          <p:spPr>
            <a:xfrm>
              <a:off x="3280393" y="2456229"/>
              <a:ext cx="144444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2C7B027F-E8CE-B28B-F337-43D4B779FD37}"/>
                </a:ext>
              </a:extLst>
            </p:cNvPr>
            <p:cNvSpPr/>
            <p:nvPr/>
          </p:nvSpPr>
          <p:spPr>
            <a:xfrm>
              <a:off x="2428009" y="1514807"/>
              <a:ext cx="144445" cy="2635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1F648A33-DD18-9A90-3020-E09434937B62}"/>
                </a:ext>
              </a:extLst>
            </p:cNvPr>
            <p:cNvSpPr/>
            <p:nvPr/>
          </p:nvSpPr>
          <p:spPr>
            <a:xfrm>
              <a:off x="3450234" y="1398916"/>
              <a:ext cx="144445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F341AED7-65DF-746A-1ABF-751D48284280}"/>
                </a:ext>
              </a:extLst>
            </p:cNvPr>
            <p:cNvSpPr/>
            <p:nvPr/>
          </p:nvSpPr>
          <p:spPr>
            <a:xfrm>
              <a:off x="3112139" y="2103792"/>
              <a:ext cx="144444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ADEFC323-2F41-35F2-37DF-E3C991A92C10}"/>
                </a:ext>
              </a:extLst>
            </p:cNvPr>
            <p:cNvSpPr/>
            <p:nvPr/>
          </p:nvSpPr>
          <p:spPr>
            <a:xfrm>
              <a:off x="3280393" y="1987899"/>
              <a:ext cx="144444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4DC33E0D-A57D-9C04-FB83-DF294ABCFA30}"/>
                </a:ext>
              </a:extLst>
            </p:cNvPr>
            <p:cNvSpPr/>
            <p:nvPr/>
          </p:nvSpPr>
          <p:spPr>
            <a:xfrm>
              <a:off x="2940710" y="1633875"/>
              <a:ext cx="144444" cy="2635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5861A1FD-09B3-05C9-33EF-AEB6E7AE20B0}"/>
                </a:ext>
              </a:extLst>
            </p:cNvPr>
            <p:cNvSpPr/>
            <p:nvPr/>
          </p:nvSpPr>
          <p:spPr>
            <a:xfrm>
              <a:off x="2256580" y="1514807"/>
              <a:ext cx="144445" cy="2635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4A69FB89-C67D-FAC9-60DC-94E4399FEF6D}"/>
                </a:ext>
              </a:extLst>
            </p:cNvPr>
            <p:cNvSpPr/>
            <p:nvPr/>
          </p:nvSpPr>
          <p:spPr>
            <a:xfrm>
              <a:off x="3112139" y="1514807"/>
              <a:ext cx="144444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499D5E67-8745-8758-F61A-15E942A8381C}"/>
                </a:ext>
              </a:extLst>
            </p:cNvPr>
            <p:cNvSpPr/>
            <p:nvPr/>
          </p:nvSpPr>
          <p:spPr>
            <a:xfrm>
              <a:off x="2599438" y="1868833"/>
              <a:ext cx="144445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67453EE5-3F3C-090F-D71A-1FB4481C9E40}"/>
                </a:ext>
              </a:extLst>
            </p:cNvPr>
            <p:cNvSpPr/>
            <p:nvPr/>
          </p:nvSpPr>
          <p:spPr>
            <a:xfrm>
              <a:off x="3804204" y="1408441"/>
              <a:ext cx="123810" cy="12382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D1F7B1D2-5E24-2211-7731-49B0F0FEB083}"/>
                </a:ext>
              </a:extLst>
            </p:cNvPr>
            <p:cNvSpPr/>
            <p:nvPr/>
          </p:nvSpPr>
          <p:spPr>
            <a:xfrm>
              <a:off x="2769281" y="2222858"/>
              <a:ext cx="146032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39090F5C-C2F5-8AE5-C7F3-D5F824658C85}"/>
                </a:ext>
              </a:extLst>
            </p:cNvPr>
            <p:cNvSpPr/>
            <p:nvPr/>
          </p:nvSpPr>
          <p:spPr>
            <a:xfrm>
              <a:off x="3450234" y="1987899"/>
              <a:ext cx="144445" cy="14446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64326D14-2E9B-FCC8-95A5-F394CF4D52C5}"/>
                </a:ext>
              </a:extLst>
            </p:cNvPr>
            <p:cNvSpPr/>
            <p:nvPr/>
          </p:nvSpPr>
          <p:spPr>
            <a:xfrm>
              <a:off x="2256580" y="2103792"/>
              <a:ext cx="144445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1AB720A0-5F0A-6579-A9ED-2BFC46F47F19}"/>
                </a:ext>
              </a:extLst>
            </p:cNvPr>
            <p:cNvSpPr/>
            <p:nvPr/>
          </p:nvSpPr>
          <p:spPr>
            <a:xfrm>
              <a:off x="2439121" y="1876770"/>
              <a:ext cx="125397" cy="24448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ADA4EFA1-F52E-6865-13AC-BB2E46CE2488}"/>
                </a:ext>
              </a:extLst>
            </p:cNvPr>
            <p:cNvSpPr/>
            <p:nvPr/>
          </p:nvSpPr>
          <p:spPr>
            <a:xfrm>
              <a:off x="3450234" y="1633875"/>
              <a:ext cx="144445" cy="2635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B5880110-0725-96B1-EB2C-098B3030001A}"/>
                </a:ext>
              </a:extLst>
            </p:cNvPr>
            <p:cNvSpPr/>
            <p:nvPr/>
          </p:nvSpPr>
          <p:spPr>
            <a:xfrm>
              <a:off x="3112139" y="1868833"/>
              <a:ext cx="144444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9E0098D3-A7C4-580B-E65B-BD496ED2CE12}"/>
                </a:ext>
              </a:extLst>
            </p:cNvPr>
            <p:cNvSpPr/>
            <p:nvPr/>
          </p:nvSpPr>
          <p:spPr>
            <a:xfrm>
              <a:off x="3123249" y="2349863"/>
              <a:ext cx="123810" cy="12382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4A912C18-BD14-AE42-5256-6DA5C397D64D}"/>
                </a:ext>
              </a:extLst>
            </p:cNvPr>
            <p:cNvSpPr/>
            <p:nvPr/>
          </p:nvSpPr>
          <p:spPr>
            <a:xfrm>
              <a:off x="3280393" y="1514807"/>
              <a:ext cx="144444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27BDF188-F429-B40F-641C-468A79F4EF78}"/>
                </a:ext>
              </a:extLst>
            </p:cNvPr>
            <p:cNvSpPr/>
            <p:nvPr/>
          </p:nvSpPr>
          <p:spPr>
            <a:xfrm>
              <a:off x="2599438" y="2222858"/>
              <a:ext cx="144445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1C585D54-6DD3-DE9A-8C50-CE1647200279}"/>
                </a:ext>
              </a:extLst>
            </p:cNvPr>
            <p:cNvSpPr/>
            <p:nvPr/>
          </p:nvSpPr>
          <p:spPr>
            <a:xfrm>
              <a:off x="2610550" y="1408441"/>
              <a:ext cx="123810" cy="12382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99BFA74F-33C8-456A-1FD0-0C9BA04654A2}"/>
                </a:ext>
              </a:extLst>
            </p:cNvPr>
            <p:cNvSpPr/>
            <p:nvPr/>
          </p:nvSpPr>
          <p:spPr>
            <a:xfrm>
              <a:off x="3280393" y="2340337"/>
              <a:ext cx="144444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1BC79A66-EC35-82BB-B27A-55BA632876D6}"/>
                </a:ext>
              </a:extLst>
            </p:cNvPr>
            <p:cNvSpPr/>
            <p:nvPr/>
          </p:nvSpPr>
          <p:spPr>
            <a:xfrm>
              <a:off x="2940710" y="1398916"/>
              <a:ext cx="144444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8FE04705-A708-2A4E-2D43-CF535F06A9B9}"/>
                </a:ext>
              </a:extLst>
            </p:cNvPr>
            <p:cNvSpPr/>
            <p:nvPr/>
          </p:nvSpPr>
          <p:spPr>
            <a:xfrm>
              <a:off x="3804204" y="2465755"/>
              <a:ext cx="123810" cy="12382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D2699EF3-665A-5A47-5E06-BBA5B80A0676}"/>
                </a:ext>
              </a:extLst>
            </p:cNvPr>
            <p:cNvSpPr/>
            <p:nvPr/>
          </p:nvSpPr>
          <p:spPr>
            <a:xfrm>
              <a:off x="2940710" y="2222858"/>
              <a:ext cx="144444" cy="2635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2FDA4561-BDF8-0227-A0E1-D212AC34C60A}"/>
                </a:ext>
              </a:extLst>
            </p:cNvPr>
            <p:cNvSpPr/>
            <p:nvPr/>
          </p:nvSpPr>
          <p:spPr>
            <a:xfrm>
              <a:off x="2439121" y="2465755"/>
              <a:ext cx="125397" cy="12382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5BA3FD10-D866-3737-8A05-FB84989FA40F}"/>
                </a:ext>
              </a:extLst>
            </p:cNvPr>
            <p:cNvSpPr/>
            <p:nvPr/>
          </p:nvSpPr>
          <p:spPr>
            <a:xfrm>
              <a:off x="2599438" y="1514807"/>
              <a:ext cx="144445" cy="38260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D32F24DB-7018-7326-47D5-3C4DE170E142}"/>
                </a:ext>
              </a:extLst>
            </p:cNvPr>
            <p:cNvSpPr/>
            <p:nvPr/>
          </p:nvSpPr>
          <p:spPr>
            <a:xfrm>
              <a:off x="2256580" y="2456229"/>
              <a:ext cx="144445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7016D009-C9DE-8AB7-AF48-D86FF063A2AF}"/>
                </a:ext>
              </a:extLst>
            </p:cNvPr>
            <p:cNvSpPr/>
            <p:nvPr/>
          </p:nvSpPr>
          <p:spPr>
            <a:xfrm>
              <a:off x="2599438" y="1987899"/>
              <a:ext cx="144445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463E1ADE-A105-BAF1-6020-43605111752D}"/>
                </a:ext>
              </a:extLst>
            </p:cNvPr>
            <p:cNvSpPr/>
            <p:nvPr/>
          </p:nvSpPr>
          <p:spPr>
            <a:xfrm>
              <a:off x="5850240" y="2937259"/>
              <a:ext cx="123810" cy="24448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86DFFBD2-C0C8-B18F-B2DE-C1F0C0A83E21}"/>
                </a:ext>
              </a:extLst>
            </p:cNvPr>
            <p:cNvSpPr/>
            <p:nvPr/>
          </p:nvSpPr>
          <p:spPr>
            <a:xfrm>
              <a:off x="4815317" y="2810254"/>
              <a:ext cx="144445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966448F1-9E19-8EA2-4D0F-556131638850}"/>
                </a:ext>
              </a:extLst>
            </p:cNvPr>
            <p:cNvSpPr/>
            <p:nvPr/>
          </p:nvSpPr>
          <p:spPr>
            <a:xfrm>
              <a:off x="5496271" y="3164280"/>
              <a:ext cx="144444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C34EBD01-7099-2345-1B73-1F7307D996F0}"/>
                </a:ext>
              </a:extLst>
            </p:cNvPr>
            <p:cNvSpPr/>
            <p:nvPr/>
          </p:nvSpPr>
          <p:spPr>
            <a:xfrm>
              <a:off x="4815317" y="3048388"/>
              <a:ext cx="144445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1A4B831D-B3E9-F48C-85FB-8B11A669CE71}"/>
                </a:ext>
              </a:extLst>
            </p:cNvPr>
            <p:cNvSpPr/>
            <p:nvPr/>
          </p:nvSpPr>
          <p:spPr>
            <a:xfrm>
              <a:off x="4474047" y="2810254"/>
              <a:ext cx="144444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32C66F97-8AE9-8F3C-209D-614FA03AF71E}"/>
                </a:ext>
              </a:extLst>
            </p:cNvPr>
            <p:cNvSpPr/>
            <p:nvPr/>
          </p:nvSpPr>
          <p:spPr>
            <a:xfrm>
              <a:off x="4313728" y="2937259"/>
              <a:ext cx="125398" cy="24448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D083F628-BCBA-BD9D-65A6-B785677E6B70}"/>
                </a:ext>
              </a:extLst>
            </p:cNvPr>
            <p:cNvSpPr/>
            <p:nvPr/>
          </p:nvSpPr>
          <p:spPr>
            <a:xfrm>
              <a:off x="4986746" y="3870743"/>
              <a:ext cx="144445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A22B7E68-3CA5-DC44-DEFF-56F58DABDFD5}"/>
                </a:ext>
              </a:extLst>
            </p:cNvPr>
            <p:cNvSpPr/>
            <p:nvPr/>
          </p:nvSpPr>
          <p:spPr>
            <a:xfrm>
              <a:off x="5153413" y="3283346"/>
              <a:ext cx="146032" cy="2635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CEF495FA-E133-3778-8B62-091B83208BE0}"/>
                </a:ext>
              </a:extLst>
            </p:cNvPr>
            <p:cNvSpPr/>
            <p:nvPr/>
          </p:nvSpPr>
          <p:spPr>
            <a:xfrm>
              <a:off x="4302618" y="3164280"/>
              <a:ext cx="144444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9" name="object 69">
              <a:extLst>
                <a:ext uri="{FF2B5EF4-FFF2-40B4-BE49-F238E27FC236}">
                  <a16:creationId xmlns:a16="http://schemas.microsoft.com/office/drawing/2014/main" id="{A34EC863-4EA1-14D8-7D0E-0BE3F98EEF27}"/>
                </a:ext>
              </a:extLst>
            </p:cNvPr>
            <p:cNvSpPr/>
            <p:nvPr/>
          </p:nvSpPr>
          <p:spPr>
            <a:xfrm>
              <a:off x="4656586" y="3172217"/>
              <a:ext cx="123810" cy="24448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0" name="object 70">
              <a:extLst>
                <a:ext uri="{FF2B5EF4-FFF2-40B4-BE49-F238E27FC236}">
                  <a16:creationId xmlns:a16="http://schemas.microsoft.com/office/drawing/2014/main" id="{688186AE-418A-EEB4-88A4-F65D26CD04E3}"/>
                </a:ext>
              </a:extLst>
            </p:cNvPr>
            <p:cNvSpPr/>
            <p:nvPr/>
          </p:nvSpPr>
          <p:spPr>
            <a:xfrm>
              <a:off x="4815317" y="3516718"/>
              <a:ext cx="144445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2569B385-7739-9D28-159F-0F9F7ED5990D}"/>
                </a:ext>
              </a:extLst>
            </p:cNvPr>
            <p:cNvSpPr/>
            <p:nvPr/>
          </p:nvSpPr>
          <p:spPr>
            <a:xfrm>
              <a:off x="5678811" y="3761202"/>
              <a:ext cx="123810" cy="24289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2" name="object 72">
              <a:extLst>
                <a:ext uri="{FF2B5EF4-FFF2-40B4-BE49-F238E27FC236}">
                  <a16:creationId xmlns:a16="http://schemas.microsoft.com/office/drawing/2014/main" id="{17FF47F1-C9F9-5D1C-85E4-6AC945DB37EE}"/>
                </a:ext>
              </a:extLst>
            </p:cNvPr>
            <p:cNvSpPr/>
            <p:nvPr/>
          </p:nvSpPr>
          <p:spPr>
            <a:xfrm>
              <a:off x="4302618" y="2810254"/>
              <a:ext cx="144444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3" name="object 73">
              <a:extLst>
                <a:ext uri="{FF2B5EF4-FFF2-40B4-BE49-F238E27FC236}">
                  <a16:creationId xmlns:a16="http://schemas.microsoft.com/office/drawing/2014/main" id="{1B9451FD-DD40-220F-A0AB-DA073C93ABA1}"/>
                </a:ext>
              </a:extLst>
            </p:cNvPr>
            <p:cNvSpPr/>
            <p:nvPr/>
          </p:nvSpPr>
          <p:spPr>
            <a:xfrm>
              <a:off x="4643888" y="3751676"/>
              <a:ext cx="146032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4" name="object 74">
              <a:extLst>
                <a:ext uri="{FF2B5EF4-FFF2-40B4-BE49-F238E27FC236}">
                  <a16:creationId xmlns:a16="http://schemas.microsoft.com/office/drawing/2014/main" id="{03FC50FF-412A-C24B-E3B6-6BF4E9CF47AD}"/>
                </a:ext>
              </a:extLst>
            </p:cNvPr>
            <p:cNvSpPr/>
            <p:nvPr/>
          </p:nvSpPr>
          <p:spPr>
            <a:xfrm>
              <a:off x="4986746" y="3283346"/>
              <a:ext cx="144445" cy="2635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5" name="object 75">
              <a:extLst>
                <a:ext uri="{FF2B5EF4-FFF2-40B4-BE49-F238E27FC236}">
                  <a16:creationId xmlns:a16="http://schemas.microsoft.com/office/drawing/2014/main" id="{D613B5B3-1698-6EF0-E52E-C3F5DB35609B}"/>
                </a:ext>
              </a:extLst>
            </p:cNvPr>
            <p:cNvSpPr/>
            <p:nvPr/>
          </p:nvSpPr>
          <p:spPr>
            <a:xfrm>
              <a:off x="5837541" y="3164280"/>
              <a:ext cx="146032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6" name="object 76">
              <a:extLst>
                <a:ext uri="{FF2B5EF4-FFF2-40B4-BE49-F238E27FC236}">
                  <a16:creationId xmlns:a16="http://schemas.microsoft.com/office/drawing/2014/main" id="{6809B67B-CF0C-1FE6-FDF4-BE4024D7DC25}"/>
                </a:ext>
              </a:extLst>
            </p:cNvPr>
            <p:cNvSpPr/>
            <p:nvPr/>
          </p:nvSpPr>
          <p:spPr>
            <a:xfrm>
              <a:off x="4313728" y="3761202"/>
              <a:ext cx="125398" cy="24289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7" name="object 77">
              <a:extLst>
                <a:ext uri="{FF2B5EF4-FFF2-40B4-BE49-F238E27FC236}">
                  <a16:creationId xmlns:a16="http://schemas.microsoft.com/office/drawing/2014/main" id="{37C73DDA-D530-A41E-C57F-B9E2195026B2}"/>
                </a:ext>
              </a:extLst>
            </p:cNvPr>
            <p:cNvSpPr/>
            <p:nvPr/>
          </p:nvSpPr>
          <p:spPr>
            <a:xfrm>
              <a:off x="4474047" y="3048388"/>
              <a:ext cx="144444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8" name="object 78">
              <a:extLst>
                <a:ext uri="{FF2B5EF4-FFF2-40B4-BE49-F238E27FC236}">
                  <a16:creationId xmlns:a16="http://schemas.microsoft.com/office/drawing/2014/main" id="{6857279E-3B6E-B239-C77A-13CA0E688CCE}"/>
                </a:ext>
              </a:extLst>
            </p:cNvPr>
            <p:cNvSpPr/>
            <p:nvPr/>
          </p:nvSpPr>
          <p:spPr>
            <a:xfrm>
              <a:off x="4643888" y="3048388"/>
              <a:ext cx="146032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9" name="object 79">
              <a:extLst>
                <a:ext uri="{FF2B5EF4-FFF2-40B4-BE49-F238E27FC236}">
                  <a16:creationId xmlns:a16="http://schemas.microsoft.com/office/drawing/2014/main" id="{FF112402-35AE-9161-9C1B-34F93864FAE9}"/>
                </a:ext>
              </a:extLst>
            </p:cNvPr>
            <p:cNvSpPr/>
            <p:nvPr/>
          </p:nvSpPr>
          <p:spPr>
            <a:xfrm>
              <a:off x="5496271" y="2810254"/>
              <a:ext cx="144444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0" name="object 80">
              <a:extLst>
                <a:ext uri="{FF2B5EF4-FFF2-40B4-BE49-F238E27FC236}">
                  <a16:creationId xmlns:a16="http://schemas.microsoft.com/office/drawing/2014/main" id="{6253E35B-20EA-6345-141E-D8ACD8AB61B3}"/>
                </a:ext>
              </a:extLst>
            </p:cNvPr>
            <p:cNvSpPr/>
            <p:nvPr/>
          </p:nvSpPr>
          <p:spPr>
            <a:xfrm>
              <a:off x="4986746" y="3635784"/>
              <a:ext cx="144445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1" name="object 81">
              <a:extLst>
                <a:ext uri="{FF2B5EF4-FFF2-40B4-BE49-F238E27FC236}">
                  <a16:creationId xmlns:a16="http://schemas.microsoft.com/office/drawing/2014/main" id="{A6CCF588-97BF-866A-0D01-98952691715D}"/>
                </a:ext>
              </a:extLst>
            </p:cNvPr>
            <p:cNvSpPr/>
            <p:nvPr/>
          </p:nvSpPr>
          <p:spPr>
            <a:xfrm>
              <a:off x="5678811" y="2937259"/>
              <a:ext cx="123810" cy="24448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2" name="object 82">
              <a:extLst>
                <a:ext uri="{FF2B5EF4-FFF2-40B4-BE49-F238E27FC236}">
                  <a16:creationId xmlns:a16="http://schemas.microsoft.com/office/drawing/2014/main" id="{48DCB4C6-A5E6-5DE1-F3B7-FE1FE7CE4EC6}"/>
                </a:ext>
              </a:extLst>
            </p:cNvPr>
            <p:cNvSpPr/>
            <p:nvPr/>
          </p:nvSpPr>
          <p:spPr>
            <a:xfrm>
              <a:off x="4302618" y="3751676"/>
              <a:ext cx="144444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3" name="object 83">
              <a:extLst>
                <a:ext uri="{FF2B5EF4-FFF2-40B4-BE49-F238E27FC236}">
                  <a16:creationId xmlns:a16="http://schemas.microsoft.com/office/drawing/2014/main" id="{0E6122C6-F73F-846E-88B0-5F1B6124C26E}"/>
                </a:ext>
              </a:extLst>
            </p:cNvPr>
            <p:cNvSpPr/>
            <p:nvPr/>
          </p:nvSpPr>
          <p:spPr>
            <a:xfrm>
              <a:off x="5507382" y="3761202"/>
              <a:ext cx="125398" cy="12382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4" name="object 84">
              <a:extLst>
                <a:ext uri="{FF2B5EF4-FFF2-40B4-BE49-F238E27FC236}">
                  <a16:creationId xmlns:a16="http://schemas.microsoft.com/office/drawing/2014/main" id="{7B3399D9-C03A-2727-A13A-57AA0CB33272}"/>
                </a:ext>
              </a:extLst>
            </p:cNvPr>
            <p:cNvSpPr/>
            <p:nvPr/>
          </p:nvSpPr>
          <p:spPr>
            <a:xfrm>
              <a:off x="4474047" y="3283346"/>
              <a:ext cx="144444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5" name="object 85">
              <a:extLst>
                <a:ext uri="{FF2B5EF4-FFF2-40B4-BE49-F238E27FC236}">
                  <a16:creationId xmlns:a16="http://schemas.microsoft.com/office/drawing/2014/main" id="{94AD813B-79E0-EF10-B5BF-211B8E079E06}"/>
                </a:ext>
              </a:extLst>
            </p:cNvPr>
            <p:cNvSpPr/>
            <p:nvPr/>
          </p:nvSpPr>
          <p:spPr>
            <a:xfrm>
              <a:off x="4815317" y="3164280"/>
              <a:ext cx="144445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6" name="object 86">
              <a:extLst>
                <a:ext uri="{FF2B5EF4-FFF2-40B4-BE49-F238E27FC236}">
                  <a16:creationId xmlns:a16="http://schemas.microsoft.com/office/drawing/2014/main" id="{0CEE057D-68B8-1498-F359-8C5B5180F035}"/>
                </a:ext>
              </a:extLst>
            </p:cNvPr>
            <p:cNvSpPr/>
            <p:nvPr/>
          </p:nvSpPr>
          <p:spPr>
            <a:xfrm>
              <a:off x="4474047" y="3870743"/>
              <a:ext cx="144444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7" name="object 87">
              <a:extLst>
                <a:ext uri="{FF2B5EF4-FFF2-40B4-BE49-F238E27FC236}">
                  <a16:creationId xmlns:a16="http://schemas.microsoft.com/office/drawing/2014/main" id="{049F9756-640B-1C19-7921-A52A2F0B00AB}"/>
                </a:ext>
              </a:extLst>
            </p:cNvPr>
            <p:cNvSpPr/>
            <p:nvPr/>
          </p:nvSpPr>
          <p:spPr>
            <a:xfrm>
              <a:off x="5335953" y="3172217"/>
              <a:ext cx="125398" cy="24448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975432A9-2CFF-FF97-BE3D-68B984C86764}"/>
                </a:ext>
              </a:extLst>
            </p:cNvPr>
            <p:cNvSpPr/>
            <p:nvPr/>
          </p:nvSpPr>
          <p:spPr>
            <a:xfrm>
              <a:off x="4643888" y="3516718"/>
              <a:ext cx="146032" cy="2635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555B1E6B-E3A9-4286-13A5-6B258C8E3544}"/>
                </a:ext>
              </a:extLst>
            </p:cNvPr>
            <p:cNvSpPr/>
            <p:nvPr/>
          </p:nvSpPr>
          <p:spPr>
            <a:xfrm>
              <a:off x="4643888" y="3283346"/>
              <a:ext cx="146032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41333D2B-80A8-BD22-19B7-3C15B1F3F55A}"/>
                </a:ext>
              </a:extLst>
            </p:cNvPr>
            <p:cNvSpPr/>
            <p:nvPr/>
          </p:nvSpPr>
          <p:spPr>
            <a:xfrm>
              <a:off x="5667700" y="3516718"/>
              <a:ext cx="144444" cy="2635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1" name="object 91">
              <a:extLst>
                <a:ext uri="{FF2B5EF4-FFF2-40B4-BE49-F238E27FC236}">
                  <a16:creationId xmlns:a16="http://schemas.microsoft.com/office/drawing/2014/main" id="{91A09C37-64FC-465E-D511-3B28B1610BCE}"/>
                </a:ext>
              </a:extLst>
            </p:cNvPr>
            <p:cNvSpPr/>
            <p:nvPr/>
          </p:nvSpPr>
          <p:spPr>
            <a:xfrm>
              <a:off x="4643888" y="2810254"/>
              <a:ext cx="146032" cy="14446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2" name="object 92">
              <a:extLst>
                <a:ext uri="{FF2B5EF4-FFF2-40B4-BE49-F238E27FC236}">
                  <a16:creationId xmlns:a16="http://schemas.microsoft.com/office/drawing/2014/main" id="{796AE99E-F722-7BB0-32EF-06E61451E530}"/>
                </a:ext>
              </a:extLst>
            </p:cNvPr>
            <p:cNvSpPr/>
            <p:nvPr/>
          </p:nvSpPr>
          <p:spPr>
            <a:xfrm>
              <a:off x="4302618" y="3048388"/>
              <a:ext cx="144444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3" name="object 93">
              <a:extLst>
                <a:ext uri="{FF2B5EF4-FFF2-40B4-BE49-F238E27FC236}">
                  <a16:creationId xmlns:a16="http://schemas.microsoft.com/office/drawing/2014/main" id="{C343326B-4497-5C08-3B40-0C8BC338014B}"/>
                </a:ext>
              </a:extLst>
            </p:cNvPr>
            <p:cNvSpPr/>
            <p:nvPr/>
          </p:nvSpPr>
          <p:spPr>
            <a:xfrm>
              <a:off x="4997857" y="3056326"/>
              <a:ext cx="123810" cy="12541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4" name="object 94">
              <a:extLst>
                <a:ext uri="{FF2B5EF4-FFF2-40B4-BE49-F238E27FC236}">
                  <a16:creationId xmlns:a16="http://schemas.microsoft.com/office/drawing/2014/main" id="{4A9ABCB3-6994-1ABE-B28C-F4CB8FD3EB26}"/>
                </a:ext>
              </a:extLst>
            </p:cNvPr>
            <p:cNvSpPr/>
            <p:nvPr/>
          </p:nvSpPr>
          <p:spPr>
            <a:xfrm>
              <a:off x="5335953" y="3526243"/>
              <a:ext cx="125398" cy="12382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5" name="object 95">
              <a:extLst>
                <a:ext uri="{FF2B5EF4-FFF2-40B4-BE49-F238E27FC236}">
                  <a16:creationId xmlns:a16="http://schemas.microsoft.com/office/drawing/2014/main" id="{7D76B4D7-2B47-94C2-F0BA-66DB37A6BF41}"/>
                </a:ext>
              </a:extLst>
            </p:cNvPr>
            <p:cNvSpPr/>
            <p:nvPr/>
          </p:nvSpPr>
          <p:spPr>
            <a:xfrm>
              <a:off x="5335953" y="3761202"/>
              <a:ext cx="125398" cy="24289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6" name="object 96">
              <a:extLst>
                <a:ext uri="{FF2B5EF4-FFF2-40B4-BE49-F238E27FC236}">
                  <a16:creationId xmlns:a16="http://schemas.microsoft.com/office/drawing/2014/main" id="{AC613D93-1E5B-ADB3-8E62-5BB910EC818B}"/>
                </a:ext>
              </a:extLst>
            </p:cNvPr>
            <p:cNvSpPr/>
            <p:nvPr/>
          </p:nvSpPr>
          <p:spPr>
            <a:xfrm>
              <a:off x="2453406" y="1644987"/>
              <a:ext cx="90477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7" name="object 97">
              <a:extLst>
                <a:ext uri="{FF2B5EF4-FFF2-40B4-BE49-F238E27FC236}">
                  <a16:creationId xmlns:a16="http://schemas.microsoft.com/office/drawing/2014/main" id="{6E52C60F-ECD8-9646-1C10-39E8FFF21C36}"/>
                </a:ext>
              </a:extLst>
            </p:cNvPr>
            <p:cNvSpPr/>
            <p:nvPr/>
          </p:nvSpPr>
          <p:spPr>
            <a:xfrm>
              <a:off x="2283565" y="1527508"/>
              <a:ext cx="88889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8" name="object 98">
              <a:extLst>
                <a:ext uri="{FF2B5EF4-FFF2-40B4-BE49-F238E27FC236}">
                  <a16:creationId xmlns:a16="http://schemas.microsoft.com/office/drawing/2014/main" id="{D2EB8327-BCC8-44B2-1FFF-F4A9FF28FBC5}"/>
                </a:ext>
              </a:extLst>
            </p:cNvPr>
            <p:cNvSpPr/>
            <p:nvPr/>
          </p:nvSpPr>
          <p:spPr>
            <a:xfrm>
              <a:off x="3647060" y="2233971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9" name="object 99">
              <a:extLst>
                <a:ext uri="{FF2B5EF4-FFF2-40B4-BE49-F238E27FC236}">
                  <a16:creationId xmlns:a16="http://schemas.microsoft.com/office/drawing/2014/main" id="{5373EE6E-369F-C1D5-73D8-F5A37B9787B7}"/>
                </a:ext>
              </a:extLst>
            </p:cNvPr>
            <p:cNvSpPr/>
            <p:nvPr/>
          </p:nvSpPr>
          <p:spPr>
            <a:xfrm>
              <a:off x="3305790" y="2114904"/>
              <a:ext cx="90476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0" name="object 100">
              <a:extLst>
                <a:ext uri="{FF2B5EF4-FFF2-40B4-BE49-F238E27FC236}">
                  <a16:creationId xmlns:a16="http://schemas.microsoft.com/office/drawing/2014/main" id="{32D3A186-C8ED-1F6C-431B-DC1F1099D0E0}"/>
                </a:ext>
              </a:extLst>
            </p:cNvPr>
            <p:cNvSpPr/>
            <p:nvPr/>
          </p:nvSpPr>
          <p:spPr>
            <a:xfrm>
              <a:off x="3647060" y="1411616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1" name="object 101">
              <a:extLst>
                <a:ext uri="{FF2B5EF4-FFF2-40B4-BE49-F238E27FC236}">
                  <a16:creationId xmlns:a16="http://schemas.microsoft.com/office/drawing/2014/main" id="{818294C9-9F36-FB9D-3D22-7F1FD0C00C40}"/>
                </a:ext>
              </a:extLst>
            </p:cNvPr>
            <p:cNvSpPr/>
            <p:nvPr/>
          </p:nvSpPr>
          <p:spPr>
            <a:xfrm>
              <a:off x="3647060" y="2114904"/>
              <a:ext cx="90477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2" name="object 102">
              <a:extLst>
                <a:ext uri="{FF2B5EF4-FFF2-40B4-BE49-F238E27FC236}">
                  <a16:creationId xmlns:a16="http://schemas.microsoft.com/office/drawing/2014/main" id="{5E10FF6D-2BBB-8FF0-9384-BF6CEE86014C}"/>
                </a:ext>
              </a:extLst>
            </p:cNvPr>
            <p:cNvSpPr/>
            <p:nvPr/>
          </p:nvSpPr>
          <p:spPr>
            <a:xfrm>
              <a:off x="2796264" y="1764054"/>
              <a:ext cx="88889" cy="9049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3" name="object 103">
              <a:extLst>
                <a:ext uri="{FF2B5EF4-FFF2-40B4-BE49-F238E27FC236}">
                  <a16:creationId xmlns:a16="http://schemas.microsoft.com/office/drawing/2014/main" id="{BE0503C2-9938-CCC8-2C5C-DAAF0FB587E6}"/>
                </a:ext>
              </a:extLst>
            </p:cNvPr>
            <p:cNvSpPr/>
            <p:nvPr/>
          </p:nvSpPr>
          <p:spPr>
            <a:xfrm>
              <a:off x="2966106" y="1879945"/>
              <a:ext cx="90476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4" name="object 104">
              <a:extLst>
                <a:ext uri="{FF2B5EF4-FFF2-40B4-BE49-F238E27FC236}">
                  <a16:creationId xmlns:a16="http://schemas.microsoft.com/office/drawing/2014/main" id="{5262D310-9B40-5381-4A82-15169A99BF7E}"/>
                </a:ext>
              </a:extLst>
            </p:cNvPr>
            <p:cNvSpPr/>
            <p:nvPr/>
          </p:nvSpPr>
          <p:spPr>
            <a:xfrm>
              <a:off x="2966106" y="1644987"/>
              <a:ext cx="90476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5" name="object 105">
              <a:extLst>
                <a:ext uri="{FF2B5EF4-FFF2-40B4-BE49-F238E27FC236}">
                  <a16:creationId xmlns:a16="http://schemas.microsoft.com/office/drawing/2014/main" id="{A4DC59D9-C370-F043-6066-99E37ACF9155}"/>
                </a:ext>
              </a:extLst>
            </p:cNvPr>
            <p:cNvSpPr/>
            <p:nvPr/>
          </p:nvSpPr>
          <p:spPr>
            <a:xfrm>
              <a:off x="2796264" y="1999013"/>
              <a:ext cx="88889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6" name="object 106">
              <a:extLst>
                <a:ext uri="{FF2B5EF4-FFF2-40B4-BE49-F238E27FC236}">
                  <a16:creationId xmlns:a16="http://schemas.microsoft.com/office/drawing/2014/main" id="{1D9575E3-BAF8-DE8F-FF8F-622E27E56FC1}"/>
                </a:ext>
              </a:extLst>
            </p:cNvPr>
            <p:cNvSpPr/>
            <p:nvPr/>
          </p:nvSpPr>
          <p:spPr>
            <a:xfrm>
              <a:off x="3647060" y="2468930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7" name="object 107">
              <a:extLst>
                <a:ext uri="{FF2B5EF4-FFF2-40B4-BE49-F238E27FC236}">
                  <a16:creationId xmlns:a16="http://schemas.microsoft.com/office/drawing/2014/main" id="{6810ECF2-4C61-DB06-1806-FDE685320AAE}"/>
                </a:ext>
              </a:extLst>
            </p:cNvPr>
            <p:cNvSpPr/>
            <p:nvPr/>
          </p:nvSpPr>
          <p:spPr>
            <a:xfrm>
              <a:off x="3477219" y="1764054"/>
              <a:ext cx="88889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8" name="object 108">
              <a:extLst>
                <a:ext uri="{FF2B5EF4-FFF2-40B4-BE49-F238E27FC236}">
                  <a16:creationId xmlns:a16="http://schemas.microsoft.com/office/drawing/2014/main" id="{C8FA847B-9456-D79A-E695-7CEF200BF838}"/>
                </a:ext>
              </a:extLst>
            </p:cNvPr>
            <p:cNvSpPr/>
            <p:nvPr/>
          </p:nvSpPr>
          <p:spPr>
            <a:xfrm>
              <a:off x="2453406" y="1411616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9" name="object 109">
              <a:extLst>
                <a:ext uri="{FF2B5EF4-FFF2-40B4-BE49-F238E27FC236}">
                  <a16:creationId xmlns:a16="http://schemas.microsoft.com/office/drawing/2014/main" id="{99527C1D-5A52-C78E-0A5B-48647323F88E}"/>
                </a:ext>
              </a:extLst>
            </p:cNvPr>
            <p:cNvSpPr/>
            <p:nvPr/>
          </p:nvSpPr>
          <p:spPr>
            <a:xfrm>
              <a:off x="3477219" y="2114904"/>
              <a:ext cx="88889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0" name="object 110">
              <a:extLst>
                <a:ext uri="{FF2B5EF4-FFF2-40B4-BE49-F238E27FC236}">
                  <a16:creationId xmlns:a16="http://schemas.microsoft.com/office/drawing/2014/main" id="{6CAA684E-23F2-243B-A6B4-A7B4AE226510}"/>
                </a:ext>
              </a:extLst>
            </p:cNvPr>
            <p:cNvSpPr/>
            <p:nvPr/>
          </p:nvSpPr>
          <p:spPr>
            <a:xfrm>
              <a:off x="3305790" y="2233971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1" name="object 111">
              <a:extLst>
                <a:ext uri="{FF2B5EF4-FFF2-40B4-BE49-F238E27FC236}">
                  <a16:creationId xmlns:a16="http://schemas.microsoft.com/office/drawing/2014/main" id="{3FCB39D6-D2C8-D578-31F5-39FF452D9C43}"/>
                </a:ext>
              </a:extLst>
            </p:cNvPr>
            <p:cNvSpPr/>
            <p:nvPr/>
          </p:nvSpPr>
          <p:spPr>
            <a:xfrm>
              <a:off x="3477219" y="2468930"/>
              <a:ext cx="88889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2" name="object 112">
              <a:extLst>
                <a:ext uri="{FF2B5EF4-FFF2-40B4-BE49-F238E27FC236}">
                  <a16:creationId xmlns:a16="http://schemas.microsoft.com/office/drawing/2014/main" id="{92E07E8D-0299-C8DA-DD47-5A363F625A08}"/>
                </a:ext>
              </a:extLst>
            </p:cNvPr>
            <p:cNvSpPr/>
            <p:nvPr/>
          </p:nvSpPr>
          <p:spPr>
            <a:xfrm>
              <a:off x="3305790" y="2468930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3" name="object 113">
              <a:extLst>
                <a:ext uri="{FF2B5EF4-FFF2-40B4-BE49-F238E27FC236}">
                  <a16:creationId xmlns:a16="http://schemas.microsoft.com/office/drawing/2014/main" id="{674ACF09-472D-602D-0F24-F846B99F173D}"/>
                </a:ext>
              </a:extLst>
            </p:cNvPr>
            <p:cNvSpPr/>
            <p:nvPr/>
          </p:nvSpPr>
          <p:spPr>
            <a:xfrm>
              <a:off x="2453406" y="1527508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4" name="object 114">
              <a:extLst>
                <a:ext uri="{FF2B5EF4-FFF2-40B4-BE49-F238E27FC236}">
                  <a16:creationId xmlns:a16="http://schemas.microsoft.com/office/drawing/2014/main" id="{20FAAB91-F431-29F5-5EE1-525D8468A745}"/>
                </a:ext>
              </a:extLst>
            </p:cNvPr>
            <p:cNvSpPr/>
            <p:nvPr/>
          </p:nvSpPr>
          <p:spPr>
            <a:xfrm>
              <a:off x="3477219" y="1411616"/>
              <a:ext cx="88889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5" name="object 115">
              <a:extLst>
                <a:ext uri="{FF2B5EF4-FFF2-40B4-BE49-F238E27FC236}">
                  <a16:creationId xmlns:a16="http://schemas.microsoft.com/office/drawing/2014/main" id="{690DF110-5BA4-7925-7266-712094724794}"/>
                </a:ext>
              </a:extLst>
            </p:cNvPr>
            <p:cNvSpPr/>
            <p:nvPr/>
          </p:nvSpPr>
          <p:spPr>
            <a:xfrm>
              <a:off x="3137535" y="2114904"/>
              <a:ext cx="90476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6" name="object 116">
              <a:extLst>
                <a:ext uri="{FF2B5EF4-FFF2-40B4-BE49-F238E27FC236}">
                  <a16:creationId xmlns:a16="http://schemas.microsoft.com/office/drawing/2014/main" id="{1E793506-7A2B-0A81-9303-09CACA24ACCA}"/>
                </a:ext>
              </a:extLst>
            </p:cNvPr>
            <p:cNvSpPr/>
            <p:nvPr/>
          </p:nvSpPr>
          <p:spPr>
            <a:xfrm>
              <a:off x="3305790" y="1999013"/>
              <a:ext cx="90476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7" name="object 117">
              <a:extLst>
                <a:ext uri="{FF2B5EF4-FFF2-40B4-BE49-F238E27FC236}">
                  <a16:creationId xmlns:a16="http://schemas.microsoft.com/office/drawing/2014/main" id="{33DF4F51-E0DD-8ABA-8D91-099558E4DDF5}"/>
                </a:ext>
              </a:extLst>
            </p:cNvPr>
            <p:cNvSpPr/>
            <p:nvPr/>
          </p:nvSpPr>
          <p:spPr>
            <a:xfrm>
              <a:off x="2966106" y="1764054"/>
              <a:ext cx="90476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8" name="object 118">
              <a:extLst>
                <a:ext uri="{FF2B5EF4-FFF2-40B4-BE49-F238E27FC236}">
                  <a16:creationId xmlns:a16="http://schemas.microsoft.com/office/drawing/2014/main" id="{B82DA2F3-67CE-F26E-D0E2-F0EC42DF6CF4}"/>
                </a:ext>
              </a:extLst>
            </p:cNvPr>
            <p:cNvSpPr/>
            <p:nvPr/>
          </p:nvSpPr>
          <p:spPr>
            <a:xfrm>
              <a:off x="2453406" y="1999013"/>
              <a:ext cx="90477" cy="9049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9" name="object 119">
              <a:extLst>
                <a:ext uri="{FF2B5EF4-FFF2-40B4-BE49-F238E27FC236}">
                  <a16:creationId xmlns:a16="http://schemas.microsoft.com/office/drawing/2014/main" id="{5FDC4D83-9837-A9C3-5D0D-6B011D01A0AF}"/>
                </a:ext>
              </a:extLst>
            </p:cNvPr>
            <p:cNvSpPr/>
            <p:nvPr/>
          </p:nvSpPr>
          <p:spPr>
            <a:xfrm>
              <a:off x="2283565" y="1644987"/>
              <a:ext cx="88889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0" name="object 120">
              <a:extLst>
                <a:ext uri="{FF2B5EF4-FFF2-40B4-BE49-F238E27FC236}">
                  <a16:creationId xmlns:a16="http://schemas.microsoft.com/office/drawing/2014/main" id="{6CD345DB-05BC-9E07-571F-BC96378DE56D}"/>
                </a:ext>
              </a:extLst>
            </p:cNvPr>
            <p:cNvSpPr/>
            <p:nvPr/>
          </p:nvSpPr>
          <p:spPr>
            <a:xfrm>
              <a:off x="3137535" y="1527508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1" name="object 121">
              <a:extLst>
                <a:ext uri="{FF2B5EF4-FFF2-40B4-BE49-F238E27FC236}">
                  <a16:creationId xmlns:a16="http://schemas.microsoft.com/office/drawing/2014/main" id="{679C1AB6-0734-3241-FB27-AF8905FBED52}"/>
                </a:ext>
              </a:extLst>
            </p:cNvPr>
            <p:cNvSpPr/>
            <p:nvPr/>
          </p:nvSpPr>
          <p:spPr>
            <a:xfrm>
              <a:off x="2624835" y="1879945"/>
              <a:ext cx="90477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2" name="object 122">
              <a:extLst>
                <a:ext uri="{FF2B5EF4-FFF2-40B4-BE49-F238E27FC236}">
                  <a16:creationId xmlns:a16="http://schemas.microsoft.com/office/drawing/2014/main" id="{B5995511-C2A7-34F2-A795-9E316A2ABF5B}"/>
                </a:ext>
              </a:extLst>
            </p:cNvPr>
            <p:cNvSpPr/>
            <p:nvPr/>
          </p:nvSpPr>
          <p:spPr>
            <a:xfrm>
              <a:off x="2966106" y="2353038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3" name="object 123">
              <a:extLst>
                <a:ext uri="{FF2B5EF4-FFF2-40B4-BE49-F238E27FC236}">
                  <a16:creationId xmlns:a16="http://schemas.microsoft.com/office/drawing/2014/main" id="{5EC5CFAA-F87B-EF36-5565-0F0CBBAB1DB8}"/>
                </a:ext>
              </a:extLst>
            </p:cNvPr>
            <p:cNvSpPr/>
            <p:nvPr/>
          </p:nvSpPr>
          <p:spPr>
            <a:xfrm>
              <a:off x="3818489" y="1411616"/>
              <a:ext cx="90477" cy="8890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4" name="object 124">
              <a:extLst>
                <a:ext uri="{FF2B5EF4-FFF2-40B4-BE49-F238E27FC236}">
                  <a16:creationId xmlns:a16="http://schemas.microsoft.com/office/drawing/2014/main" id="{F109DACB-3E0E-81D9-3E9E-98CDBD1E9937}"/>
                </a:ext>
              </a:extLst>
            </p:cNvPr>
            <p:cNvSpPr/>
            <p:nvPr/>
          </p:nvSpPr>
          <p:spPr>
            <a:xfrm>
              <a:off x="2796264" y="2233971"/>
              <a:ext cx="88889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5" name="object 125">
              <a:extLst>
                <a:ext uri="{FF2B5EF4-FFF2-40B4-BE49-F238E27FC236}">
                  <a16:creationId xmlns:a16="http://schemas.microsoft.com/office/drawing/2014/main" id="{544CB828-0CB7-0025-FB7C-90DD9DA73205}"/>
                </a:ext>
              </a:extLst>
            </p:cNvPr>
            <p:cNvSpPr/>
            <p:nvPr/>
          </p:nvSpPr>
          <p:spPr>
            <a:xfrm>
              <a:off x="3477219" y="1999013"/>
              <a:ext cx="88889" cy="9049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6" name="object 126">
              <a:extLst>
                <a:ext uri="{FF2B5EF4-FFF2-40B4-BE49-F238E27FC236}">
                  <a16:creationId xmlns:a16="http://schemas.microsoft.com/office/drawing/2014/main" id="{EA4132DF-86D1-D3D5-745A-B8E5E9A8A61C}"/>
                </a:ext>
              </a:extLst>
            </p:cNvPr>
            <p:cNvSpPr/>
            <p:nvPr/>
          </p:nvSpPr>
          <p:spPr>
            <a:xfrm>
              <a:off x="2283565" y="2114904"/>
              <a:ext cx="88889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7" name="object 127">
              <a:extLst>
                <a:ext uri="{FF2B5EF4-FFF2-40B4-BE49-F238E27FC236}">
                  <a16:creationId xmlns:a16="http://schemas.microsoft.com/office/drawing/2014/main" id="{4144CD9C-A646-9850-D813-D11B7BE7AA6A}"/>
                </a:ext>
              </a:extLst>
            </p:cNvPr>
            <p:cNvSpPr/>
            <p:nvPr/>
          </p:nvSpPr>
          <p:spPr>
            <a:xfrm>
              <a:off x="2453406" y="1879945"/>
              <a:ext cx="90477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8" name="object 128">
              <a:extLst>
                <a:ext uri="{FF2B5EF4-FFF2-40B4-BE49-F238E27FC236}">
                  <a16:creationId xmlns:a16="http://schemas.microsoft.com/office/drawing/2014/main" id="{83EFE0A7-4BFE-1252-24A4-A19469205A2B}"/>
                </a:ext>
              </a:extLst>
            </p:cNvPr>
            <p:cNvSpPr/>
            <p:nvPr/>
          </p:nvSpPr>
          <p:spPr>
            <a:xfrm>
              <a:off x="3477219" y="1644987"/>
              <a:ext cx="88889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9" name="object 129">
              <a:extLst>
                <a:ext uri="{FF2B5EF4-FFF2-40B4-BE49-F238E27FC236}">
                  <a16:creationId xmlns:a16="http://schemas.microsoft.com/office/drawing/2014/main" id="{17C06D3D-FCD3-2019-FFBE-AFBCDF552A74}"/>
                </a:ext>
              </a:extLst>
            </p:cNvPr>
            <p:cNvSpPr/>
            <p:nvPr/>
          </p:nvSpPr>
          <p:spPr>
            <a:xfrm>
              <a:off x="3137535" y="1879945"/>
              <a:ext cx="90476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0" name="object 130">
              <a:extLst>
                <a:ext uri="{FF2B5EF4-FFF2-40B4-BE49-F238E27FC236}">
                  <a16:creationId xmlns:a16="http://schemas.microsoft.com/office/drawing/2014/main" id="{6A6549C5-3F54-FDD6-29F6-F5FD2B75EB5E}"/>
                </a:ext>
              </a:extLst>
            </p:cNvPr>
            <p:cNvSpPr/>
            <p:nvPr/>
          </p:nvSpPr>
          <p:spPr>
            <a:xfrm>
              <a:off x="3137535" y="2353038"/>
              <a:ext cx="90476" cy="8890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1" name="object 131">
              <a:extLst>
                <a:ext uri="{FF2B5EF4-FFF2-40B4-BE49-F238E27FC236}">
                  <a16:creationId xmlns:a16="http://schemas.microsoft.com/office/drawing/2014/main" id="{B9AAD378-BA4A-83A8-DF84-01B9A7AE580C}"/>
                </a:ext>
              </a:extLst>
            </p:cNvPr>
            <p:cNvSpPr/>
            <p:nvPr/>
          </p:nvSpPr>
          <p:spPr>
            <a:xfrm>
              <a:off x="2624835" y="1644987"/>
              <a:ext cx="90477" cy="9049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2" name="object 132">
              <a:extLst>
                <a:ext uri="{FF2B5EF4-FFF2-40B4-BE49-F238E27FC236}">
                  <a16:creationId xmlns:a16="http://schemas.microsoft.com/office/drawing/2014/main" id="{52A9D86B-81B2-A651-D3AE-1A579707A308}"/>
                </a:ext>
              </a:extLst>
            </p:cNvPr>
            <p:cNvSpPr/>
            <p:nvPr/>
          </p:nvSpPr>
          <p:spPr>
            <a:xfrm>
              <a:off x="3305790" y="1527508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3" name="object 133">
              <a:extLst>
                <a:ext uri="{FF2B5EF4-FFF2-40B4-BE49-F238E27FC236}">
                  <a16:creationId xmlns:a16="http://schemas.microsoft.com/office/drawing/2014/main" id="{F82DA0BB-C7BC-8573-DE2A-0CFE517E3FC2}"/>
                </a:ext>
              </a:extLst>
            </p:cNvPr>
            <p:cNvSpPr/>
            <p:nvPr/>
          </p:nvSpPr>
          <p:spPr>
            <a:xfrm>
              <a:off x="2624835" y="2233971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4" name="object 134">
              <a:extLst>
                <a:ext uri="{FF2B5EF4-FFF2-40B4-BE49-F238E27FC236}">
                  <a16:creationId xmlns:a16="http://schemas.microsoft.com/office/drawing/2014/main" id="{A3F4C7C6-8A0B-D1BB-07ED-92E5BC12BEB6}"/>
                </a:ext>
              </a:extLst>
            </p:cNvPr>
            <p:cNvSpPr/>
            <p:nvPr/>
          </p:nvSpPr>
          <p:spPr>
            <a:xfrm>
              <a:off x="2624835" y="1764054"/>
              <a:ext cx="90477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5" name="object 135">
              <a:extLst>
                <a:ext uri="{FF2B5EF4-FFF2-40B4-BE49-F238E27FC236}">
                  <a16:creationId xmlns:a16="http://schemas.microsoft.com/office/drawing/2014/main" id="{18AAC7B0-310D-91BD-23BE-25901F23EE7A}"/>
                </a:ext>
              </a:extLst>
            </p:cNvPr>
            <p:cNvSpPr/>
            <p:nvPr/>
          </p:nvSpPr>
          <p:spPr>
            <a:xfrm>
              <a:off x="2624835" y="1411616"/>
              <a:ext cx="90477" cy="8890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6" name="object 136">
              <a:extLst>
                <a:ext uri="{FF2B5EF4-FFF2-40B4-BE49-F238E27FC236}">
                  <a16:creationId xmlns:a16="http://schemas.microsoft.com/office/drawing/2014/main" id="{6460DEB8-056B-96FE-D4A0-6384458C96B6}"/>
                </a:ext>
              </a:extLst>
            </p:cNvPr>
            <p:cNvSpPr/>
            <p:nvPr/>
          </p:nvSpPr>
          <p:spPr>
            <a:xfrm>
              <a:off x="3305790" y="2353038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7" name="object 137">
              <a:extLst>
                <a:ext uri="{FF2B5EF4-FFF2-40B4-BE49-F238E27FC236}">
                  <a16:creationId xmlns:a16="http://schemas.microsoft.com/office/drawing/2014/main" id="{C2C7B18F-875E-A637-6402-C2974DC71EDA}"/>
                </a:ext>
              </a:extLst>
            </p:cNvPr>
            <p:cNvSpPr/>
            <p:nvPr/>
          </p:nvSpPr>
          <p:spPr>
            <a:xfrm>
              <a:off x="2966106" y="1411616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8" name="object 138">
              <a:extLst>
                <a:ext uri="{FF2B5EF4-FFF2-40B4-BE49-F238E27FC236}">
                  <a16:creationId xmlns:a16="http://schemas.microsoft.com/office/drawing/2014/main" id="{3EC6A780-9149-7D92-FDA1-39E2D81C6A1D}"/>
                </a:ext>
              </a:extLst>
            </p:cNvPr>
            <p:cNvSpPr/>
            <p:nvPr/>
          </p:nvSpPr>
          <p:spPr>
            <a:xfrm>
              <a:off x="3818489" y="2468930"/>
              <a:ext cx="90477" cy="8890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9" name="object 139">
              <a:extLst>
                <a:ext uri="{FF2B5EF4-FFF2-40B4-BE49-F238E27FC236}">
                  <a16:creationId xmlns:a16="http://schemas.microsoft.com/office/drawing/2014/main" id="{C27068E3-9BD0-9717-4C09-E881CD1C36E3}"/>
                </a:ext>
              </a:extLst>
            </p:cNvPr>
            <p:cNvSpPr/>
            <p:nvPr/>
          </p:nvSpPr>
          <p:spPr>
            <a:xfrm>
              <a:off x="2966106" y="2233971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0" name="object 140">
              <a:extLst>
                <a:ext uri="{FF2B5EF4-FFF2-40B4-BE49-F238E27FC236}">
                  <a16:creationId xmlns:a16="http://schemas.microsoft.com/office/drawing/2014/main" id="{D79200DE-6C74-C48F-56E2-4D5898A9244E}"/>
                </a:ext>
              </a:extLst>
            </p:cNvPr>
            <p:cNvSpPr/>
            <p:nvPr/>
          </p:nvSpPr>
          <p:spPr>
            <a:xfrm>
              <a:off x="2453406" y="2468930"/>
              <a:ext cx="90477" cy="8890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1" name="object 141">
              <a:extLst>
                <a:ext uri="{FF2B5EF4-FFF2-40B4-BE49-F238E27FC236}">
                  <a16:creationId xmlns:a16="http://schemas.microsoft.com/office/drawing/2014/main" id="{27EA342E-3B7A-B9E8-D299-C0FECF38293D}"/>
                </a:ext>
              </a:extLst>
            </p:cNvPr>
            <p:cNvSpPr/>
            <p:nvPr/>
          </p:nvSpPr>
          <p:spPr>
            <a:xfrm>
              <a:off x="2624835" y="1527508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2" name="object 142">
              <a:extLst>
                <a:ext uri="{FF2B5EF4-FFF2-40B4-BE49-F238E27FC236}">
                  <a16:creationId xmlns:a16="http://schemas.microsoft.com/office/drawing/2014/main" id="{FD81D85F-12F4-7C58-FD9C-925EBA857342}"/>
                </a:ext>
              </a:extLst>
            </p:cNvPr>
            <p:cNvSpPr/>
            <p:nvPr/>
          </p:nvSpPr>
          <p:spPr>
            <a:xfrm>
              <a:off x="2283565" y="2468930"/>
              <a:ext cx="88889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3" name="object 143">
              <a:extLst>
                <a:ext uri="{FF2B5EF4-FFF2-40B4-BE49-F238E27FC236}">
                  <a16:creationId xmlns:a16="http://schemas.microsoft.com/office/drawing/2014/main" id="{9BD25836-5917-7EEB-A518-3AFF1E3C66B2}"/>
                </a:ext>
              </a:extLst>
            </p:cNvPr>
            <p:cNvSpPr/>
            <p:nvPr/>
          </p:nvSpPr>
          <p:spPr>
            <a:xfrm>
              <a:off x="2624835" y="1999013"/>
              <a:ext cx="90477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4" name="object 144">
              <a:extLst>
                <a:ext uri="{FF2B5EF4-FFF2-40B4-BE49-F238E27FC236}">
                  <a16:creationId xmlns:a16="http://schemas.microsoft.com/office/drawing/2014/main" id="{C7C2B054-F48A-ED4A-B149-BED9025C4147}"/>
                </a:ext>
              </a:extLst>
            </p:cNvPr>
            <p:cNvSpPr/>
            <p:nvPr/>
          </p:nvSpPr>
          <p:spPr>
            <a:xfrm>
              <a:off x="4328014" y="2940434"/>
              <a:ext cx="90476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5" name="object 145">
              <a:extLst>
                <a:ext uri="{FF2B5EF4-FFF2-40B4-BE49-F238E27FC236}">
                  <a16:creationId xmlns:a16="http://schemas.microsoft.com/office/drawing/2014/main" id="{C751836C-483E-B214-2BD8-F1C4EC7DA8C4}"/>
                </a:ext>
              </a:extLst>
            </p:cNvPr>
            <p:cNvSpPr/>
            <p:nvPr/>
          </p:nvSpPr>
          <p:spPr>
            <a:xfrm>
              <a:off x="5864526" y="2940434"/>
              <a:ext cx="88889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6" name="object 146">
              <a:extLst>
                <a:ext uri="{FF2B5EF4-FFF2-40B4-BE49-F238E27FC236}">
                  <a16:creationId xmlns:a16="http://schemas.microsoft.com/office/drawing/2014/main" id="{8D682159-9B89-3467-C7AC-4600359E4AF0}"/>
                </a:ext>
              </a:extLst>
            </p:cNvPr>
            <p:cNvSpPr/>
            <p:nvPr/>
          </p:nvSpPr>
          <p:spPr>
            <a:xfrm>
              <a:off x="5012143" y="3294460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7" name="object 147">
              <a:extLst>
                <a:ext uri="{FF2B5EF4-FFF2-40B4-BE49-F238E27FC236}">
                  <a16:creationId xmlns:a16="http://schemas.microsoft.com/office/drawing/2014/main" id="{80636375-E908-D90C-F1E1-216FA0E22C09}"/>
                </a:ext>
              </a:extLst>
            </p:cNvPr>
            <p:cNvSpPr/>
            <p:nvPr/>
          </p:nvSpPr>
          <p:spPr>
            <a:xfrm>
              <a:off x="5864526" y="3059501"/>
              <a:ext cx="88889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8" name="object 148">
              <a:extLst>
                <a:ext uri="{FF2B5EF4-FFF2-40B4-BE49-F238E27FC236}">
                  <a16:creationId xmlns:a16="http://schemas.microsoft.com/office/drawing/2014/main" id="{E23B1936-106A-03DA-E997-9FD2D280242B}"/>
                </a:ext>
              </a:extLst>
            </p:cNvPr>
            <p:cNvSpPr/>
            <p:nvPr/>
          </p:nvSpPr>
          <p:spPr>
            <a:xfrm>
              <a:off x="4840714" y="2821368"/>
              <a:ext cx="90477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9" name="object 149">
              <a:extLst>
                <a:ext uri="{FF2B5EF4-FFF2-40B4-BE49-F238E27FC236}">
                  <a16:creationId xmlns:a16="http://schemas.microsoft.com/office/drawing/2014/main" id="{ED73AF4D-3E91-23A4-C099-623B84D40E15}"/>
                </a:ext>
              </a:extLst>
            </p:cNvPr>
            <p:cNvSpPr/>
            <p:nvPr/>
          </p:nvSpPr>
          <p:spPr>
            <a:xfrm>
              <a:off x="5351826" y="3881856"/>
              <a:ext cx="88889" cy="9049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0" name="object 150">
              <a:extLst>
                <a:ext uri="{FF2B5EF4-FFF2-40B4-BE49-F238E27FC236}">
                  <a16:creationId xmlns:a16="http://schemas.microsoft.com/office/drawing/2014/main" id="{2182D1F4-E980-EEB8-55DB-CB6733D559A0}"/>
                </a:ext>
              </a:extLst>
            </p:cNvPr>
            <p:cNvSpPr/>
            <p:nvPr/>
          </p:nvSpPr>
          <p:spPr>
            <a:xfrm>
              <a:off x="4328014" y="3881856"/>
              <a:ext cx="90476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1" name="object 151">
              <a:extLst>
                <a:ext uri="{FF2B5EF4-FFF2-40B4-BE49-F238E27FC236}">
                  <a16:creationId xmlns:a16="http://schemas.microsoft.com/office/drawing/2014/main" id="{9E65B461-8B81-D903-466B-036D85392160}"/>
                </a:ext>
              </a:extLst>
            </p:cNvPr>
            <p:cNvSpPr/>
            <p:nvPr/>
          </p:nvSpPr>
          <p:spPr>
            <a:xfrm>
              <a:off x="5521668" y="3175393"/>
              <a:ext cx="90476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2" name="object 152">
              <a:extLst>
                <a:ext uri="{FF2B5EF4-FFF2-40B4-BE49-F238E27FC236}">
                  <a16:creationId xmlns:a16="http://schemas.microsoft.com/office/drawing/2014/main" id="{42BAA1A4-5B90-166A-99A6-58EDBFBA5E30}"/>
                </a:ext>
              </a:extLst>
            </p:cNvPr>
            <p:cNvSpPr/>
            <p:nvPr/>
          </p:nvSpPr>
          <p:spPr>
            <a:xfrm>
              <a:off x="4840714" y="3059501"/>
              <a:ext cx="90477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3" name="object 153">
              <a:extLst>
                <a:ext uri="{FF2B5EF4-FFF2-40B4-BE49-F238E27FC236}">
                  <a16:creationId xmlns:a16="http://schemas.microsoft.com/office/drawing/2014/main" id="{BC0A3AB6-FF54-1F8B-CD71-3244A509AEAF}"/>
                </a:ext>
              </a:extLst>
            </p:cNvPr>
            <p:cNvSpPr/>
            <p:nvPr/>
          </p:nvSpPr>
          <p:spPr>
            <a:xfrm>
              <a:off x="4499443" y="2821368"/>
              <a:ext cx="90476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4" name="object 154">
              <a:extLst>
                <a:ext uri="{FF2B5EF4-FFF2-40B4-BE49-F238E27FC236}">
                  <a16:creationId xmlns:a16="http://schemas.microsoft.com/office/drawing/2014/main" id="{61438B2A-C8B6-645E-0D3F-021419041AE0}"/>
                </a:ext>
              </a:extLst>
            </p:cNvPr>
            <p:cNvSpPr/>
            <p:nvPr/>
          </p:nvSpPr>
          <p:spPr>
            <a:xfrm>
              <a:off x="5180397" y="3294460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5" name="object 155">
              <a:extLst>
                <a:ext uri="{FF2B5EF4-FFF2-40B4-BE49-F238E27FC236}">
                  <a16:creationId xmlns:a16="http://schemas.microsoft.com/office/drawing/2014/main" id="{D5FECFAA-B372-5F7E-DE6A-030144E5A111}"/>
                </a:ext>
              </a:extLst>
            </p:cNvPr>
            <p:cNvSpPr/>
            <p:nvPr/>
          </p:nvSpPr>
          <p:spPr>
            <a:xfrm>
              <a:off x="5012143" y="3881856"/>
              <a:ext cx="90477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6" name="object 156">
              <a:extLst>
                <a:ext uri="{FF2B5EF4-FFF2-40B4-BE49-F238E27FC236}">
                  <a16:creationId xmlns:a16="http://schemas.microsoft.com/office/drawing/2014/main" id="{2B06071F-A46E-27BD-9362-7A1C829B47D2}"/>
                </a:ext>
              </a:extLst>
            </p:cNvPr>
            <p:cNvSpPr/>
            <p:nvPr/>
          </p:nvSpPr>
          <p:spPr>
            <a:xfrm>
              <a:off x="5180397" y="3413526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7" name="object 157">
              <a:extLst>
                <a:ext uri="{FF2B5EF4-FFF2-40B4-BE49-F238E27FC236}">
                  <a16:creationId xmlns:a16="http://schemas.microsoft.com/office/drawing/2014/main" id="{6AD0FAD5-D24F-2093-7544-2BC4984EC315}"/>
                </a:ext>
              </a:extLst>
            </p:cNvPr>
            <p:cNvSpPr/>
            <p:nvPr/>
          </p:nvSpPr>
          <p:spPr>
            <a:xfrm>
              <a:off x="5693097" y="3059501"/>
              <a:ext cx="90476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8" name="object 158">
              <a:extLst>
                <a:ext uri="{FF2B5EF4-FFF2-40B4-BE49-F238E27FC236}">
                  <a16:creationId xmlns:a16="http://schemas.microsoft.com/office/drawing/2014/main" id="{1ED39537-6F6B-B393-D438-9E44C9FA628B}"/>
                </a:ext>
              </a:extLst>
            </p:cNvPr>
            <p:cNvSpPr/>
            <p:nvPr/>
          </p:nvSpPr>
          <p:spPr>
            <a:xfrm>
              <a:off x="4328014" y="3175393"/>
              <a:ext cx="90476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9" name="object 159">
              <a:extLst>
                <a:ext uri="{FF2B5EF4-FFF2-40B4-BE49-F238E27FC236}">
                  <a16:creationId xmlns:a16="http://schemas.microsoft.com/office/drawing/2014/main" id="{B9991072-624B-A36B-513C-951353FF694D}"/>
                </a:ext>
              </a:extLst>
            </p:cNvPr>
            <p:cNvSpPr/>
            <p:nvPr/>
          </p:nvSpPr>
          <p:spPr>
            <a:xfrm>
              <a:off x="5693097" y="3881856"/>
              <a:ext cx="90476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0" name="object 160">
              <a:extLst>
                <a:ext uri="{FF2B5EF4-FFF2-40B4-BE49-F238E27FC236}">
                  <a16:creationId xmlns:a16="http://schemas.microsoft.com/office/drawing/2014/main" id="{ADF09151-0560-65E8-F26E-726D1D2E84E7}"/>
                </a:ext>
              </a:extLst>
            </p:cNvPr>
            <p:cNvSpPr/>
            <p:nvPr/>
          </p:nvSpPr>
          <p:spPr>
            <a:xfrm>
              <a:off x="4670872" y="3175393"/>
              <a:ext cx="88889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1" name="object 161">
              <a:extLst>
                <a:ext uri="{FF2B5EF4-FFF2-40B4-BE49-F238E27FC236}">
                  <a16:creationId xmlns:a16="http://schemas.microsoft.com/office/drawing/2014/main" id="{7E75593B-D46E-9F7A-0074-E6EE8A36FEAC}"/>
                </a:ext>
              </a:extLst>
            </p:cNvPr>
            <p:cNvSpPr/>
            <p:nvPr/>
          </p:nvSpPr>
          <p:spPr>
            <a:xfrm>
              <a:off x="4840714" y="3529418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2" name="object 162">
              <a:extLst>
                <a:ext uri="{FF2B5EF4-FFF2-40B4-BE49-F238E27FC236}">
                  <a16:creationId xmlns:a16="http://schemas.microsoft.com/office/drawing/2014/main" id="{5202C5E7-9F6B-0437-A27A-597C63737742}"/>
                </a:ext>
              </a:extLst>
            </p:cNvPr>
            <p:cNvSpPr/>
            <p:nvPr/>
          </p:nvSpPr>
          <p:spPr>
            <a:xfrm>
              <a:off x="5693097" y="3529418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3" name="object 163">
              <a:extLst>
                <a:ext uri="{FF2B5EF4-FFF2-40B4-BE49-F238E27FC236}">
                  <a16:creationId xmlns:a16="http://schemas.microsoft.com/office/drawing/2014/main" id="{F6593F50-0F6B-AE63-4B61-C312244BA613}"/>
                </a:ext>
              </a:extLst>
            </p:cNvPr>
            <p:cNvSpPr/>
            <p:nvPr/>
          </p:nvSpPr>
          <p:spPr>
            <a:xfrm>
              <a:off x="5693097" y="3764377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4" name="object 164">
              <a:extLst>
                <a:ext uri="{FF2B5EF4-FFF2-40B4-BE49-F238E27FC236}">
                  <a16:creationId xmlns:a16="http://schemas.microsoft.com/office/drawing/2014/main" id="{5726204F-4E26-8B0D-A5F2-8F58494A35AD}"/>
                </a:ext>
              </a:extLst>
            </p:cNvPr>
            <p:cNvSpPr/>
            <p:nvPr/>
          </p:nvSpPr>
          <p:spPr>
            <a:xfrm>
              <a:off x="4328014" y="2821368"/>
              <a:ext cx="90476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5" name="object 165">
              <a:extLst>
                <a:ext uri="{FF2B5EF4-FFF2-40B4-BE49-F238E27FC236}">
                  <a16:creationId xmlns:a16="http://schemas.microsoft.com/office/drawing/2014/main" id="{D698B274-B251-2C50-0CEC-19B1A047A3E6}"/>
                </a:ext>
              </a:extLst>
            </p:cNvPr>
            <p:cNvSpPr/>
            <p:nvPr/>
          </p:nvSpPr>
          <p:spPr>
            <a:xfrm>
              <a:off x="4670872" y="3764377"/>
              <a:ext cx="88889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6" name="object 166">
              <a:extLst>
                <a:ext uri="{FF2B5EF4-FFF2-40B4-BE49-F238E27FC236}">
                  <a16:creationId xmlns:a16="http://schemas.microsoft.com/office/drawing/2014/main" id="{20BF4B68-2C1D-F591-B3C6-DEC2D5387D65}"/>
                </a:ext>
              </a:extLst>
            </p:cNvPr>
            <p:cNvSpPr/>
            <p:nvPr/>
          </p:nvSpPr>
          <p:spPr>
            <a:xfrm>
              <a:off x="5012143" y="3413526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7" name="object 167">
              <a:extLst>
                <a:ext uri="{FF2B5EF4-FFF2-40B4-BE49-F238E27FC236}">
                  <a16:creationId xmlns:a16="http://schemas.microsoft.com/office/drawing/2014/main" id="{16B92330-8CE3-0467-2702-7CD1D763CEDF}"/>
                </a:ext>
              </a:extLst>
            </p:cNvPr>
            <p:cNvSpPr/>
            <p:nvPr/>
          </p:nvSpPr>
          <p:spPr>
            <a:xfrm>
              <a:off x="5864526" y="3175393"/>
              <a:ext cx="88889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8" name="object 168">
              <a:extLst>
                <a:ext uri="{FF2B5EF4-FFF2-40B4-BE49-F238E27FC236}">
                  <a16:creationId xmlns:a16="http://schemas.microsoft.com/office/drawing/2014/main" id="{DA3F6ADB-5576-2253-BA8E-99E63E2733EE}"/>
                </a:ext>
              </a:extLst>
            </p:cNvPr>
            <p:cNvSpPr/>
            <p:nvPr/>
          </p:nvSpPr>
          <p:spPr>
            <a:xfrm>
              <a:off x="4499443" y="3059501"/>
              <a:ext cx="90476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9" name="object 169">
              <a:extLst>
                <a:ext uri="{FF2B5EF4-FFF2-40B4-BE49-F238E27FC236}">
                  <a16:creationId xmlns:a16="http://schemas.microsoft.com/office/drawing/2014/main" id="{6655A6A6-D0D3-9F20-1F56-75A736F563D8}"/>
                </a:ext>
              </a:extLst>
            </p:cNvPr>
            <p:cNvSpPr/>
            <p:nvPr/>
          </p:nvSpPr>
          <p:spPr>
            <a:xfrm>
              <a:off x="4670872" y="3059501"/>
              <a:ext cx="88889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0" name="object 170">
              <a:extLst>
                <a:ext uri="{FF2B5EF4-FFF2-40B4-BE49-F238E27FC236}">
                  <a16:creationId xmlns:a16="http://schemas.microsoft.com/office/drawing/2014/main" id="{FC0ABA8A-BA18-4F58-9C7D-DB8FA44C4573}"/>
                </a:ext>
              </a:extLst>
            </p:cNvPr>
            <p:cNvSpPr/>
            <p:nvPr/>
          </p:nvSpPr>
          <p:spPr>
            <a:xfrm>
              <a:off x="5521668" y="2821368"/>
              <a:ext cx="90476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1" name="object 171">
              <a:extLst>
                <a:ext uri="{FF2B5EF4-FFF2-40B4-BE49-F238E27FC236}">
                  <a16:creationId xmlns:a16="http://schemas.microsoft.com/office/drawing/2014/main" id="{D4DC0C1E-6BE3-8BAC-A3F6-2D7E5BB62B87}"/>
                </a:ext>
              </a:extLst>
            </p:cNvPr>
            <p:cNvSpPr/>
            <p:nvPr/>
          </p:nvSpPr>
          <p:spPr>
            <a:xfrm>
              <a:off x="5012143" y="3648485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2" name="object 172">
              <a:extLst>
                <a:ext uri="{FF2B5EF4-FFF2-40B4-BE49-F238E27FC236}">
                  <a16:creationId xmlns:a16="http://schemas.microsoft.com/office/drawing/2014/main" id="{B04D68FE-A929-DFC8-8823-60D2475E3138}"/>
                </a:ext>
              </a:extLst>
            </p:cNvPr>
            <p:cNvSpPr/>
            <p:nvPr/>
          </p:nvSpPr>
          <p:spPr>
            <a:xfrm>
              <a:off x="5693097" y="2940434"/>
              <a:ext cx="90476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3" name="object 173">
              <a:extLst>
                <a:ext uri="{FF2B5EF4-FFF2-40B4-BE49-F238E27FC236}">
                  <a16:creationId xmlns:a16="http://schemas.microsoft.com/office/drawing/2014/main" id="{8254E4EE-724C-711B-1820-4501E97DB07F}"/>
                </a:ext>
              </a:extLst>
            </p:cNvPr>
            <p:cNvSpPr/>
            <p:nvPr/>
          </p:nvSpPr>
          <p:spPr>
            <a:xfrm>
              <a:off x="4670872" y="3648485"/>
              <a:ext cx="88889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4" name="object 174">
              <a:extLst>
                <a:ext uri="{FF2B5EF4-FFF2-40B4-BE49-F238E27FC236}">
                  <a16:creationId xmlns:a16="http://schemas.microsoft.com/office/drawing/2014/main" id="{A3F869DA-2532-E82E-A807-21515047A2A2}"/>
                </a:ext>
              </a:extLst>
            </p:cNvPr>
            <p:cNvSpPr/>
            <p:nvPr/>
          </p:nvSpPr>
          <p:spPr>
            <a:xfrm>
              <a:off x="4328014" y="3764377"/>
              <a:ext cx="90476" cy="8890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5" name="object 175">
              <a:extLst>
                <a:ext uri="{FF2B5EF4-FFF2-40B4-BE49-F238E27FC236}">
                  <a16:creationId xmlns:a16="http://schemas.microsoft.com/office/drawing/2014/main" id="{047FF6E7-AC7A-4F5B-5308-F3A2392A37BB}"/>
                </a:ext>
              </a:extLst>
            </p:cNvPr>
            <p:cNvSpPr/>
            <p:nvPr/>
          </p:nvSpPr>
          <p:spPr>
            <a:xfrm>
              <a:off x="5521668" y="3764377"/>
              <a:ext cx="90476" cy="8890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6" name="object 176">
              <a:extLst>
                <a:ext uri="{FF2B5EF4-FFF2-40B4-BE49-F238E27FC236}">
                  <a16:creationId xmlns:a16="http://schemas.microsoft.com/office/drawing/2014/main" id="{BC0D2FA2-80A4-0E78-5432-048D1C6BF0FA}"/>
                </a:ext>
              </a:extLst>
            </p:cNvPr>
            <p:cNvSpPr/>
            <p:nvPr/>
          </p:nvSpPr>
          <p:spPr>
            <a:xfrm>
              <a:off x="5351826" y="3175393"/>
              <a:ext cx="88889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7" name="object 177">
              <a:extLst>
                <a:ext uri="{FF2B5EF4-FFF2-40B4-BE49-F238E27FC236}">
                  <a16:creationId xmlns:a16="http://schemas.microsoft.com/office/drawing/2014/main" id="{D96DC9A6-0D8C-A571-33D6-70E326D3299D}"/>
                </a:ext>
              </a:extLst>
            </p:cNvPr>
            <p:cNvSpPr/>
            <p:nvPr/>
          </p:nvSpPr>
          <p:spPr>
            <a:xfrm>
              <a:off x="4499443" y="3294460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8" name="object 178">
              <a:extLst>
                <a:ext uri="{FF2B5EF4-FFF2-40B4-BE49-F238E27FC236}">
                  <a16:creationId xmlns:a16="http://schemas.microsoft.com/office/drawing/2014/main" id="{31B3CBD8-8079-9F54-D9AA-43E70869263D}"/>
                </a:ext>
              </a:extLst>
            </p:cNvPr>
            <p:cNvSpPr/>
            <p:nvPr/>
          </p:nvSpPr>
          <p:spPr>
            <a:xfrm>
              <a:off x="4840714" y="3175393"/>
              <a:ext cx="90477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9" name="object 179">
              <a:extLst>
                <a:ext uri="{FF2B5EF4-FFF2-40B4-BE49-F238E27FC236}">
                  <a16:creationId xmlns:a16="http://schemas.microsoft.com/office/drawing/2014/main" id="{E62A8CB0-49A5-BF7C-A8E1-05C542C0464D}"/>
                </a:ext>
              </a:extLst>
            </p:cNvPr>
            <p:cNvSpPr/>
            <p:nvPr/>
          </p:nvSpPr>
          <p:spPr>
            <a:xfrm>
              <a:off x="4499443" y="3881856"/>
              <a:ext cx="90476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0" name="object 180">
              <a:extLst>
                <a:ext uri="{FF2B5EF4-FFF2-40B4-BE49-F238E27FC236}">
                  <a16:creationId xmlns:a16="http://schemas.microsoft.com/office/drawing/2014/main" id="{A7C61982-FB06-8BA8-2807-865A257AB2CF}"/>
                </a:ext>
              </a:extLst>
            </p:cNvPr>
            <p:cNvSpPr/>
            <p:nvPr/>
          </p:nvSpPr>
          <p:spPr>
            <a:xfrm>
              <a:off x="5351826" y="3294460"/>
              <a:ext cx="88889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1" name="object 181">
              <a:extLst>
                <a:ext uri="{FF2B5EF4-FFF2-40B4-BE49-F238E27FC236}">
                  <a16:creationId xmlns:a16="http://schemas.microsoft.com/office/drawing/2014/main" id="{452FD535-495D-6040-95F1-3EFFAC71254B}"/>
                </a:ext>
              </a:extLst>
            </p:cNvPr>
            <p:cNvSpPr/>
            <p:nvPr/>
          </p:nvSpPr>
          <p:spPr>
            <a:xfrm>
              <a:off x="4670872" y="3529418"/>
              <a:ext cx="88889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2" name="object 182">
              <a:extLst>
                <a:ext uri="{FF2B5EF4-FFF2-40B4-BE49-F238E27FC236}">
                  <a16:creationId xmlns:a16="http://schemas.microsoft.com/office/drawing/2014/main" id="{E61C0C4C-4274-3E61-0979-FC9D51FBFBD5}"/>
                </a:ext>
              </a:extLst>
            </p:cNvPr>
            <p:cNvSpPr/>
            <p:nvPr/>
          </p:nvSpPr>
          <p:spPr>
            <a:xfrm>
              <a:off x="4670872" y="3294460"/>
              <a:ext cx="88889" cy="8890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3" name="object 183">
              <a:extLst>
                <a:ext uri="{FF2B5EF4-FFF2-40B4-BE49-F238E27FC236}">
                  <a16:creationId xmlns:a16="http://schemas.microsoft.com/office/drawing/2014/main" id="{53BB9BB9-D733-964F-FF1E-2A44715B7B68}"/>
                </a:ext>
              </a:extLst>
            </p:cNvPr>
            <p:cNvSpPr/>
            <p:nvPr/>
          </p:nvSpPr>
          <p:spPr>
            <a:xfrm>
              <a:off x="5693097" y="3648485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4" name="object 184">
              <a:extLst>
                <a:ext uri="{FF2B5EF4-FFF2-40B4-BE49-F238E27FC236}">
                  <a16:creationId xmlns:a16="http://schemas.microsoft.com/office/drawing/2014/main" id="{04564F10-771B-D0A3-15DF-600D99B4711E}"/>
                </a:ext>
              </a:extLst>
            </p:cNvPr>
            <p:cNvSpPr/>
            <p:nvPr/>
          </p:nvSpPr>
          <p:spPr>
            <a:xfrm>
              <a:off x="4670872" y="2821368"/>
              <a:ext cx="88889" cy="9049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5" name="object 185">
              <a:extLst>
                <a:ext uri="{FF2B5EF4-FFF2-40B4-BE49-F238E27FC236}">
                  <a16:creationId xmlns:a16="http://schemas.microsoft.com/office/drawing/2014/main" id="{1E9C3667-37D5-8654-937B-A0BD3F045A0A}"/>
                </a:ext>
              </a:extLst>
            </p:cNvPr>
            <p:cNvSpPr/>
            <p:nvPr/>
          </p:nvSpPr>
          <p:spPr>
            <a:xfrm>
              <a:off x="4328014" y="3059501"/>
              <a:ext cx="90476" cy="9049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6" name="object 186">
              <a:extLst>
                <a:ext uri="{FF2B5EF4-FFF2-40B4-BE49-F238E27FC236}">
                  <a16:creationId xmlns:a16="http://schemas.microsoft.com/office/drawing/2014/main" id="{B5EE4FBE-CD74-2A1B-B7F5-9476CADDEE91}"/>
                </a:ext>
              </a:extLst>
            </p:cNvPr>
            <p:cNvSpPr/>
            <p:nvPr/>
          </p:nvSpPr>
          <p:spPr>
            <a:xfrm>
              <a:off x="5012143" y="3059501"/>
              <a:ext cx="90477" cy="9049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7" name="object 187">
              <a:extLst>
                <a:ext uri="{FF2B5EF4-FFF2-40B4-BE49-F238E27FC236}">
                  <a16:creationId xmlns:a16="http://schemas.microsoft.com/office/drawing/2014/main" id="{11544862-4D3D-983B-5C29-23FA68826F03}"/>
                </a:ext>
              </a:extLst>
            </p:cNvPr>
            <p:cNvSpPr/>
            <p:nvPr/>
          </p:nvSpPr>
          <p:spPr>
            <a:xfrm>
              <a:off x="5351826" y="3529418"/>
              <a:ext cx="88889" cy="88903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8" name="object 188">
              <a:extLst>
                <a:ext uri="{FF2B5EF4-FFF2-40B4-BE49-F238E27FC236}">
                  <a16:creationId xmlns:a16="http://schemas.microsoft.com/office/drawing/2014/main" id="{F00D6DE0-B025-4C9B-7DB7-2B17E0437236}"/>
                </a:ext>
              </a:extLst>
            </p:cNvPr>
            <p:cNvSpPr/>
            <p:nvPr/>
          </p:nvSpPr>
          <p:spPr>
            <a:xfrm>
              <a:off x="5351826" y="3764377"/>
              <a:ext cx="88889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9" name="object 189">
              <a:extLst>
                <a:ext uri="{FF2B5EF4-FFF2-40B4-BE49-F238E27FC236}">
                  <a16:creationId xmlns:a16="http://schemas.microsoft.com/office/drawing/2014/main" id="{F0A47FC9-4E2A-3DB8-5CBF-F26B9128D179}"/>
                </a:ext>
              </a:extLst>
            </p:cNvPr>
            <p:cNvSpPr txBox="1"/>
            <p:nvPr/>
          </p:nvSpPr>
          <p:spPr>
            <a:xfrm>
              <a:off x="2023247" y="3394475"/>
              <a:ext cx="63492" cy="115792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0" name="object 190">
              <a:extLst>
                <a:ext uri="{FF2B5EF4-FFF2-40B4-BE49-F238E27FC236}">
                  <a16:creationId xmlns:a16="http://schemas.microsoft.com/office/drawing/2014/main" id="{2A33878D-EE84-916E-D22F-CD6C1150F21A}"/>
                </a:ext>
              </a:extLst>
            </p:cNvPr>
            <p:cNvSpPr txBox="1"/>
            <p:nvPr/>
          </p:nvSpPr>
          <p:spPr>
            <a:xfrm>
              <a:off x="1978802" y="2807079"/>
              <a:ext cx="107937" cy="115792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1" name="object 191">
              <a:extLst>
                <a:ext uri="{FF2B5EF4-FFF2-40B4-BE49-F238E27FC236}">
                  <a16:creationId xmlns:a16="http://schemas.microsoft.com/office/drawing/2014/main" id="{8FB218ED-BBAE-2D8A-169E-DEF3E797F36E}"/>
                </a:ext>
              </a:extLst>
            </p:cNvPr>
            <p:cNvSpPr txBox="1"/>
            <p:nvPr/>
          </p:nvSpPr>
          <p:spPr>
            <a:xfrm>
              <a:off x="1978802" y="2218096"/>
              <a:ext cx="107937" cy="115792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2" name="object 192">
              <a:extLst>
                <a:ext uri="{FF2B5EF4-FFF2-40B4-BE49-F238E27FC236}">
                  <a16:creationId xmlns:a16="http://schemas.microsoft.com/office/drawing/2014/main" id="{5EDECE9B-BD7C-53DF-4452-19B80AD4896B}"/>
                </a:ext>
              </a:extLst>
            </p:cNvPr>
            <p:cNvSpPr txBox="1"/>
            <p:nvPr/>
          </p:nvSpPr>
          <p:spPr>
            <a:xfrm>
              <a:off x="1978802" y="1629111"/>
              <a:ext cx="107937" cy="115792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3" name="object 193">
              <a:extLst>
                <a:ext uri="{FF2B5EF4-FFF2-40B4-BE49-F238E27FC236}">
                  <a16:creationId xmlns:a16="http://schemas.microsoft.com/office/drawing/2014/main" id="{F4EC1DC2-9986-B393-52E5-EB9A3A307B93}"/>
                </a:ext>
              </a:extLst>
            </p:cNvPr>
            <p:cNvSpPr txBox="1"/>
            <p:nvPr/>
          </p:nvSpPr>
          <p:spPr>
            <a:xfrm>
              <a:off x="1978802" y="1040128"/>
              <a:ext cx="107937" cy="115792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4" name="object 194">
              <a:extLst>
                <a:ext uri="{FF2B5EF4-FFF2-40B4-BE49-F238E27FC236}">
                  <a16:creationId xmlns:a16="http://schemas.microsoft.com/office/drawing/2014/main" id="{FA125539-E27C-48B5-B2B4-89DE662126FE}"/>
                </a:ext>
              </a:extLst>
            </p:cNvPr>
            <p:cNvSpPr/>
            <p:nvPr/>
          </p:nvSpPr>
          <p:spPr>
            <a:xfrm>
              <a:off x="1729595" y="1148082"/>
              <a:ext cx="2893658" cy="1820928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5" name="object 195">
              <a:extLst>
                <a:ext uri="{FF2B5EF4-FFF2-40B4-BE49-F238E27FC236}">
                  <a16:creationId xmlns:a16="http://schemas.microsoft.com/office/drawing/2014/main" id="{D6DAB2BD-C3C4-D8F9-0E02-7315E9A19AB4}"/>
                </a:ext>
              </a:extLst>
            </p:cNvPr>
            <p:cNvSpPr/>
            <p:nvPr/>
          </p:nvSpPr>
          <p:spPr>
            <a:xfrm>
              <a:off x="1758166" y="1162369"/>
              <a:ext cx="2836515" cy="176060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6" name="object 196">
              <a:extLst>
                <a:ext uri="{FF2B5EF4-FFF2-40B4-BE49-F238E27FC236}">
                  <a16:creationId xmlns:a16="http://schemas.microsoft.com/office/drawing/2014/main" id="{B099862A-7383-965A-ABF8-54182DDFD97E}"/>
                </a:ext>
              </a:extLst>
            </p:cNvPr>
            <p:cNvSpPr/>
            <p:nvPr/>
          </p:nvSpPr>
          <p:spPr>
            <a:xfrm>
              <a:off x="1835945" y="1241747"/>
              <a:ext cx="2679372" cy="1603433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7" name="object 197">
              <a:extLst>
                <a:ext uri="{FF2B5EF4-FFF2-40B4-BE49-F238E27FC236}">
                  <a16:creationId xmlns:a16="http://schemas.microsoft.com/office/drawing/2014/main" id="{5475F81E-1A97-BBD4-DCC0-0B4629F4EA42}"/>
                </a:ext>
              </a:extLst>
            </p:cNvPr>
            <p:cNvSpPr/>
            <p:nvPr/>
          </p:nvSpPr>
          <p:spPr>
            <a:xfrm>
              <a:off x="3772458" y="2473692"/>
              <a:ext cx="2893657" cy="1819341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8" name="object 198">
              <a:extLst>
                <a:ext uri="{FF2B5EF4-FFF2-40B4-BE49-F238E27FC236}">
                  <a16:creationId xmlns:a16="http://schemas.microsoft.com/office/drawing/2014/main" id="{6710ACDA-E2FA-15B5-2E62-794C7214374D}"/>
                </a:ext>
              </a:extLst>
            </p:cNvPr>
            <p:cNvSpPr/>
            <p:nvPr/>
          </p:nvSpPr>
          <p:spPr>
            <a:xfrm>
              <a:off x="3801029" y="2486392"/>
              <a:ext cx="2836514" cy="1763777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9" name="object 199">
              <a:extLst>
                <a:ext uri="{FF2B5EF4-FFF2-40B4-BE49-F238E27FC236}">
                  <a16:creationId xmlns:a16="http://schemas.microsoft.com/office/drawing/2014/main" id="{DB6E220B-78E6-27C6-2B28-AA4F987D44FF}"/>
                </a:ext>
              </a:extLst>
            </p:cNvPr>
            <p:cNvSpPr/>
            <p:nvPr/>
          </p:nvSpPr>
          <p:spPr>
            <a:xfrm>
              <a:off x="3878807" y="2568945"/>
              <a:ext cx="2679372" cy="1603433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0" name="object 200">
              <a:extLst>
                <a:ext uri="{FF2B5EF4-FFF2-40B4-BE49-F238E27FC236}">
                  <a16:creationId xmlns:a16="http://schemas.microsoft.com/office/drawing/2014/main" id="{FDD8DA0F-EFE2-498B-CB96-E3250A569CF7}"/>
                </a:ext>
              </a:extLst>
            </p:cNvPr>
            <p:cNvSpPr/>
            <p:nvPr/>
          </p:nvSpPr>
          <p:spPr>
            <a:xfrm>
              <a:off x="1834357" y="1254448"/>
              <a:ext cx="2893658" cy="1819341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1" name="object 201">
              <a:extLst>
                <a:ext uri="{FF2B5EF4-FFF2-40B4-BE49-F238E27FC236}">
                  <a16:creationId xmlns:a16="http://schemas.microsoft.com/office/drawing/2014/main" id="{FA9A2660-4F25-97B0-9382-BF009C662948}"/>
                </a:ext>
              </a:extLst>
            </p:cNvPr>
            <p:cNvSpPr/>
            <p:nvPr/>
          </p:nvSpPr>
          <p:spPr>
            <a:xfrm>
              <a:off x="1862929" y="1265561"/>
              <a:ext cx="2836515" cy="1765364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2" name="object 202">
              <a:extLst>
                <a:ext uri="{FF2B5EF4-FFF2-40B4-BE49-F238E27FC236}">
                  <a16:creationId xmlns:a16="http://schemas.microsoft.com/office/drawing/2014/main" id="{FB3670AE-C19C-5F3A-F23D-5551CCA6F9D0}"/>
                </a:ext>
              </a:extLst>
            </p:cNvPr>
            <p:cNvSpPr/>
            <p:nvPr/>
          </p:nvSpPr>
          <p:spPr>
            <a:xfrm>
              <a:off x="1942294" y="1348114"/>
              <a:ext cx="2679372" cy="1603433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3" name="object 203">
              <a:extLst>
                <a:ext uri="{FF2B5EF4-FFF2-40B4-BE49-F238E27FC236}">
                  <a16:creationId xmlns:a16="http://schemas.microsoft.com/office/drawing/2014/main" id="{2878B975-B2AA-A48D-55C7-164EAC8DA216}"/>
                </a:ext>
              </a:extLst>
            </p:cNvPr>
            <p:cNvSpPr/>
            <p:nvPr/>
          </p:nvSpPr>
          <p:spPr>
            <a:xfrm>
              <a:off x="3877220" y="2581646"/>
              <a:ext cx="2893657" cy="1819341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4" name="object 204">
              <a:extLst>
                <a:ext uri="{FF2B5EF4-FFF2-40B4-BE49-F238E27FC236}">
                  <a16:creationId xmlns:a16="http://schemas.microsoft.com/office/drawing/2014/main" id="{53F581C0-467C-D518-2DF3-02CD7D75B1B7}"/>
                </a:ext>
              </a:extLst>
            </p:cNvPr>
            <p:cNvSpPr/>
            <p:nvPr/>
          </p:nvSpPr>
          <p:spPr>
            <a:xfrm>
              <a:off x="3905791" y="2592759"/>
              <a:ext cx="2836514" cy="1765364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5" name="object 205">
              <a:extLst>
                <a:ext uri="{FF2B5EF4-FFF2-40B4-BE49-F238E27FC236}">
                  <a16:creationId xmlns:a16="http://schemas.microsoft.com/office/drawing/2014/main" id="{83A0EC85-E7DF-F646-1740-5006F59D0E11}"/>
                </a:ext>
              </a:extLst>
            </p:cNvPr>
            <p:cNvSpPr/>
            <p:nvPr/>
          </p:nvSpPr>
          <p:spPr>
            <a:xfrm>
              <a:off x="3985156" y="2675312"/>
              <a:ext cx="2679372" cy="1603433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6" name="object 206">
              <a:extLst>
                <a:ext uri="{FF2B5EF4-FFF2-40B4-BE49-F238E27FC236}">
                  <a16:creationId xmlns:a16="http://schemas.microsoft.com/office/drawing/2014/main" id="{99E963C1-D182-1A03-7A33-1DD5463E2AEB}"/>
                </a:ext>
              </a:extLst>
            </p:cNvPr>
            <p:cNvSpPr txBox="1"/>
            <p:nvPr/>
          </p:nvSpPr>
          <p:spPr>
            <a:xfrm>
              <a:off x="2023247" y="3988221"/>
              <a:ext cx="63492" cy="111769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07" name="object 207">
              <a:extLst>
                <a:ext uri="{FF2B5EF4-FFF2-40B4-BE49-F238E27FC236}">
                  <a16:creationId xmlns:a16="http://schemas.microsoft.com/office/drawing/2014/main" id="{1BD2E76B-B2A1-AC1B-1787-70BFB7BEC2C8}"/>
                </a:ext>
              </a:extLst>
            </p:cNvPr>
            <p:cNvSpPr txBox="1"/>
            <p:nvPr/>
          </p:nvSpPr>
          <p:spPr>
            <a:xfrm>
              <a:off x="2128009" y="4097764"/>
              <a:ext cx="63492" cy="111769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08" name="object 208">
              <a:extLst>
                <a:ext uri="{FF2B5EF4-FFF2-40B4-BE49-F238E27FC236}">
                  <a16:creationId xmlns:a16="http://schemas.microsoft.com/office/drawing/2014/main" id="{087B48E8-E274-39D9-CCE3-5DC4A04B87D9}"/>
                </a:ext>
              </a:extLst>
            </p:cNvPr>
            <p:cNvSpPr txBox="1"/>
            <p:nvPr/>
          </p:nvSpPr>
          <p:spPr>
            <a:xfrm>
              <a:off x="2980392" y="4097764"/>
              <a:ext cx="61904" cy="111769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09" name="object 209">
              <a:extLst>
                <a:ext uri="{FF2B5EF4-FFF2-40B4-BE49-F238E27FC236}">
                  <a16:creationId xmlns:a16="http://schemas.microsoft.com/office/drawing/2014/main" id="{F563FFBC-5586-8455-590D-0D0A501E70BC}"/>
                </a:ext>
              </a:extLst>
            </p:cNvPr>
            <p:cNvSpPr txBox="1"/>
            <p:nvPr/>
          </p:nvSpPr>
          <p:spPr>
            <a:xfrm>
              <a:off x="3810553" y="4097764"/>
              <a:ext cx="106350" cy="111769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0" name="object 210">
              <a:extLst>
                <a:ext uri="{FF2B5EF4-FFF2-40B4-BE49-F238E27FC236}">
                  <a16:creationId xmlns:a16="http://schemas.microsoft.com/office/drawing/2014/main" id="{FD4D9BB3-2EC4-8923-5C31-152B1B79A14F}"/>
                </a:ext>
              </a:extLst>
            </p:cNvPr>
            <p:cNvSpPr txBox="1"/>
            <p:nvPr/>
          </p:nvSpPr>
          <p:spPr>
            <a:xfrm>
              <a:off x="4661349" y="4097764"/>
              <a:ext cx="107937" cy="111769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1" name="object 211">
              <a:extLst>
                <a:ext uri="{FF2B5EF4-FFF2-40B4-BE49-F238E27FC236}">
                  <a16:creationId xmlns:a16="http://schemas.microsoft.com/office/drawing/2014/main" id="{7A06A6B7-D0ED-DCA4-622E-30BA46C07604}"/>
                </a:ext>
              </a:extLst>
            </p:cNvPr>
            <p:cNvSpPr txBox="1"/>
            <p:nvPr/>
          </p:nvSpPr>
          <p:spPr>
            <a:xfrm>
              <a:off x="5513731" y="4097764"/>
              <a:ext cx="107937" cy="111769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2" name="object 212">
              <a:extLst>
                <a:ext uri="{FF2B5EF4-FFF2-40B4-BE49-F238E27FC236}">
                  <a16:creationId xmlns:a16="http://schemas.microsoft.com/office/drawing/2014/main" id="{75B84970-F003-8BCF-9983-F57BB10C824A}"/>
                </a:ext>
              </a:extLst>
            </p:cNvPr>
            <p:cNvSpPr txBox="1"/>
            <p:nvPr/>
          </p:nvSpPr>
          <p:spPr>
            <a:xfrm>
              <a:off x="6366115" y="4097764"/>
              <a:ext cx="107937" cy="111769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25</a:t>
              </a:r>
              <a:endParaRPr sz="523">
                <a:latin typeface="Trebuchet MS"/>
                <a:cs typeface="Trebuchet MS"/>
              </a:endParaRPr>
            </a:p>
          </p:txBody>
        </p:sp>
      </p:grpSp>
      <p:sp>
        <p:nvSpPr>
          <p:cNvPr id="26626" name="object 2">
            <a:extLst>
              <a:ext uri="{FF2B5EF4-FFF2-40B4-BE49-F238E27FC236}">
                <a16:creationId xmlns:a16="http://schemas.microsoft.com/office/drawing/2014/main" id="{63D1BF62-7A02-1410-68B5-5B7C28FE90D1}"/>
              </a:ext>
            </a:extLst>
          </p:cNvPr>
          <p:cNvSpPr txBox="1">
            <a:spLocks/>
          </p:cNvSpPr>
          <p:nvPr/>
        </p:nvSpPr>
        <p:spPr>
          <a:xfrm>
            <a:off x="1139428" y="419220"/>
            <a:ext cx="6725841" cy="365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08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000"/>
              <a:buFont typeface="Arial"/>
              <a:buNone/>
              <a:defRPr sz="2250" b="0" i="0" u="none" strike="noStrike" cap="none">
                <a:solidFill>
                  <a:schemeClr val="tx2"/>
                </a:solidFill>
                <a:latin typeface="Lato" panose="020B0604020202020204" charset="0"/>
                <a:ea typeface="Roboto Condensed"/>
                <a:cs typeface="Lato" panose="020B0604020202020204" charset="0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640">
              <a:spcBef>
                <a:spcPts val="50"/>
              </a:spcBef>
              <a:defRPr/>
            </a:pPr>
            <a:r>
              <a:rPr lang="pt-BR" spc="-2" dirty="0">
                <a:solidFill>
                  <a:schemeClr val="tx1"/>
                </a:solidFill>
              </a:rPr>
              <a:t>Aprendizagem</a:t>
            </a:r>
            <a:r>
              <a:rPr lang="pt-BR" spc="-21" dirty="0">
                <a:solidFill>
                  <a:schemeClr val="tx1"/>
                </a:solidFill>
              </a:rPr>
              <a:t> Não </a:t>
            </a:r>
            <a:r>
              <a:rPr lang="pt-BR" spc="-2" dirty="0">
                <a:solidFill>
                  <a:schemeClr val="tx1"/>
                </a:solidFill>
              </a:rPr>
              <a:t>Supervisionada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49" name="Agrupar 219">
            <a:extLst>
              <a:ext uri="{FF2B5EF4-FFF2-40B4-BE49-F238E27FC236}">
                <a16:creationId xmlns:a16="http://schemas.microsoft.com/office/drawing/2014/main" id="{791235EE-AACB-F105-FB71-5C0EDD4FB762}"/>
              </a:ext>
            </a:extLst>
          </p:cNvPr>
          <p:cNvGrpSpPr>
            <a:grpSpLocks/>
          </p:cNvGrpSpPr>
          <p:nvPr/>
        </p:nvGrpSpPr>
        <p:grpSpPr bwMode="auto">
          <a:xfrm>
            <a:off x="2681288" y="1687116"/>
            <a:ext cx="3781425" cy="2520553"/>
            <a:chOff x="1729595" y="1040128"/>
            <a:chExt cx="5041282" cy="3360859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B86398D0-84CF-D19E-2ECA-FB88CEBD8722}"/>
                </a:ext>
              </a:extLst>
            </p:cNvPr>
            <p:cNvSpPr/>
            <p:nvPr/>
          </p:nvSpPr>
          <p:spPr>
            <a:xfrm>
              <a:off x="2159755" y="3457978"/>
              <a:ext cx="4260328" cy="0"/>
            </a:xfrm>
            <a:custGeom>
              <a:avLst/>
              <a:gdLst/>
              <a:ahLst/>
              <a:cxnLst/>
              <a:rect l="l" t="t" r="r" b="b"/>
              <a:pathLst>
                <a:path w="6109970">
                  <a:moveTo>
                    <a:pt x="0" y="0"/>
                  </a:moveTo>
                  <a:lnTo>
                    <a:pt x="6109852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4F06C4E-44C4-7508-4EA3-93AB7D7004D0}"/>
                </a:ext>
              </a:extLst>
            </p:cNvPr>
            <p:cNvSpPr/>
            <p:nvPr/>
          </p:nvSpPr>
          <p:spPr>
            <a:xfrm>
              <a:off x="2159755" y="2867406"/>
              <a:ext cx="4260328" cy="0"/>
            </a:xfrm>
            <a:custGeom>
              <a:avLst/>
              <a:gdLst/>
              <a:ahLst/>
              <a:cxnLst/>
              <a:rect l="l" t="t" r="r" b="b"/>
              <a:pathLst>
                <a:path w="6109970">
                  <a:moveTo>
                    <a:pt x="0" y="0"/>
                  </a:moveTo>
                  <a:lnTo>
                    <a:pt x="6109852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8FC5DBC-FB63-D51A-947E-E958992FCC94}"/>
                </a:ext>
              </a:extLst>
            </p:cNvPr>
            <p:cNvSpPr/>
            <p:nvPr/>
          </p:nvSpPr>
          <p:spPr>
            <a:xfrm>
              <a:off x="2159755" y="2280010"/>
              <a:ext cx="4260328" cy="0"/>
            </a:xfrm>
            <a:custGeom>
              <a:avLst/>
              <a:gdLst/>
              <a:ahLst/>
              <a:cxnLst/>
              <a:rect l="l" t="t" r="r" b="b"/>
              <a:pathLst>
                <a:path w="6109970">
                  <a:moveTo>
                    <a:pt x="0" y="0"/>
                  </a:moveTo>
                  <a:lnTo>
                    <a:pt x="6109852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80BD6EB3-F201-A870-936C-69AC75F3F570}"/>
                </a:ext>
              </a:extLst>
            </p:cNvPr>
            <p:cNvSpPr/>
            <p:nvPr/>
          </p:nvSpPr>
          <p:spPr>
            <a:xfrm>
              <a:off x="2159755" y="1691027"/>
              <a:ext cx="4260328" cy="0"/>
            </a:xfrm>
            <a:custGeom>
              <a:avLst/>
              <a:gdLst/>
              <a:ahLst/>
              <a:cxnLst/>
              <a:rect l="l" t="t" r="r" b="b"/>
              <a:pathLst>
                <a:path w="6109970">
                  <a:moveTo>
                    <a:pt x="0" y="0"/>
                  </a:moveTo>
                  <a:lnTo>
                    <a:pt x="6109852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C930CEC4-C3BC-3616-1BA1-6C5DA6A555AB}"/>
                </a:ext>
              </a:extLst>
            </p:cNvPr>
            <p:cNvSpPr/>
            <p:nvPr/>
          </p:nvSpPr>
          <p:spPr>
            <a:xfrm>
              <a:off x="2159755" y="1103630"/>
              <a:ext cx="4260328" cy="0"/>
            </a:xfrm>
            <a:custGeom>
              <a:avLst/>
              <a:gdLst/>
              <a:ahLst/>
              <a:cxnLst/>
              <a:rect l="l" t="t" r="r" b="b"/>
              <a:pathLst>
                <a:path w="6109970">
                  <a:moveTo>
                    <a:pt x="0" y="0"/>
                  </a:moveTo>
                  <a:lnTo>
                    <a:pt x="6109852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38ECBD25-4A86-1BF2-0AD0-3981F88ECA9A}"/>
                </a:ext>
              </a:extLst>
            </p:cNvPr>
            <p:cNvSpPr/>
            <p:nvPr/>
          </p:nvSpPr>
          <p:spPr>
            <a:xfrm>
              <a:off x="2159755" y="1102042"/>
              <a:ext cx="0" cy="2943332"/>
            </a:xfrm>
            <a:custGeom>
              <a:avLst/>
              <a:gdLst/>
              <a:ahLst/>
              <a:cxnLst/>
              <a:rect l="l" t="t" r="r" b="b"/>
              <a:pathLst>
                <a:path h="4223385">
                  <a:moveTo>
                    <a:pt x="0" y="4223149"/>
                  </a:moveTo>
                  <a:lnTo>
                    <a:pt x="0" y="0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2A7E81FA-F05B-63FA-F4AC-6F6E4DB71A0D}"/>
                </a:ext>
              </a:extLst>
            </p:cNvPr>
            <p:cNvSpPr/>
            <p:nvPr/>
          </p:nvSpPr>
          <p:spPr>
            <a:xfrm>
              <a:off x="2131184" y="4045374"/>
              <a:ext cx="28571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8EA77D5B-9B72-44DC-3553-F7C54EE1339A}"/>
                </a:ext>
              </a:extLst>
            </p:cNvPr>
            <p:cNvSpPr/>
            <p:nvPr/>
          </p:nvSpPr>
          <p:spPr>
            <a:xfrm>
              <a:off x="2131184" y="3457978"/>
              <a:ext cx="28571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2325727C-9D98-C0FD-7B27-2456B4C784F4}"/>
                </a:ext>
              </a:extLst>
            </p:cNvPr>
            <p:cNvSpPr/>
            <p:nvPr/>
          </p:nvSpPr>
          <p:spPr>
            <a:xfrm>
              <a:off x="2131184" y="2867406"/>
              <a:ext cx="28571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06968081-54E1-61AD-AC25-2759B018C824}"/>
                </a:ext>
              </a:extLst>
            </p:cNvPr>
            <p:cNvSpPr/>
            <p:nvPr/>
          </p:nvSpPr>
          <p:spPr>
            <a:xfrm>
              <a:off x="2131184" y="2280010"/>
              <a:ext cx="28571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EF6EF73A-897E-3D4B-FED1-CE3C940D68D0}"/>
                </a:ext>
              </a:extLst>
            </p:cNvPr>
            <p:cNvSpPr/>
            <p:nvPr/>
          </p:nvSpPr>
          <p:spPr>
            <a:xfrm>
              <a:off x="2131184" y="1691027"/>
              <a:ext cx="28571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A8F48466-4A90-DC6B-7506-4656EF091A5A}"/>
                </a:ext>
              </a:extLst>
            </p:cNvPr>
            <p:cNvSpPr/>
            <p:nvPr/>
          </p:nvSpPr>
          <p:spPr>
            <a:xfrm>
              <a:off x="2131184" y="1103630"/>
              <a:ext cx="28571" cy="0"/>
            </a:xfrm>
            <a:custGeom>
              <a:avLst/>
              <a:gdLst/>
              <a:ahLst/>
              <a:cxnLst/>
              <a:rect l="l" t="t" r="r" b="b"/>
              <a:pathLst>
                <a:path w="40005">
                  <a:moveTo>
                    <a:pt x="0" y="0"/>
                  </a:moveTo>
                  <a:lnTo>
                    <a:pt x="39998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78515A69-8D5F-E385-6D8C-ECFD4A4ED67C}"/>
                </a:ext>
              </a:extLst>
            </p:cNvPr>
            <p:cNvSpPr/>
            <p:nvPr/>
          </p:nvSpPr>
          <p:spPr>
            <a:xfrm>
              <a:off x="2159755" y="4045374"/>
              <a:ext cx="4260328" cy="0"/>
            </a:xfrm>
            <a:custGeom>
              <a:avLst/>
              <a:gdLst/>
              <a:ahLst/>
              <a:cxnLst/>
              <a:rect l="l" t="t" r="r" b="b"/>
              <a:pathLst>
                <a:path w="6112509">
                  <a:moveTo>
                    <a:pt x="0" y="0"/>
                  </a:moveTo>
                  <a:lnTo>
                    <a:pt x="6111956" y="0"/>
                  </a:lnTo>
                </a:path>
              </a:pathLst>
            </a:custGeom>
            <a:ln w="9514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4234799A-8DC9-443A-2B9F-A56797F94CDA}"/>
                </a:ext>
              </a:extLst>
            </p:cNvPr>
            <p:cNvSpPr/>
            <p:nvPr/>
          </p:nvSpPr>
          <p:spPr>
            <a:xfrm>
              <a:off x="2159755" y="4046962"/>
              <a:ext cx="0" cy="25401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C74E1BE1-C651-E857-9C86-4080BBEFA17D}"/>
                </a:ext>
              </a:extLst>
            </p:cNvPr>
            <p:cNvSpPr/>
            <p:nvPr/>
          </p:nvSpPr>
          <p:spPr>
            <a:xfrm>
              <a:off x="3012138" y="4046962"/>
              <a:ext cx="0" cy="25401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097371DD-6BC7-F894-ED83-7615A8B539F0}"/>
                </a:ext>
              </a:extLst>
            </p:cNvPr>
            <p:cNvSpPr/>
            <p:nvPr/>
          </p:nvSpPr>
          <p:spPr>
            <a:xfrm>
              <a:off x="3864521" y="4046962"/>
              <a:ext cx="0" cy="25401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7CC2A5E4-C351-4689-A13C-0D2775909648}"/>
                </a:ext>
              </a:extLst>
            </p:cNvPr>
            <p:cNvSpPr/>
            <p:nvPr/>
          </p:nvSpPr>
          <p:spPr>
            <a:xfrm>
              <a:off x="4715317" y="4046962"/>
              <a:ext cx="0" cy="25401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F07DFFB2-07DA-D141-7F2A-B7808323016A}"/>
                </a:ext>
              </a:extLst>
            </p:cNvPr>
            <p:cNvSpPr/>
            <p:nvPr/>
          </p:nvSpPr>
          <p:spPr>
            <a:xfrm>
              <a:off x="5567699" y="4046962"/>
              <a:ext cx="0" cy="25401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30FF822A-D1B7-05E5-EE75-95919B6EBFEA}"/>
                </a:ext>
              </a:extLst>
            </p:cNvPr>
            <p:cNvSpPr/>
            <p:nvPr/>
          </p:nvSpPr>
          <p:spPr>
            <a:xfrm>
              <a:off x="6420083" y="4046962"/>
              <a:ext cx="0" cy="25401"/>
            </a:xfrm>
            <a:custGeom>
              <a:avLst/>
              <a:gdLst/>
              <a:ahLst/>
              <a:cxnLst/>
              <a:rect l="l" t="t" r="r" b="b"/>
              <a:pathLst>
                <a:path h="37464">
                  <a:moveTo>
                    <a:pt x="0" y="0"/>
                  </a:moveTo>
                  <a:lnTo>
                    <a:pt x="0" y="37407"/>
                  </a:lnTo>
                </a:path>
              </a:pathLst>
            </a:custGeom>
            <a:ln w="9512">
              <a:solidFill>
                <a:srgbClr val="989898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9D4F39A7-4DB3-57D2-50C6-BE2713A8E26F}"/>
                </a:ext>
              </a:extLst>
            </p:cNvPr>
            <p:cNvSpPr/>
            <p:nvPr/>
          </p:nvSpPr>
          <p:spPr>
            <a:xfrm>
              <a:off x="3621663" y="1398916"/>
              <a:ext cx="144445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8FEF37BF-8034-89BF-1AC1-E720B35E2B64}"/>
                </a:ext>
              </a:extLst>
            </p:cNvPr>
            <p:cNvSpPr/>
            <p:nvPr/>
          </p:nvSpPr>
          <p:spPr>
            <a:xfrm>
              <a:off x="3621663" y="2103792"/>
              <a:ext cx="144445" cy="2635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48A7ABEE-5D94-CB70-291D-372B82E9063B}"/>
                </a:ext>
              </a:extLst>
            </p:cNvPr>
            <p:cNvSpPr/>
            <p:nvPr/>
          </p:nvSpPr>
          <p:spPr>
            <a:xfrm>
              <a:off x="2781979" y="1760879"/>
              <a:ext cx="123810" cy="12541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23586972-37A1-C5D9-5DC2-3C8F76E76F8E}"/>
                </a:ext>
              </a:extLst>
            </p:cNvPr>
            <p:cNvSpPr/>
            <p:nvPr/>
          </p:nvSpPr>
          <p:spPr>
            <a:xfrm>
              <a:off x="2940710" y="1868833"/>
              <a:ext cx="144444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288134A0-1AE7-6346-F40E-DC5FE45BC225}"/>
                </a:ext>
              </a:extLst>
            </p:cNvPr>
            <p:cNvSpPr/>
            <p:nvPr/>
          </p:nvSpPr>
          <p:spPr>
            <a:xfrm>
              <a:off x="2769281" y="1987899"/>
              <a:ext cx="146032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D83258E5-A527-DC23-883B-F7A880750757}"/>
                </a:ext>
              </a:extLst>
            </p:cNvPr>
            <p:cNvSpPr/>
            <p:nvPr/>
          </p:nvSpPr>
          <p:spPr>
            <a:xfrm>
              <a:off x="3621663" y="2456229"/>
              <a:ext cx="144445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EE3B2220-B5E7-E4BF-31AF-032499E7F072}"/>
                </a:ext>
              </a:extLst>
            </p:cNvPr>
            <p:cNvSpPr/>
            <p:nvPr/>
          </p:nvSpPr>
          <p:spPr>
            <a:xfrm>
              <a:off x="2428009" y="1398916"/>
              <a:ext cx="144445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CC3BE9D5-CB08-C879-BA53-14D862A9C6B8}"/>
                </a:ext>
              </a:extLst>
            </p:cNvPr>
            <p:cNvSpPr/>
            <p:nvPr/>
          </p:nvSpPr>
          <p:spPr>
            <a:xfrm>
              <a:off x="3450234" y="2103792"/>
              <a:ext cx="144445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FA6A60BD-A26A-ADD8-5896-D7536DBB9D76}"/>
                </a:ext>
              </a:extLst>
            </p:cNvPr>
            <p:cNvSpPr/>
            <p:nvPr/>
          </p:nvSpPr>
          <p:spPr>
            <a:xfrm>
              <a:off x="3280393" y="2103792"/>
              <a:ext cx="144444" cy="2635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26C94586-86C7-D972-A944-73F0002CC715}"/>
                </a:ext>
              </a:extLst>
            </p:cNvPr>
            <p:cNvSpPr/>
            <p:nvPr/>
          </p:nvSpPr>
          <p:spPr>
            <a:xfrm>
              <a:off x="3450234" y="2456229"/>
              <a:ext cx="144445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01C1025D-3E0E-FB24-19F3-7F7C27C8F754}"/>
                </a:ext>
              </a:extLst>
            </p:cNvPr>
            <p:cNvSpPr/>
            <p:nvPr/>
          </p:nvSpPr>
          <p:spPr>
            <a:xfrm>
              <a:off x="3280393" y="2456229"/>
              <a:ext cx="144444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DE36DDA2-CC94-913D-C435-F7FB3AB4F84E}"/>
                </a:ext>
              </a:extLst>
            </p:cNvPr>
            <p:cNvSpPr/>
            <p:nvPr/>
          </p:nvSpPr>
          <p:spPr>
            <a:xfrm>
              <a:off x="2428009" y="1514807"/>
              <a:ext cx="144445" cy="2635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C1EA42FF-D514-E7E5-A38E-CED9C0FD5696}"/>
                </a:ext>
              </a:extLst>
            </p:cNvPr>
            <p:cNvSpPr/>
            <p:nvPr/>
          </p:nvSpPr>
          <p:spPr>
            <a:xfrm>
              <a:off x="3450234" y="1398916"/>
              <a:ext cx="144445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55946A44-BE3D-CC31-E032-AEB94577FCCE}"/>
                </a:ext>
              </a:extLst>
            </p:cNvPr>
            <p:cNvSpPr/>
            <p:nvPr/>
          </p:nvSpPr>
          <p:spPr>
            <a:xfrm>
              <a:off x="3112139" y="2103792"/>
              <a:ext cx="144444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1A947D77-7109-F8CB-3A25-FFB93C5E2E51}"/>
                </a:ext>
              </a:extLst>
            </p:cNvPr>
            <p:cNvSpPr/>
            <p:nvPr/>
          </p:nvSpPr>
          <p:spPr>
            <a:xfrm>
              <a:off x="3280393" y="1987899"/>
              <a:ext cx="144444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0170BF3D-3D49-07F3-8B4C-1BC41335A97C}"/>
                </a:ext>
              </a:extLst>
            </p:cNvPr>
            <p:cNvSpPr/>
            <p:nvPr/>
          </p:nvSpPr>
          <p:spPr>
            <a:xfrm>
              <a:off x="2940710" y="1633875"/>
              <a:ext cx="144444" cy="2635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29AF2538-B854-A781-3F51-0ACE733CED93}"/>
                </a:ext>
              </a:extLst>
            </p:cNvPr>
            <p:cNvSpPr/>
            <p:nvPr/>
          </p:nvSpPr>
          <p:spPr>
            <a:xfrm>
              <a:off x="2256580" y="1514807"/>
              <a:ext cx="144445" cy="2635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C7A8C4A6-4305-34F2-F198-30093FB8FC18}"/>
                </a:ext>
              </a:extLst>
            </p:cNvPr>
            <p:cNvSpPr/>
            <p:nvPr/>
          </p:nvSpPr>
          <p:spPr>
            <a:xfrm>
              <a:off x="3112139" y="1514807"/>
              <a:ext cx="144444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0AF4BC83-6706-D2D7-BE2B-EAD373F67256}"/>
                </a:ext>
              </a:extLst>
            </p:cNvPr>
            <p:cNvSpPr/>
            <p:nvPr/>
          </p:nvSpPr>
          <p:spPr>
            <a:xfrm>
              <a:off x="2599438" y="1868833"/>
              <a:ext cx="144445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64FED6F9-2953-5E44-5E42-B9A23D6ECCC8}"/>
                </a:ext>
              </a:extLst>
            </p:cNvPr>
            <p:cNvSpPr/>
            <p:nvPr/>
          </p:nvSpPr>
          <p:spPr>
            <a:xfrm>
              <a:off x="3804204" y="1408441"/>
              <a:ext cx="123810" cy="12382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58A89267-B01E-EAF9-BD03-138B4D410308}"/>
                </a:ext>
              </a:extLst>
            </p:cNvPr>
            <p:cNvSpPr/>
            <p:nvPr/>
          </p:nvSpPr>
          <p:spPr>
            <a:xfrm>
              <a:off x="2769281" y="2222858"/>
              <a:ext cx="146032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484FEB4E-EBBD-5D2B-6B80-000D4398F80D}"/>
                </a:ext>
              </a:extLst>
            </p:cNvPr>
            <p:cNvSpPr/>
            <p:nvPr/>
          </p:nvSpPr>
          <p:spPr>
            <a:xfrm>
              <a:off x="3450234" y="1987899"/>
              <a:ext cx="144445" cy="14446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98CA4C85-137C-875D-8BBA-234E97C336C9}"/>
                </a:ext>
              </a:extLst>
            </p:cNvPr>
            <p:cNvSpPr/>
            <p:nvPr/>
          </p:nvSpPr>
          <p:spPr>
            <a:xfrm>
              <a:off x="2256580" y="2103792"/>
              <a:ext cx="144445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0C587F43-D78D-0AC2-D71D-7096262D19F7}"/>
                </a:ext>
              </a:extLst>
            </p:cNvPr>
            <p:cNvSpPr/>
            <p:nvPr/>
          </p:nvSpPr>
          <p:spPr>
            <a:xfrm>
              <a:off x="2439121" y="1876770"/>
              <a:ext cx="125397" cy="24448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B6379A04-E40A-9A67-9368-20F2A5442E14}"/>
                </a:ext>
              </a:extLst>
            </p:cNvPr>
            <p:cNvSpPr/>
            <p:nvPr/>
          </p:nvSpPr>
          <p:spPr>
            <a:xfrm>
              <a:off x="3450234" y="1633875"/>
              <a:ext cx="144445" cy="2635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F20FD0C1-FB2A-F432-DD9C-43A0019302DE}"/>
                </a:ext>
              </a:extLst>
            </p:cNvPr>
            <p:cNvSpPr/>
            <p:nvPr/>
          </p:nvSpPr>
          <p:spPr>
            <a:xfrm>
              <a:off x="3112139" y="1868833"/>
              <a:ext cx="144444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CBAEA31F-47E7-F6A1-1834-43964D5124BF}"/>
                </a:ext>
              </a:extLst>
            </p:cNvPr>
            <p:cNvSpPr/>
            <p:nvPr/>
          </p:nvSpPr>
          <p:spPr>
            <a:xfrm>
              <a:off x="3123249" y="2349863"/>
              <a:ext cx="123810" cy="12382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B161DE0C-CA22-77BB-5119-0EAB90EE1D85}"/>
                </a:ext>
              </a:extLst>
            </p:cNvPr>
            <p:cNvSpPr/>
            <p:nvPr/>
          </p:nvSpPr>
          <p:spPr>
            <a:xfrm>
              <a:off x="3280393" y="1514807"/>
              <a:ext cx="144444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57A81D85-941C-9B83-5F32-F13A7CDCA0FD}"/>
                </a:ext>
              </a:extLst>
            </p:cNvPr>
            <p:cNvSpPr/>
            <p:nvPr/>
          </p:nvSpPr>
          <p:spPr>
            <a:xfrm>
              <a:off x="2599438" y="2222858"/>
              <a:ext cx="144445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00FC2DA4-1935-674A-50EA-B686C89B4C40}"/>
                </a:ext>
              </a:extLst>
            </p:cNvPr>
            <p:cNvSpPr/>
            <p:nvPr/>
          </p:nvSpPr>
          <p:spPr>
            <a:xfrm>
              <a:off x="2610550" y="1408441"/>
              <a:ext cx="123810" cy="12382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20C703BC-B18C-44F0-91FE-D0827D7EF129}"/>
                </a:ext>
              </a:extLst>
            </p:cNvPr>
            <p:cNvSpPr/>
            <p:nvPr/>
          </p:nvSpPr>
          <p:spPr>
            <a:xfrm>
              <a:off x="3280393" y="2340337"/>
              <a:ext cx="144444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04415E99-AFD6-24DA-67D5-250AE18FC00B}"/>
                </a:ext>
              </a:extLst>
            </p:cNvPr>
            <p:cNvSpPr/>
            <p:nvPr/>
          </p:nvSpPr>
          <p:spPr>
            <a:xfrm>
              <a:off x="2940710" y="1398916"/>
              <a:ext cx="144444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6799732A-0B31-FB7A-F9BA-2867EBA90C6A}"/>
                </a:ext>
              </a:extLst>
            </p:cNvPr>
            <p:cNvSpPr/>
            <p:nvPr/>
          </p:nvSpPr>
          <p:spPr>
            <a:xfrm>
              <a:off x="3804204" y="2465755"/>
              <a:ext cx="123810" cy="12382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2174E545-D2DA-F24A-DFC5-50F6D9836B99}"/>
                </a:ext>
              </a:extLst>
            </p:cNvPr>
            <p:cNvSpPr/>
            <p:nvPr/>
          </p:nvSpPr>
          <p:spPr>
            <a:xfrm>
              <a:off x="2940710" y="2222858"/>
              <a:ext cx="144444" cy="2635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228C3862-2759-BBC8-7E7D-857DBCA050C5}"/>
                </a:ext>
              </a:extLst>
            </p:cNvPr>
            <p:cNvSpPr/>
            <p:nvPr/>
          </p:nvSpPr>
          <p:spPr>
            <a:xfrm>
              <a:off x="2439121" y="2465755"/>
              <a:ext cx="125397" cy="12382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D5393F4E-60A2-AFFE-77DB-5827C76A6D09}"/>
                </a:ext>
              </a:extLst>
            </p:cNvPr>
            <p:cNvSpPr/>
            <p:nvPr/>
          </p:nvSpPr>
          <p:spPr>
            <a:xfrm>
              <a:off x="2599438" y="1514807"/>
              <a:ext cx="144445" cy="38260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40F9B52C-622E-F24B-0C3A-5C0E7E745FBF}"/>
                </a:ext>
              </a:extLst>
            </p:cNvPr>
            <p:cNvSpPr/>
            <p:nvPr/>
          </p:nvSpPr>
          <p:spPr>
            <a:xfrm>
              <a:off x="2256580" y="2456229"/>
              <a:ext cx="144445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C249C0C5-D4D6-8E14-9CA4-0972D36773C2}"/>
                </a:ext>
              </a:extLst>
            </p:cNvPr>
            <p:cNvSpPr/>
            <p:nvPr/>
          </p:nvSpPr>
          <p:spPr>
            <a:xfrm>
              <a:off x="2599438" y="1987899"/>
              <a:ext cx="144445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3D2B479A-4FA9-48F7-3F1F-329F31871EAB}"/>
                </a:ext>
              </a:extLst>
            </p:cNvPr>
            <p:cNvSpPr/>
            <p:nvPr/>
          </p:nvSpPr>
          <p:spPr>
            <a:xfrm>
              <a:off x="5850240" y="2937259"/>
              <a:ext cx="123810" cy="24448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0D3B68AB-4C15-77A2-AAFA-6E5CEC19BEF0}"/>
                </a:ext>
              </a:extLst>
            </p:cNvPr>
            <p:cNvSpPr/>
            <p:nvPr/>
          </p:nvSpPr>
          <p:spPr>
            <a:xfrm>
              <a:off x="4815317" y="2810254"/>
              <a:ext cx="144445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2" name="object 62">
              <a:extLst>
                <a:ext uri="{FF2B5EF4-FFF2-40B4-BE49-F238E27FC236}">
                  <a16:creationId xmlns:a16="http://schemas.microsoft.com/office/drawing/2014/main" id="{1430A67E-A374-3FAB-3998-1722277623FE}"/>
                </a:ext>
              </a:extLst>
            </p:cNvPr>
            <p:cNvSpPr/>
            <p:nvPr/>
          </p:nvSpPr>
          <p:spPr>
            <a:xfrm>
              <a:off x="5496271" y="3164280"/>
              <a:ext cx="144444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3" name="object 63">
              <a:extLst>
                <a:ext uri="{FF2B5EF4-FFF2-40B4-BE49-F238E27FC236}">
                  <a16:creationId xmlns:a16="http://schemas.microsoft.com/office/drawing/2014/main" id="{595A80D3-81A8-B74C-C7A5-436460ABC3AB}"/>
                </a:ext>
              </a:extLst>
            </p:cNvPr>
            <p:cNvSpPr/>
            <p:nvPr/>
          </p:nvSpPr>
          <p:spPr>
            <a:xfrm>
              <a:off x="4815317" y="3048388"/>
              <a:ext cx="144445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4" name="object 64">
              <a:extLst>
                <a:ext uri="{FF2B5EF4-FFF2-40B4-BE49-F238E27FC236}">
                  <a16:creationId xmlns:a16="http://schemas.microsoft.com/office/drawing/2014/main" id="{BEF8C2DB-25B8-CE29-E07F-30AACB62F215}"/>
                </a:ext>
              </a:extLst>
            </p:cNvPr>
            <p:cNvSpPr/>
            <p:nvPr/>
          </p:nvSpPr>
          <p:spPr>
            <a:xfrm>
              <a:off x="4474047" y="2810254"/>
              <a:ext cx="144444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5" name="object 65">
              <a:extLst>
                <a:ext uri="{FF2B5EF4-FFF2-40B4-BE49-F238E27FC236}">
                  <a16:creationId xmlns:a16="http://schemas.microsoft.com/office/drawing/2014/main" id="{DB14CB87-67A6-1D1B-8F1F-EA412191F30C}"/>
                </a:ext>
              </a:extLst>
            </p:cNvPr>
            <p:cNvSpPr/>
            <p:nvPr/>
          </p:nvSpPr>
          <p:spPr>
            <a:xfrm>
              <a:off x="4313728" y="2937259"/>
              <a:ext cx="125398" cy="24448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6" name="object 66">
              <a:extLst>
                <a:ext uri="{FF2B5EF4-FFF2-40B4-BE49-F238E27FC236}">
                  <a16:creationId xmlns:a16="http://schemas.microsoft.com/office/drawing/2014/main" id="{0FD6CDFA-60E9-D92D-21FE-2E22AAB77EDC}"/>
                </a:ext>
              </a:extLst>
            </p:cNvPr>
            <p:cNvSpPr/>
            <p:nvPr/>
          </p:nvSpPr>
          <p:spPr>
            <a:xfrm>
              <a:off x="4986746" y="3870743"/>
              <a:ext cx="144445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7" name="object 67">
              <a:extLst>
                <a:ext uri="{FF2B5EF4-FFF2-40B4-BE49-F238E27FC236}">
                  <a16:creationId xmlns:a16="http://schemas.microsoft.com/office/drawing/2014/main" id="{DD652CA0-0E73-203C-9929-F422F8A5CE3C}"/>
                </a:ext>
              </a:extLst>
            </p:cNvPr>
            <p:cNvSpPr/>
            <p:nvPr/>
          </p:nvSpPr>
          <p:spPr>
            <a:xfrm>
              <a:off x="5153413" y="3283346"/>
              <a:ext cx="146032" cy="2635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8" name="object 68">
              <a:extLst>
                <a:ext uri="{FF2B5EF4-FFF2-40B4-BE49-F238E27FC236}">
                  <a16:creationId xmlns:a16="http://schemas.microsoft.com/office/drawing/2014/main" id="{F23806BF-205D-F286-1602-7C56E3F04616}"/>
                </a:ext>
              </a:extLst>
            </p:cNvPr>
            <p:cNvSpPr/>
            <p:nvPr/>
          </p:nvSpPr>
          <p:spPr>
            <a:xfrm>
              <a:off x="4302618" y="3164280"/>
              <a:ext cx="144444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9" name="object 69">
              <a:extLst>
                <a:ext uri="{FF2B5EF4-FFF2-40B4-BE49-F238E27FC236}">
                  <a16:creationId xmlns:a16="http://schemas.microsoft.com/office/drawing/2014/main" id="{D8446797-CFDF-FDFE-F24A-E05E5C9A34B8}"/>
                </a:ext>
              </a:extLst>
            </p:cNvPr>
            <p:cNvSpPr/>
            <p:nvPr/>
          </p:nvSpPr>
          <p:spPr>
            <a:xfrm>
              <a:off x="4656586" y="3172217"/>
              <a:ext cx="123810" cy="24448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0" name="object 70">
              <a:extLst>
                <a:ext uri="{FF2B5EF4-FFF2-40B4-BE49-F238E27FC236}">
                  <a16:creationId xmlns:a16="http://schemas.microsoft.com/office/drawing/2014/main" id="{96B24209-4FCF-8900-C978-95C97571B4B1}"/>
                </a:ext>
              </a:extLst>
            </p:cNvPr>
            <p:cNvSpPr/>
            <p:nvPr/>
          </p:nvSpPr>
          <p:spPr>
            <a:xfrm>
              <a:off x="4815317" y="3516718"/>
              <a:ext cx="144445" cy="14605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1" name="object 71">
              <a:extLst>
                <a:ext uri="{FF2B5EF4-FFF2-40B4-BE49-F238E27FC236}">
                  <a16:creationId xmlns:a16="http://schemas.microsoft.com/office/drawing/2014/main" id="{C419987D-2289-C84F-6FED-B315BF0CD2D1}"/>
                </a:ext>
              </a:extLst>
            </p:cNvPr>
            <p:cNvSpPr/>
            <p:nvPr/>
          </p:nvSpPr>
          <p:spPr>
            <a:xfrm>
              <a:off x="5678811" y="3761202"/>
              <a:ext cx="123810" cy="24289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2" name="object 72">
              <a:extLst>
                <a:ext uri="{FF2B5EF4-FFF2-40B4-BE49-F238E27FC236}">
                  <a16:creationId xmlns:a16="http://schemas.microsoft.com/office/drawing/2014/main" id="{058E4C85-2D0E-A54A-7EC6-CC1892A0A85C}"/>
                </a:ext>
              </a:extLst>
            </p:cNvPr>
            <p:cNvSpPr/>
            <p:nvPr/>
          </p:nvSpPr>
          <p:spPr>
            <a:xfrm>
              <a:off x="4302618" y="2810254"/>
              <a:ext cx="144444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3" name="object 73">
              <a:extLst>
                <a:ext uri="{FF2B5EF4-FFF2-40B4-BE49-F238E27FC236}">
                  <a16:creationId xmlns:a16="http://schemas.microsoft.com/office/drawing/2014/main" id="{4F99F98C-1A58-DDB8-6C79-118D697C86FC}"/>
                </a:ext>
              </a:extLst>
            </p:cNvPr>
            <p:cNvSpPr/>
            <p:nvPr/>
          </p:nvSpPr>
          <p:spPr>
            <a:xfrm>
              <a:off x="4643888" y="3751676"/>
              <a:ext cx="146032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4" name="object 74">
              <a:extLst>
                <a:ext uri="{FF2B5EF4-FFF2-40B4-BE49-F238E27FC236}">
                  <a16:creationId xmlns:a16="http://schemas.microsoft.com/office/drawing/2014/main" id="{BA3E2962-82DC-8EE7-21D2-73A8D2B99C2D}"/>
                </a:ext>
              </a:extLst>
            </p:cNvPr>
            <p:cNvSpPr/>
            <p:nvPr/>
          </p:nvSpPr>
          <p:spPr>
            <a:xfrm>
              <a:off x="4986746" y="3283346"/>
              <a:ext cx="144445" cy="2635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5" name="object 75">
              <a:extLst>
                <a:ext uri="{FF2B5EF4-FFF2-40B4-BE49-F238E27FC236}">
                  <a16:creationId xmlns:a16="http://schemas.microsoft.com/office/drawing/2014/main" id="{080BE37F-3CBB-5C3D-FFA9-E81C5C793A97}"/>
                </a:ext>
              </a:extLst>
            </p:cNvPr>
            <p:cNvSpPr/>
            <p:nvPr/>
          </p:nvSpPr>
          <p:spPr>
            <a:xfrm>
              <a:off x="5837541" y="3164280"/>
              <a:ext cx="146032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6" name="object 76">
              <a:extLst>
                <a:ext uri="{FF2B5EF4-FFF2-40B4-BE49-F238E27FC236}">
                  <a16:creationId xmlns:a16="http://schemas.microsoft.com/office/drawing/2014/main" id="{E60BAC31-C370-830E-3A8E-274678DD9D58}"/>
                </a:ext>
              </a:extLst>
            </p:cNvPr>
            <p:cNvSpPr/>
            <p:nvPr/>
          </p:nvSpPr>
          <p:spPr>
            <a:xfrm>
              <a:off x="4313728" y="3761202"/>
              <a:ext cx="125398" cy="24289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7" name="object 77">
              <a:extLst>
                <a:ext uri="{FF2B5EF4-FFF2-40B4-BE49-F238E27FC236}">
                  <a16:creationId xmlns:a16="http://schemas.microsoft.com/office/drawing/2014/main" id="{A3FD5A89-83B6-3AB3-6E42-0F6A01F2AF75}"/>
                </a:ext>
              </a:extLst>
            </p:cNvPr>
            <p:cNvSpPr/>
            <p:nvPr/>
          </p:nvSpPr>
          <p:spPr>
            <a:xfrm>
              <a:off x="4474047" y="3048388"/>
              <a:ext cx="144444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8" name="object 78">
              <a:extLst>
                <a:ext uri="{FF2B5EF4-FFF2-40B4-BE49-F238E27FC236}">
                  <a16:creationId xmlns:a16="http://schemas.microsoft.com/office/drawing/2014/main" id="{4DB522CF-A109-8F41-4451-9EE4222D4F22}"/>
                </a:ext>
              </a:extLst>
            </p:cNvPr>
            <p:cNvSpPr/>
            <p:nvPr/>
          </p:nvSpPr>
          <p:spPr>
            <a:xfrm>
              <a:off x="4643888" y="3048388"/>
              <a:ext cx="146032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9" name="object 79">
              <a:extLst>
                <a:ext uri="{FF2B5EF4-FFF2-40B4-BE49-F238E27FC236}">
                  <a16:creationId xmlns:a16="http://schemas.microsoft.com/office/drawing/2014/main" id="{65C25522-D0E1-383F-731F-721171B36474}"/>
                </a:ext>
              </a:extLst>
            </p:cNvPr>
            <p:cNvSpPr/>
            <p:nvPr/>
          </p:nvSpPr>
          <p:spPr>
            <a:xfrm>
              <a:off x="5496271" y="2810254"/>
              <a:ext cx="144444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0" name="object 80">
              <a:extLst>
                <a:ext uri="{FF2B5EF4-FFF2-40B4-BE49-F238E27FC236}">
                  <a16:creationId xmlns:a16="http://schemas.microsoft.com/office/drawing/2014/main" id="{69C55034-480E-A15C-6942-92CE58F9AF2A}"/>
                </a:ext>
              </a:extLst>
            </p:cNvPr>
            <p:cNvSpPr/>
            <p:nvPr/>
          </p:nvSpPr>
          <p:spPr>
            <a:xfrm>
              <a:off x="4986746" y="3635784"/>
              <a:ext cx="144445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1" name="object 81">
              <a:extLst>
                <a:ext uri="{FF2B5EF4-FFF2-40B4-BE49-F238E27FC236}">
                  <a16:creationId xmlns:a16="http://schemas.microsoft.com/office/drawing/2014/main" id="{E9BD1629-FD98-BEBB-A02E-A9ECCB75B5CC}"/>
                </a:ext>
              </a:extLst>
            </p:cNvPr>
            <p:cNvSpPr/>
            <p:nvPr/>
          </p:nvSpPr>
          <p:spPr>
            <a:xfrm>
              <a:off x="5678811" y="2937259"/>
              <a:ext cx="123810" cy="24448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2" name="object 82">
              <a:extLst>
                <a:ext uri="{FF2B5EF4-FFF2-40B4-BE49-F238E27FC236}">
                  <a16:creationId xmlns:a16="http://schemas.microsoft.com/office/drawing/2014/main" id="{4C16DAFA-A101-7230-2416-DB5038D441DE}"/>
                </a:ext>
              </a:extLst>
            </p:cNvPr>
            <p:cNvSpPr/>
            <p:nvPr/>
          </p:nvSpPr>
          <p:spPr>
            <a:xfrm>
              <a:off x="4302618" y="3751676"/>
              <a:ext cx="144444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3" name="object 83">
              <a:extLst>
                <a:ext uri="{FF2B5EF4-FFF2-40B4-BE49-F238E27FC236}">
                  <a16:creationId xmlns:a16="http://schemas.microsoft.com/office/drawing/2014/main" id="{A8D9A871-5096-1210-5F84-FC4582F2E387}"/>
                </a:ext>
              </a:extLst>
            </p:cNvPr>
            <p:cNvSpPr/>
            <p:nvPr/>
          </p:nvSpPr>
          <p:spPr>
            <a:xfrm>
              <a:off x="5507382" y="3761202"/>
              <a:ext cx="125398" cy="12382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4" name="object 84">
              <a:extLst>
                <a:ext uri="{FF2B5EF4-FFF2-40B4-BE49-F238E27FC236}">
                  <a16:creationId xmlns:a16="http://schemas.microsoft.com/office/drawing/2014/main" id="{61A6C63B-1ABA-8504-8032-4E2564718E1E}"/>
                </a:ext>
              </a:extLst>
            </p:cNvPr>
            <p:cNvSpPr/>
            <p:nvPr/>
          </p:nvSpPr>
          <p:spPr>
            <a:xfrm>
              <a:off x="4474047" y="3283346"/>
              <a:ext cx="144444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5" name="object 85">
              <a:extLst>
                <a:ext uri="{FF2B5EF4-FFF2-40B4-BE49-F238E27FC236}">
                  <a16:creationId xmlns:a16="http://schemas.microsoft.com/office/drawing/2014/main" id="{0FE46EDE-E493-1A80-2EBD-22D892C3B805}"/>
                </a:ext>
              </a:extLst>
            </p:cNvPr>
            <p:cNvSpPr/>
            <p:nvPr/>
          </p:nvSpPr>
          <p:spPr>
            <a:xfrm>
              <a:off x="4815317" y="3164280"/>
              <a:ext cx="144445" cy="14446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6" name="object 86">
              <a:extLst>
                <a:ext uri="{FF2B5EF4-FFF2-40B4-BE49-F238E27FC236}">
                  <a16:creationId xmlns:a16="http://schemas.microsoft.com/office/drawing/2014/main" id="{A965F0F7-33E1-3A98-D5C8-C990549AF911}"/>
                </a:ext>
              </a:extLst>
            </p:cNvPr>
            <p:cNvSpPr/>
            <p:nvPr/>
          </p:nvSpPr>
          <p:spPr>
            <a:xfrm>
              <a:off x="4474047" y="3870743"/>
              <a:ext cx="144444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7" name="object 87">
              <a:extLst>
                <a:ext uri="{FF2B5EF4-FFF2-40B4-BE49-F238E27FC236}">
                  <a16:creationId xmlns:a16="http://schemas.microsoft.com/office/drawing/2014/main" id="{651A246E-B1EB-BF21-E66A-A9FE4712DC5D}"/>
                </a:ext>
              </a:extLst>
            </p:cNvPr>
            <p:cNvSpPr/>
            <p:nvPr/>
          </p:nvSpPr>
          <p:spPr>
            <a:xfrm>
              <a:off x="5335953" y="3172217"/>
              <a:ext cx="125398" cy="24448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8" name="object 88">
              <a:extLst>
                <a:ext uri="{FF2B5EF4-FFF2-40B4-BE49-F238E27FC236}">
                  <a16:creationId xmlns:a16="http://schemas.microsoft.com/office/drawing/2014/main" id="{45D802EB-556F-1950-5150-369D188DC1D9}"/>
                </a:ext>
              </a:extLst>
            </p:cNvPr>
            <p:cNvSpPr/>
            <p:nvPr/>
          </p:nvSpPr>
          <p:spPr>
            <a:xfrm>
              <a:off x="4643888" y="3516718"/>
              <a:ext cx="146032" cy="2635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9" name="object 89">
              <a:extLst>
                <a:ext uri="{FF2B5EF4-FFF2-40B4-BE49-F238E27FC236}">
                  <a16:creationId xmlns:a16="http://schemas.microsoft.com/office/drawing/2014/main" id="{7BF55903-40D4-C976-CA84-FE2283A32C0F}"/>
                </a:ext>
              </a:extLst>
            </p:cNvPr>
            <p:cNvSpPr/>
            <p:nvPr/>
          </p:nvSpPr>
          <p:spPr>
            <a:xfrm>
              <a:off x="4643888" y="3283346"/>
              <a:ext cx="146032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0" name="object 90">
              <a:extLst>
                <a:ext uri="{FF2B5EF4-FFF2-40B4-BE49-F238E27FC236}">
                  <a16:creationId xmlns:a16="http://schemas.microsoft.com/office/drawing/2014/main" id="{C8B136A7-0280-0623-D3E9-D5FBBDFE9675}"/>
                </a:ext>
              </a:extLst>
            </p:cNvPr>
            <p:cNvSpPr/>
            <p:nvPr/>
          </p:nvSpPr>
          <p:spPr>
            <a:xfrm>
              <a:off x="5667700" y="3516718"/>
              <a:ext cx="144444" cy="26353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1" name="object 91">
              <a:extLst>
                <a:ext uri="{FF2B5EF4-FFF2-40B4-BE49-F238E27FC236}">
                  <a16:creationId xmlns:a16="http://schemas.microsoft.com/office/drawing/2014/main" id="{00680117-8955-AC59-ADC8-E65C1D53C8DB}"/>
                </a:ext>
              </a:extLst>
            </p:cNvPr>
            <p:cNvSpPr/>
            <p:nvPr/>
          </p:nvSpPr>
          <p:spPr>
            <a:xfrm>
              <a:off x="4643888" y="2810254"/>
              <a:ext cx="146032" cy="14446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2" name="object 92">
              <a:extLst>
                <a:ext uri="{FF2B5EF4-FFF2-40B4-BE49-F238E27FC236}">
                  <a16:creationId xmlns:a16="http://schemas.microsoft.com/office/drawing/2014/main" id="{80EFEB18-2A9E-FC77-0D6B-23AAAEF688E1}"/>
                </a:ext>
              </a:extLst>
            </p:cNvPr>
            <p:cNvSpPr/>
            <p:nvPr/>
          </p:nvSpPr>
          <p:spPr>
            <a:xfrm>
              <a:off x="4302618" y="3048388"/>
              <a:ext cx="144444" cy="14446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3" name="object 93">
              <a:extLst>
                <a:ext uri="{FF2B5EF4-FFF2-40B4-BE49-F238E27FC236}">
                  <a16:creationId xmlns:a16="http://schemas.microsoft.com/office/drawing/2014/main" id="{F863C431-3DCC-082F-D0B1-282BE8699BF1}"/>
                </a:ext>
              </a:extLst>
            </p:cNvPr>
            <p:cNvSpPr/>
            <p:nvPr/>
          </p:nvSpPr>
          <p:spPr>
            <a:xfrm>
              <a:off x="4997857" y="3056326"/>
              <a:ext cx="123810" cy="12541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4" name="object 94">
              <a:extLst>
                <a:ext uri="{FF2B5EF4-FFF2-40B4-BE49-F238E27FC236}">
                  <a16:creationId xmlns:a16="http://schemas.microsoft.com/office/drawing/2014/main" id="{BA1DF7DB-3E9B-B462-1035-60C85015B7C3}"/>
                </a:ext>
              </a:extLst>
            </p:cNvPr>
            <p:cNvSpPr/>
            <p:nvPr/>
          </p:nvSpPr>
          <p:spPr>
            <a:xfrm>
              <a:off x="5335953" y="3526243"/>
              <a:ext cx="125398" cy="12382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5" name="object 95">
              <a:extLst>
                <a:ext uri="{FF2B5EF4-FFF2-40B4-BE49-F238E27FC236}">
                  <a16:creationId xmlns:a16="http://schemas.microsoft.com/office/drawing/2014/main" id="{91DE811A-21F9-7D2B-92E5-5F20D7D69D66}"/>
                </a:ext>
              </a:extLst>
            </p:cNvPr>
            <p:cNvSpPr/>
            <p:nvPr/>
          </p:nvSpPr>
          <p:spPr>
            <a:xfrm>
              <a:off x="5335953" y="3761202"/>
              <a:ext cx="125398" cy="242896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6" name="object 96">
              <a:extLst>
                <a:ext uri="{FF2B5EF4-FFF2-40B4-BE49-F238E27FC236}">
                  <a16:creationId xmlns:a16="http://schemas.microsoft.com/office/drawing/2014/main" id="{D17366E9-2BB2-93D1-FC9B-6B08AED46D14}"/>
                </a:ext>
              </a:extLst>
            </p:cNvPr>
            <p:cNvSpPr/>
            <p:nvPr/>
          </p:nvSpPr>
          <p:spPr>
            <a:xfrm>
              <a:off x="2453406" y="1644987"/>
              <a:ext cx="90477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7" name="object 97">
              <a:extLst>
                <a:ext uri="{FF2B5EF4-FFF2-40B4-BE49-F238E27FC236}">
                  <a16:creationId xmlns:a16="http://schemas.microsoft.com/office/drawing/2014/main" id="{3C59CF36-C516-3E46-8A57-9D5672C65465}"/>
                </a:ext>
              </a:extLst>
            </p:cNvPr>
            <p:cNvSpPr/>
            <p:nvPr/>
          </p:nvSpPr>
          <p:spPr>
            <a:xfrm>
              <a:off x="2283565" y="1527508"/>
              <a:ext cx="88889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8" name="object 98">
              <a:extLst>
                <a:ext uri="{FF2B5EF4-FFF2-40B4-BE49-F238E27FC236}">
                  <a16:creationId xmlns:a16="http://schemas.microsoft.com/office/drawing/2014/main" id="{1012EDF8-B130-A902-57EA-EE04882970D2}"/>
                </a:ext>
              </a:extLst>
            </p:cNvPr>
            <p:cNvSpPr/>
            <p:nvPr/>
          </p:nvSpPr>
          <p:spPr>
            <a:xfrm>
              <a:off x="3647060" y="2233971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9" name="object 99">
              <a:extLst>
                <a:ext uri="{FF2B5EF4-FFF2-40B4-BE49-F238E27FC236}">
                  <a16:creationId xmlns:a16="http://schemas.microsoft.com/office/drawing/2014/main" id="{10E61483-C419-EEE3-54FC-5CFE24B3F86C}"/>
                </a:ext>
              </a:extLst>
            </p:cNvPr>
            <p:cNvSpPr/>
            <p:nvPr/>
          </p:nvSpPr>
          <p:spPr>
            <a:xfrm>
              <a:off x="3305790" y="2114904"/>
              <a:ext cx="90476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0" name="object 100">
              <a:extLst>
                <a:ext uri="{FF2B5EF4-FFF2-40B4-BE49-F238E27FC236}">
                  <a16:creationId xmlns:a16="http://schemas.microsoft.com/office/drawing/2014/main" id="{575188E9-D978-459C-5FDF-FBEF6D010356}"/>
                </a:ext>
              </a:extLst>
            </p:cNvPr>
            <p:cNvSpPr/>
            <p:nvPr/>
          </p:nvSpPr>
          <p:spPr>
            <a:xfrm>
              <a:off x="3647060" y="1411616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1" name="object 101">
              <a:extLst>
                <a:ext uri="{FF2B5EF4-FFF2-40B4-BE49-F238E27FC236}">
                  <a16:creationId xmlns:a16="http://schemas.microsoft.com/office/drawing/2014/main" id="{DDB53D2D-04A4-7115-1FE9-9C5593F5322E}"/>
                </a:ext>
              </a:extLst>
            </p:cNvPr>
            <p:cNvSpPr/>
            <p:nvPr/>
          </p:nvSpPr>
          <p:spPr>
            <a:xfrm>
              <a:off x="3647060" y="2114904"/>
              <a:ext cx="90477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2" name="object 102">
              <a:extLst>
                <a:ext uri="{FF2B5EF4-FFF2-40B4-BE49-F238E27FC236}">
                  <a16:creationId xmlns:a16="http://schemas.microsoft.com/office/drawing/2014/main" id="{E051455B-32D6-725C-17F6-6F39B3EDF4F0}"/>
                </a:ext>
              </a:extLst>
            </p:cNvPr>
            <p:cNvSpPr/>
            <p:nvPr/>
          </p:nvSpPr>
          <p:spPr>
            <a:xfrm>
              <a:off x="2796264" y="1764054"/>
              <a:ext cx="88889" cy="9049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3" name="object 103">
              <a:extLst>
                <a:ext uri="{FF2B5EF4-FFF2-40B4-BE49-F238E27FC236}">
                  <a16:creationId xmlns:a16="http://schemas.microsoft.com/office/drawing/2014/main" id="{801F04ED-EFD4-DAB2-AE2E-C6E7D507A073}"/>
                </a:ext>
              </a:extLst>
            </p:cNvPr>
            <p:cNvSpPr/>
            <p:nvPr/>
          </p:nvSpPr>
          <p:spPr>
            <a:xfrm>
              <a:off x="2966106" y="1879945"/>
              <a:ext cx="90476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4" name="object 104">
              <a:extLst>
                <a:ext uri="{FF2B5EF4-FFF2-40B4-BE49-F238E27FC236}">
                  <a16:creationId xmlns:a16="http://schemas.microsoft.com/office/drawing/2014/main" id="{6121E1EC-8771-A1B9-978E-5FCFE0A54AD9}"/>
                </a:ext>
              </a:extLst>
            </p:cNvPr>
            <p:cNvSpPr/>
            <p:nvPr/>
          </p:nvSpPr>
          <p:spPr>
            <a:xfrm>
              <a:off x="2966106" y="1644987"/>
              <a:ext cx="90476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5" name="object 105">
              <a:extLst>
                <a:ext uri="{FF2B5EF4-FFF2-40B4-BE49-F238E27FC236}">
                  <a16:creationId xmlns:a16="http://schemas.microsoft.com/office/drawing/2014/main" id="{FBB2467D-6060-9536-BBF9-F724B56AAF57}"/>
                </a:ext>
              </a:extLst>
            </p:cNvPr>
            <p:cNvSpPr/>
            <p:nvPr/>
          </p:nvSpPr>
          <p:spPr>
            <a:xfrm>
              <a:off x="2796264" y="1999013"/>
              <a:ext cx="88889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6" name="object 106">
              <a:extLst>
                <a:ext uri="{FF2B5EF4-FFF2-40B4-BE49-F238E27FC236}">
                  <a16:creationId xmlns:a16="http://schemas.microsoft.com/office/drawing/2014/main" id="{8A1A120C-8AF1-4192-A9C7-5633B8F030E2}"/>
                </a:ext>
              </a:extLst>
            </p:cNvPr>
            <p:cNvSpPr/>
            <p:nvPr/>
          </p:nvSpPr>
          <p:spPr>
            <a:xfrm>
              <a:off x="3647060" y="2468930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7" name="object 107">
              <a:extLst>
                <a:ext uri="{FF2B5EF4-FFF2-40B4-BE49-F238E27FC236}">
                  <a16:creationId xmlns:a16="http://schemas.microsoft.com/office/drawing/2014/main" id="{1FF247BF-A9F0-9EEB-1387-5A61D44652EC}"/>
                </a:ext>
              </a:extLst>
            </p:cNvPr>
            <p:cNvSpPr/>
            <p:nvPr/>
          </p:nvSpPr>
          <p:spPr>
            <a:xfrm>
              <a:off x="3477219" y="1764054"/>
              <a:ext cx="88889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8" name="object 108">
              <a:extLst>
                <a:ext uri="{FF2B5EF4-FFF2-40B4-BE49-F238E27FC236}">
                  <a16:creationId xmlns:a16="http://schemas.microsoft.com/office/drawing/2014/main" id="{5D6A0C94-0C25-4396-A361-A24B06C02A92}"/>
                </a:ext>
              </a:extLst>
            </p:cNvPr>
            <p:cNvSpPr/>
            <p:nvPr/>
          </p:nvSpPr>
          <p:spPr>
            <a:xfrm>
              <a:off x="2453406" y="1411616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9" name="object 109">
              <a:extLst>
                <a:ext uri="{FF2B5EF4-FFF2-40B4-BE49-F238E27FC236}">
                  <a16:creationId xmlns:a16="http://schemas.microsoft.com/office/drawing/2014/main" id="{37A08954-7286-A8E9-2179-B5D86CC24928}"/>
                </a:ext>
              </a:extLst>
            </p:cNvPr>
            <p:cNvSpPr/>
            <p:nvPr/>
          </p:nvSpPr>
          <p:spPr>
            <a:xfrm>
              <a:off x="3477219" y="2114904"/>
              <a:ext cx="88889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0" name="object 110">
              <a:extLst>
                <a:ext uri="{FF2B5EF4-FFF2-40B4-BE49-F238E27FC236}">
                  <a16:creationId xmlns:a16="http://schemas.microsoft.com/office/drawing/2014/main" id="{CC836B78-D1D1-7A5D-3840-EF1C4EFCE98A}"/>
                </a:ext>
              </a:extLst>
            </p:cNvPr>
            <p:cNvSpPr/>
            <p:nvPr/>
          </p:nvSpPr>
          <p:spPr>
            <a:xfrm>
              <a:off x="3305790" y="2233971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1" name="object 111">
              <a:extLst>
                <a:ext uri="{FF2B5EF4-FFF2-40B4-BE49-F238E27FC236}">
                  <a16:creationId xmlns:a16="http://schemas.microsoft.com/office/drawing/2014/main" id="{977A97B7-B484-7EF9-0370-89A269A36B23}"/>
                </a:ext>
              </a:extLst>
            </p:cNvPr>
            <p:cNvSpPr/>
            <p:nvPr/>
          </p:nvSpPr>
          <p:spPr>
            <a:xfrm>
              <a:off x="3477219" y="2468930"/>
              <a:ext cx="88889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2" name="object 112">
              <a:extLst>
                <a:ext uri="{FF2B5EF4-FFF2-40B4-BE49-F238E27FC236}">
                  <a16:creationId xmlns:a16="http://schemas.microsoft.com/office/drawing/2014/main" id="{5B3815C7-B56D-4018-A05E-7BB3FC7B341A}"/>
                </a:ext>
              </a:extLst>
            </p:cNvPr>
            <p:cNvSpPr/>
            <p:nvPr/>
          </p:nvSpPr>
          <p:spPr>
            <a:xfrm>
              <a:off x="3305790" y="2468930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3" name="object 113">
              <a:extLst>
                <a:ext uri="{FF2B5EF4-FFF2-40B4-BE49-F238E27FC236}">
                  <a16:creationId xmlns:a16="http://schemas.microsoft.com/office/drawing/2014/main" id="{7748314F-163B-AC5C-3169-67B27131FD8D}"/>
                </a:ext>
              </a:extLst>
            </p:cNvPr>
            <p:cNvSpPr/>
            <p:nvPr/>
          </p:nvSpPr>
          <p:spPr>
            <a:xfrm>
              <a:off x="2453406" y="1527508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4" name="object 114">
              <a:extLst>
                <a:ext uri="{FF2B5EF4-FFF2-40B4-BE49-F238E27FC236}">
                  <a16:creationId xmlns:a16="http://schemas.microsoft.com/office/drawing/2014/main" id="{025DF8D2-7DD6-B728-C94E-1396A5CFBE05}"/>
                </a:ext>
              </a:extLst>
            </p:cNvPr>
            <p:cNvSpPr/>
            <p:nvPr/>
          </p:nvSpPr>
          <p:spPr>
            <a:xfrm>
              <a:off x="3477219" y="1411616"/>
              <a:ext cx="88889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5" name="object 115">
              <a:extLst>
                <a:ext uri="{FF2B5EF4-FFF2-40B4-BE49-F238E27FC236}">
                  <a16:creationId xmlns:a16="http://schemas.microsoft.com/office/drawing/2014/main" id="{0CCB5871-40B6-1903-9101-3922F1F36E51}"/>
                </a:ext>
              </a:extLst>
            </p:cNvPr>
            <p:cNvSpPr/>
            <p:nvPr/>
          </p:nvSpPr>
          <p:spPr>
            <a:xfrm>
              <a:off x="3137535" y="2114904"/>
              <a:ext cx="90476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6" name="object 116">
              <a:extLst>
                <a:ext uri="{FF2B5EF4-FFF2-40B4-BE49-F238E27FC236}">
                  <a16:creationId xmlns:a16="http://schemas.microsoft.com/office/drawing/2014/main" id="{C5E4C2B9-FFF6-5C3A-7487-45CECD2553A2}"/>
                </a:ext>
              </a:extLst>
            </p:cNvPr>
            <p:cNvSpPr/>
            <p:nvPr/>
          </p:nvSpPr>
          <p:spPr>
            <a:xfrm>
              <a:off x="3305790" y="1999013"/>
              <a:ext cx="90476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7" name="object 117">
              <a:extLst>
                <a:ext uri="{FF2B5EF4-FFF2-40B4-BE49-F238E27FC236}">
                  <a16:creationId xmlns:a16="http://schemas.microsoft.com/office/drawing/2014/main" id="{65345D19-B49B-313C-C514-899FA3D93898}"/>
                </a:ext>
              </a:extLst>
            </p:cNvPr>
            <p:cNvSpPr/>
            <p:nvPr/>
          </p:nvSpPr>
          <p:spPr>
            <a:xfrm>
              <a:off x="2966106" y="1764054"/>
              <a:ext cx="90476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8" name="object 118">
              <a:extLst>
                <a:ext uri="{FF2B5EF4-FFF2-40B4-BE49-F238E27FC236}">
                  <a16:creationId xmlns:a16="http://schemas.microsoft.com/office/drawing/2014/main" id="{6E175668-7B31-0F1A-A4E8-40D9A2482098}"/>
                </a:ext>
              </a:extLst>
            </p:cNvPr>
            <p:cNvSpPr/>
            <p:nvPr/>
          </p:nvSpPr>
          <p:spPr>
            <a:xfrm>
              <a:off x="2453406" y="1999013"/>
              <a:ext cx="90477" cy="9049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9" name="object 119">
              <a:extLst>
                <a:ext uri="{FF2B5EF4-FFF2-40B4-BE49-F238E27FC236}">
                  <a16:creationId xmlns:a16="http://schemas.microsoft.com/office/drawing/2014/main" id="{9275C956-9482-62F0-4AC2-F05345646883}"/>
                </a:ext>
              </a:extLst>
            </p:cNvPr>
            <p:cNvSpPr/>
            <p:nvPr/>
          </p:nvSpPr>
          <p:spPr>
            <a:xfrm>
              <a:off x="2283565" y="1644987"/>
              <a:ext cx="88889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0" name="object 120">
              <a:extLst>
                <a:ext uri="{FF2B5EF4-FFF2-40B4-BE49-F238E27FC236}">
                  <a16:creationId xmlns:a16="http://schemas.microsoft.com/office/drawing/2014/main" id="{54A8353A-7387-1EF0-F177-4D4A97DFFE3E}"/>
                </a:ext>
              </a:extLst>
            </p:cNvPr>
            <p:cNvSpPr/>
            <p:nvPr/>
          </p:nvSpPr>
          <p:spPr>
            <a:xfrm>
              <a:off x="3137535" y="1527508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1" name="object 121">
              <a:extLst>
                <a:ext uri="{FF2B5EF4-FFF2-40B4-BE49-F238E27FC236}">
                  <a16:creationId xmlns:a16="http://schemas.microsoft.com/office/drawing/2014/main" id="{4B682274-D62B-3C5E-C9F2-843B4790C28C}"/>
                </a:ext>
              </a:extLst>
            </p:cNvPr>
            <p:cNvSpPr/>
            <p:nvPr/>
          </p:nvSpPr>
          <p:spPr>
            <a:xfrm>
              <a:off x="2624835" y="1879945"/>
              <a:ext cx="90477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2" name="object 122">
              <a:extLst>
                <a:ext uri="{FF2B5EF4-FFF2-40B4-BE49-F238E27FC236}">
                  <a16:creationId xmlns:a16="http://schemas.microsoft.com/office/drawing/2014/main" id="{B9A2441B-8C6F-020C-4EA7-A67A73E31D0A}"/>
                </a:ext>
              </a:extLst>
            </p:cNvPr>
            <p:cNvSpPr/>
            <p:nvPr/>
          </p:nvSpPr>
          <p:spPr>
            <a:xfrm>
              <a:off x="2966106" y="2353038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3" name="object 123">
              <a:extLst>
                <a:ext uri="{FF2B5EF4-FFF2-40B4-BE49-F238E27FC236}">
                  <a16:creationId xmlns:a16="http://schemas.microsoft.com/office/drawing/2014/main" id="{D4CB7C05-2B25-1044-4516-0587B7A5DC35}"/>
                </a:ext>
              </a:extLst>
            </p:cNvPr>
            <p:cNvSpPr/>
            <p:nvPr/>
          </p:nvSpPr>
          <p:spPr>
            <a:xfrm>
              <a:off x="3818489" y="1411616"/>
              <a:ext cx="90477" cy="8890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4" name="object 124">
              <a:extLst>
                <a:ext uri="{FF2B5EF4-FFF2-40B4-BE49-F238E27FC236}">
                  <a16:creationId xmlns:a16="http://schemas.microsoft.com/office/drawing/2014/main" id="{7956C481-1EA6-3626-49A5-64BDD13DB4C8}"/>
                </a:ext>
              </a:extLst>
            </p:cNvPr>
            <p:cNvSpPr/>
            <p:nvPr/>
          </p:nvSpPr>
          <p:spPr>
            <a:xfrm>
              <a:off x="2796264" y="2233971"/>
              <a:ext cx="88889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5" name="object 125">
              <a:extLst>
                <a:ext uri="{FF2B5EF4-FFF2-40B4-BE49-F238E27FC236}">
                  <a16:creationId xmlns:a16="http://schemas.microsoft.com/office/drawing/2014/main" id="{32E392F7-0428-B618-0FB6-3F3589260FD2}"/>
                </a:ext>
              </a:extLst>
            </p:cNvPr>
            <p:cNvSpPr/>
            <p:nvPr/>
          </p:nvSpPr>
          <p:spPr>
            <a:xfrm>
              <a:off x="3477219" y="1999013"/>
              <a:ext cx="88889" cy="9049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6" name="object 126">
              <a:extLst>
                <a:ext uri="{FF2B5EF4-FFF2-40B4-BE49-F238E27FC236}">
                  <a16:creationId xmlns:a16="http://schemas.microsoft.com/office/drawing/2014/main" id="{646B483A-F11C-BED3-B2EC-E49339AA2F98}"/>
                </a:ext>
              </a:extLst>
            </p:cNvPr>
            <p:cNvSpPr/>
            <p:nvPr/>
          </p:nvSpPr>
          <p:spPr>
            <a:xfrm>
              <a:off x="2283565" y="2114904"/>
              <a:ext cx="88889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7" name="object 127">
              <a:extLst>
                <a:ext uri="{FF2B5EF4-FFF2-40B4-BE49-F238E27FC236}">
                  <a16:creationId xmlns:a16="http://schemas.microsoft.com/office/drawing/2014/main" id="{DE267EF4-1BE5-CEA8-3116-EAA4DF148CD0}"/>
                </a:ext>
              </a:extLst>
            </p:cNvPr>
            <p:cNvSpPr/>
            <p:nvPr/>
          </p:nvSpPr>
          <p:spPr>
            <a:xfrm>
              <a:off x="2453406" y="1879945"/>
              <a:ext cx="90477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8" name="object 128">
              <a:extLst>
                <a:ext uri="{FF2B5EF4-FFF2-40B4-BE49-F238E27FC236}">
                  <a16:creationId xmlns:a16="http://schemas.microsoft.com/office/drawing/2014/main" id="{83761A95-20F9-3325-E714-3FC7BC339544}"/>
                </a:ext>
              </a:extLst>
            </p:cNvPr>
            <p:cNvSpPr/>
            <p:nvPr/>
          </p:nvSpPr>
          <p:spPr>
            <a:xfrm>
              <a:off x="3477219" y="1644987"/>
              <a:ext cx="88889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9" name="object 129">
              <a:extLst>
                <a:ext uri="{FF2B5EF4-FFF2-40B4-BE49-F238E27FC236}">
                  <a16:creationId xmlns:a16="http://schemas.microsoft.com/office/drawing/2014/main" id="{34AB5D55-0520-F4E7-D730-46847B305E05}"/>
                </a:ext>
              </a:extLst>
            </p:cNvPr>
            <p:cNvSpPr/>
            <p:nvPr/>
          </p:nvSpPr>
          <p:spPr>
            <a:xfrm>
              <a:off x="3137535" y="1879945"/>
              <a:ext cx="90476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0" name="object 130">
              <a:extLst>
                <a:ext uri="{FF2B5EF4-FFF2-40B4-BE49-F238E27FC236}">
                  <a16:creationId xmlns:a16="http://schemas.microsoft.com/office/drawing/2014/main" id="{302875E8-E647-AA81-4E93-AB99C5A6D5DC}"/>
                </a:ext>
              </a:extLst>
            </p:cNvPr>
            <p:cNvSpPr/>
            <p:nvPr/>
          </p:nvSpPr>
          <p:spPr>
            <a:xfrm>
              <a:off x="3137535" y="2353038"/>
              <a:ext cx="90476" cy="8890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1" name="object 131">
              <a:extLst>
                <a:ext uri="{FF2B5EF4-FFF2-40B4-BE49-F238E27FC236}">
                  <a16:creationId xmlns:a16="http://schemas.microsoft.com/office/drawing/2014/main" id="{2A60772A-119B-1501-56C1-388C033F0C30}"/>
                </a:ext>
              </a:extLst>
            </p:cNvPr>
            <p:cNvSpPr/>
            <p:nvPr/>
          </p:nvSpPr>
          <p:spPr>
            <a:xfrm>
              <a:off x="2624835" y="1644987"/>
              <a:ext cx="90477" cy="90491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2" name="object 132">
              <a:extLst>
                <a:ext uri="{FF2B5EF4-FFF2-40B4-BE49-F238E27FC236}">
                  <a16:creationId xmlns:a16="http://schemas.microsoft.com/office/drawing/2014/main" id="{CACAB410-2E07-E89F-BE94-2700BC934A4B}"/>
                </a:ext>
              </a:extLst>
            </p:cNvPr>
            <p:cNvSpPr/>
            <p:nvPr/>
          </p:nvSpPr>
          <p:spPr>
            <a:xfrm>
              <a:off x="3305790" y="1527508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3" name="object 133">
              <a:extLst>
                <a:ext uri="{FF2B5EF4-FFF2-40B4-BE49-F238E27FC236}">
                  <a16:creationId xmlns:a16="http://schemas.microsoft.com/office/drawing/2014/main" id="{1DF5270D-DE3A-8C3F-5DC6-765E656AC49E}"/>
                </a:ext>
              </a:extLst>
            </p:cNvPr>
            <p:cNvSpPr/>
            <p:nvPr/>
          </p:nvSpPr>
          <p:spPr>
            <a:xfrm>
              <a:off x="2624835" y="2233971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4" name="object 134">
              <a:extLst>
                <a:ext uri="{FF2B5EF4-FFF2-40B4-BE49-F238E27FC236}">
                  <a16:creationId xmlns:a16="http://schemas.microsoft.com/office/drawing/2014/main" id="{F79A1235-1834-65CA-BB5D-686402160F2E}"/>
                </a:ext>
              </a:extLst>
            </p:cNvPr>
            <p:cNvSpPr/>
            <p:nvPr/>
          </p:nvSpPr>
          <p:spPr>
            <a:xfrm>
              <a:off x="2624835" y="1764054"/>
              <a:ext cx="90477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5" name="object 135">
              <a:extLst>
                <a:ext uri="{FF2B5EF4-FFF2-40B4-BE49-F238E27FC236}">
                  <a16:creationId xmlns:a16="http://schemas.microsoft.com/office/drawing/2014/main" id="{A28AF78E-23C0-3F6E-57FB-A55D34156787}"/>
                </a:ext>
              </a:extLst>
            </p:cNvPr>
            <p:cNvSpPr/>
            <p:nvPr/>
          </p:nvSpPr>
          <p:spPr>
            <a:xfrm>
              <a:off x="2624835" y="1411616"/>
              <a:ext cx="90477" cy="8890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6" name="object 136">
              <a:extLst>
                <a:ext uri="{FF2B5EF4-FFF2-40B4-BE49-F238E27FC236}">
                  <a16:creationId xmlns:a16="http://schemas.microsoft.com/office/drawing/2014/main" id="{0332221C-2E54-E4A6-757E-CBEA6383824B}"/>
                </a:ext>
              </a:extLst>
            </p:cNvPr>
            <p:cNvSpPr/>
            <p:nvPr/>
          </p:nvSpPr>
          <p:spPr>
            <a:xfrm>
              <a:off x="3305790" y="2353038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7" name="object 137">
              <a:extLst>
                <a:ext uri="{FF2B5EF4-FFF2-40B4-BE49-F238E27FC236}">
                  <a16:creationId xmlns:a16="http://schemas.microsoft.com/office/drawing/2014/main" id="{6DFAAF9C-15AB-2DF6-E7BF-153CB6658A0F}"/>
                </a:ext>
              </a:extLst>
            </p:cNvPr>
            <p:cNvSpPr/>
            <p:nvPr/>
          </p:nvSpPr>
          <p:spPr>
            <a:xfrm>
              <a:off x="2966106" y="1411616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8" name="object 138">
              <a:extLst>
                <a:ext uri="{FF2B5EF4-FFF2-40B4-BE49-F238E27FC236}">
                  <a16:creationId xmlns:a16="http://schemas.microsoft.com/office/drawing/2014/main" id="{72F760D8-8F8A-3A38-B1AF-64F304F7F401}"/>
                </a:ext>
              </a:extLst>
            </p:cNvPr>
            <p:cNvSpPr/>
            <p:nvPr/>
          </p:nvSpPr>
          <p:spPr>
            <a:xfrm>
              <a:off x="3818489" y="2468930"/>
              <a:ext cx="90477" cy="8890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9" name="object 139">
              <a:extLst>
                <a:ext uri="{FF2B5EF4-FFF2-40B4-BE49-F238E27FC236}">
                  <a16:creationId xmlns:a16="http://schemas.microsoft.com/office/drawing/2014/main" id="{FF57AC6E-AA3F-F7D3-92EB-4F96C2A17B4C}"/>
                </a:ext>
              </a:extLst>
            </p:cNvPr>
            <p:cNvSpPr/>
            <p:nvPr/>
          </p:nvSpPr>
          <p:spPr>
            <a:xfrm>
              <a:off x="2966106" y="2233971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0" name="object 140">
              <a:extLst>
                <a:ext uri="{FF2B5EF4-FFF2-40B4-BE49-F238E27FC236}">
                  <a16:creationId xmlns:a16="http://schemas.microsoft.com/office/drawing/2014/main" id="{0662849B-201B-A10D-E4DB-DC26BD5BBBEC}"/>
                </a:ext>
              </a:extLst>
            </p:cNvPr>
            <p:cNvSpPr/>
            <p:nvPr/>
          </p:nvSpPr>
          <p:spPr>
            <a:xfrm>
              <a:off x="2453406" y="2468930"/>
              <a:ext cx="90477" cy="8890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1" name="object 141">
              <a:extLst>
                <a:ext uri="{FF2B5EF4-FFF2-40B4-BE49-F238E27FC236}">
                  <a16:creationId xmlns:a16="http://schemas.microsoft.com/office/drawing/2014/main" id="{A462BCC0-CAAD-37A6-0832-EFA5C1688B83}"/>
                </a:ext>
              </a:extLst>
            </p:cNvPr>
            <p:cNvSpPr/>
            <p:nvPr/>
          </p:nvSpPr>
          <p:spPr>
            <a:xfrm>
              <a:off x="2624835" y="1527508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2" name="object 142">
              <a:extLst>
                <a:ext uri="{FF2B5EF4-FFF2-40B4-BE49-F238E27FC236}">
                  <a16:creationId xmlns:a16="http://schemas.microsoft.com/office/drawing/2014/main" id="{AA292813-3C7E-536C-2FD6-8B33462EC010}"/>
                </a:ext>
              </a:extLst>
            </p:cNvPr>
            <p:cNvSpPr/>
            <p:nvPr/>
          </p:nvSpPr>
          <p:spPr>
            <a:xfrm>
              <a:off x="2283565" y="2468930"/>
              <a:ext cx="88889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3" name="object 143">
              <a:extLst>
                <a:ext uri="{FF2B5EF4-FFF2-40B4-BE49-F238E27FC236}">
                  <a16:creationId xmlns:a16="http://schemas.microsoft.com/office/drawing/2014/main" id="{B3B79037-5146-93E1-2AEF-CB593B3F06EC}"/>
                </a:ext>
              </a:extLst>
            </p:cNvPr>
            <p:cNvSpPr/>
            <p:nvPr/>
          </p:nvSpPr>
          <p:spPr>
            <a:xfrm>
              <a:off x="2624835" y="1999013"/>
              <a:ext cx="90477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4" name="object 144">
              <a:extLst>
                <a:ext uri="{FF2B5EF4-FFF2-40B4-BE49-F238E27FC236}">
                  <a16:creationId xmlns:a16="http://schemas.microsoft.com/office/drawing/2014/main" id="{5D3C215F-8228-FDE1-CB9C-5F5988AE5313}"/>
                </a:ext>
              </a:extLst>
            </p:cNvPr>
            <p:cNvSpPr/>
            <p:nvPr/>
          </p:nvSpPr>
          <p:spPr>
            <a:xfrm>
              <a:off x="4328014" y="2940434"/>
              <a:ext cx="90476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5" name="object 145">
              <a:extLst>
                <a:ext uri="{FF2B5EF4-FFF2-40B4-BE49-F238E27FC236}">
                  <a16:creationId xmlns:a16="http://schemas.microsoft.com/office/drawing/2014/main" id="{1144A587-0041-0395-ADEA-3CEF487759D6}"/>
                </a:ext>
              </a:extLst>
            </p:cNvPr>
            <p:cNvSpPr/>
            <p:nvPr/>
          </p:nvSpPr>
          <p:spPr>
            <a:xfrm>
              <a:off x="5864526" y="2940434"/>
              <a:ext cx="88889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6" name="object 146">
              <a:extLst>
                <a:ext uri="{FF2B5EF4-FFF2-40B4-BE49-F238E27FC236}">
                  <a16:creationId xmlns:a16="http://schemas.microsoft.com/office/drawing/2014/main" id="{71BE6F98-D5A5-9228-D053-6E386C3F6A66}"/>
                </a:ext>
              </a:extLst>
            </p:cNvPr>
            <p:cNvSpPr/>
            <p:nvPr/>
          </p:nvSpPr>
          <p:spPr>
            <a:xfrm>
              <a:off x="5012143" y="3294460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7" name="object 147">
              <a:extLst>
                <a:ext uri="{FF2B5EF4-FFF2-40B4-BE49-F238E27FC236}">
                  <a16:creationId xmlns:a16="http://schemas.microsoft.com/office/drawing/2014/main" id="{CA0978F4-117E-CC50-8B61-6509B7761984}"/>
                </a:ext>
              </a:extLst>
            </p:cNvPr>
            <p:cNvSpPr/>
            <p:nvPr/>
          </p:nvSpPr>
          <p:spPr>
            <a:xfrm>
              <a:off x="5864526" y="3059501"/>
              <a:ext cx="88889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8" name="object 148">
              <a:extLst>
                <a:ext uri="{FF2B5EF4-FFF2-40B4-BE49-F238E27FC236}">
                  <a16:creationId xmlns:a16="http://schemas.microsoft.com/office/drawing/2014/main" id="{7E0D70FA-A8D9-A997-2F77-8399D02A12F1}"/>
                </a:ext>
              </a:extLst>
            </p:cNvPr>
            <p:cNvSpPr/>
            <p:nvPr/>
          </p:nvSpPr>
          <p:spPr>
            <a:xfrm>
              <a:off x="4840714" y="2821368"/>
              <a:ext cx="90477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9" name="object 149">
              <a:extLst>
                <a:ext uri="{FF2B5EF4-FFF2-40B4-BE49-F238E27FC236}">
                  <a16:creationId xmlns:a16="http://schemas.microsoft.com/office/drawing/2014/main" id="{79E22402-73D6-235E-976B-29B01527A62D}"/>
                </a:ext>
              </a:extLst>
            </p:cNvPr>
            <p:cNvSpPr/>
            <p:nvPr/>
          </p:nvSpPr>
          <p:spPr>
            <a:xfrm>
              <a:off x="5351826" y="3881856"/>
              <a:ext cx="88889" cy="9049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0" name="object 150">
              <a:extLst>
                <a:ext uri="{FF2B5EF4-FFF2-40B4-BE49-F238E27FC236}">
                  <a16:creationId xmlns:a16="http://schemas.microsoft.com/office/drawing/2014/main" id="{157EDC5A-38DB-58AE-1414-7AC7523B9C98}"/>
                </a:ext>
              </a:extLst>
            </p:cNvPr>
            <p:cNvSpPr/>
            <p:nvPr/>
          </p:nvSpPr>
          <p:spPr>
            <a:xfrm>
              <a:off x="4328014" y="3881856"/>
              <a:ext cx="90476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1" name="object 151">
              <a:extLst>
                <a:ext uri="{FF2B5EF4-FFF2-40B4-BE49-F238E27FC236}">
                  <a16:creationId xmlns:a16="http://schemas.microsoft.com/office/drawing/2014/main" id="{8CAE47EB-CCFF-6573-0B40-1472AE7238DE}"/>
                </a:ext>
              </a:extLst>
            </p:cNvPr>
            <p:cNvSpPr/>
            <p:nvPr/>
          </p:nvSpPr>
          <p:spPr>
            <a:xfrm>
              <a:off x="5521668" y="3175393"/>
              <a:ext cx="90476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2" name="object 152">
              <a:extLst>
                <a:ext uri="{FF2B5EF4-FFF2-40B4-BE49-F238E27FC236}">
                  <a16:creationId xmlns:a16="http://schemas.microsoft.com/office/drawing/2014/main" id="{89AA355A-77F9-CA34-612B-405BA1B4F792}"/>
                </a:ext>
              </a:extLst>
            </p:cNvPr>
            <p:cNvSpPr/>
            <p:nvPr/>
          </p:nvSpPr>
          <p:spPr>
            <a:xfrm>
              <a:off x="4840714" y="3059501"/>
              <a:ext cx="90477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3" name="object 153">
              <a:extLst>
                <a:ext uri="{FF2B5EF4-FFF2-40B4-BE49-F238E27FC236}">
                  <a16:creationId xmlns:a16="http://schemas.microsoft.com/office/drawing/2014/main" id="{5549B4D0-D410-0855-9D13-A7D458DA6731}"/>
                </a:ext>
              </a:extLst>
            </p:cNvPr>
            <p:cNvSpPr/>
            <p:nvPr/>
          </p:nvSpPr>
          <p:spPr>
            <a:xfrm>
              <a:off x="4499443" y="2821368"/>
              <a:ext cx="90476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4" name="object 154">
              <a:extLst>
                <a:ext uri="{FF2B5EF4-FFF2-40B4-BE49-F238E27FC236}">
                  <a16:creationId xmlns:a16="http://schemas.microsoft.com/office/drawing/2014/main" id="{4CDEE3CD-3AF4-1396-D091-2414850F5BD3}"/>
                </a:ext>
              </a:extLst>
            </p:cNvPr>
            <p:cNvSpPr/>
            <p:nvPr/>
          </p:nvSpPr>
          <p:spPr>
            <a:xfrm>
              <a:off x="5180397" y="3294460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5" name="object 155">
              <a:extLst>
                <a:ext uri="{FF2B5EF4-FFF2-40B4-BE49-F238E27FC236}">
                  <a16:creationId xmlns:a16="http://schemas.microsoft.com/office/drawing/2014/main" id="{E953A8C7-02EE-1F59-CFD6-F95480D6535B}"/>
                </a:ext>
              </a:extLst>
            </p:cNvPr>
            <p:cNvSpPr/>
            <p:nvPr/>
          </p:nvSpPr>
          <p:spPr>
            <a:xfrm>
              <a:off x="5012143" y="3881856"/>
              <a:ext cx="90477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6" name="object 156">
              <a:extLst>
                <a:ext uri="{FF2B5EF4-FFF2-40B4-BE49-F238E27FC236}">
                  <a16:creationId xmlns:a16="http://schemas.microsoft.com/office/drawing/2014/main" id="{4BEEEC67-2B6B-D6C5-6FB5-C52058462672}"/>
                </a:ext>
              </a:extLst>
            </p:cNvPr>
            <p:cNvSpPr/>
            <p:nvPr/>
          </p:nvSpPr>
          <p:spPr>
            <a:xfrm>
              <a:off x="5180397" y="3413526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7" name="object 157">
              <a:extLst>
                <a:ext uri="{FF2B5EF4-FFF2-40B4-BE49-F238E27FC236}">
                  <a16:creationId xmlns:a16="http://schemas.microsoft.com/office/drawing/2014/main" id="{A8CB2F34-6FCB-B808-D7A4-F3FE546888DD}"/>
                </a:ext>
              </a:extLst>
            </p:cNvPr>
            <p:cNvSpPr/>
            <p:nvPr/>
          </p:nvSpPr>
          <p:spPr>
            <a:xfrm>
              <a:off x="5693097" y="3059501"/>
              <a:ext cx="90476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8" name="object 158">
              <a:extLst>
                <a:ext uri="{FF2B5EF4-FFF2-40B4-BE49-F238E27FC236}">
                  <a16:creationId xmlns:a16="http://schemas.microsoft.com/office/drawing/2014/main" id="{C60FAF7E-D9C4-69C6-EFBE-027EF09A56D1}"/>
                </a:ext>
              </a:extLst>
            </p:cNvPr>
            <p:cNvSpPr/>
            <p:nvPr/>
          </p:nvSpPr>
          <p:spPr>
            <a:xfrm>
              <a:off x="4328014" y="3175393"/>
              <a:ext cx="90476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9" name="object 159">
              <a:extLst>
                <a:ext uri="{FF2B5EF4-FFF2-40B4-BE49-F238E27FC236}">
                  <a16:creationId xmlns:a16="http://schemas.microsoft.com/office/drawing/2014/main" id="{F1D232A4-B1D2-4B78-ADCC-4C41FFFE0FB6}"/>
                </a:ext>
              </a:extLst>
            </p:cNvPr>
            <p:cNvSpPr/>
            <p:nvPr/>
          </p:nvSpPr>
          <p:spPr>
            <a:xfrm>
              <a:off x="5693097" y="3881856"/>
              <a:ext cx="90476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0" name="object 160">
              <a:extLst>
                <a:ext uri="{FF2B5EF4-FFF2-40B4-BE49-F238E27FC236}">
                  <a16:creationId xmlns:a16="http://schemas.microsoft.com/office/drawing/2014/main" id="{47E7210C-D41E-71C6-3629-A299033BE018}"/>
                </a:ext>
              </a:extLst>
            </p:cNvPr>
            <p:cNvSpPr/>
            <p:nvPr/>
          </p:nvSpPr>
          <p:spPr>
            <a:xfrm>
              <a:off x="4670872" y="3175393"/>
              <a:ext cx="88889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1" name="object 161">
              <a:extLst>
                <a:ext uri="{FF2B5EF4-FFF2-40B4-BE49-F238E27FC236}">
                  <a16:creationId xmlns:a16="http://schemas.microsoft.com/office/drawing/2014/main" id="{AEDCDA06-577A-8721-E678-DF6D59E7BBF1}"/>
                </a:ext>
              </a:extLst>
            </p:cNvPr>
            <p:cNvSpPr/>
            <p:nvPr/>
          </p:nvSpPr>
          <p:spPr>
            <a:xfrm>
              <a:off x="4840714" y="3529418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2" name="object 162">
              <a:extLst>
                <a:ext uri="{FF2B5EF4-FFF2-40B4-BE49-F238E27FC236}">
                  <a16:creationId xmlns:a16="http://schemas.microsoft.com/office/drawing/2014/main" id="{4371B0FA-2B6B-6F8A-4B88-A1DA57F7BB39}"/>
                </a:ext>
              </a:extLst>
            </p:cNvPr>
            <p:cNvSpPr/>
            <p:nvPr/>
          </p:nvSpPr>
          <p:spPr>
            <a:xfrm>
              <a:off x="5693097" y="3529418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3" name="object 163">
              <a:extLst>
                <a:ext uri="{FF2B5EF4-FFF2-40B4-BE49-F238E27FC236}">
                  <a16:creationId xmlns:a16="http://schemas.microsoft.com/office/drawing/2014/main" id="{B3FEEA8A-C7FF-222F-17A6-21097E0090A7}"/>
                </a:ext>
              </a:extLst>
            </p:cNvPr>
            <p:cNvSpPr/>
            <p:nvPr/>
          </p:nvSpPr>
          <p:spPr>
            <a:xfrm>
              <a:off x="5693097" y="3764377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4" name="object 164">
              <a:extLst>
                <a:ext uri="{FF2B5EF4-FFF2-40B4-BE49-F238E27FC236}">
                  <a16:creationId xmlns:a16="http://schemas.microsoft.com/office/drawing/2014/main" id="{03CF3FA5-F6C4-4F65-6F97-F386554FBF7D}"/>
                </a:ext>
              </a:extLst>
            </p:cNvPr>
            <p:cNvSpPr/>
            <p:nvPr/>
          </p:nvSpPr>
          <p:spPr>
            <a:xfrm>
              <a:off x="4328014" y="2821368"/>
              <a:ext cx="90476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5" name="object 165">
              <a:extLst>
                <a:ext uri="{FF2B5EF4-FFF2-40B4-BE49-F238E27FC236}">
                  <a16:creationId xmlns:a16="http://schemas.microsoft.com/office/drawing/2014/main" id="{2C6D3FE5-8500-D05B-EF45-32977AB80C7B}"/>
                </a:ext>
              </a:extLst>
            </p:cNvPr>
            <p:cNvSpPr/>
            <p:nvPr/>
          </p:nvSpPr>
          <p:spPr>
            <a:xfrm>
              <a:off x="4670872" y="3764377"/>
              <a:ext cx="88889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6" name="object 166">
              <a:extLst>
                <a:ext uri="{FF2B5EF4-FFF2-40B4-BE49-F238E27FC236}">
                  <a16:creationId xmlns:a16="http://schemas.microsoft.com/office/drawing/2014/main" id="{5EAA1ACE-14B4-8928-4A75-65E2CED0E58A}"/>
                </a:ext>
              </a:extLst>
            </p:cNvPr>
            <p:cNvSpPr/>
            <p:nvPr/>
          </p:nvSpPr>
          <p:spPr>
            <a:xfrm>
              <a:off x="5012143" y="3413526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7" name="object 167">
              <a:extLst>
                <a:ext uri="{FF2B5EF4-FFF2-40B4-BE49-F238E27FC236}">
                  <a16:creationId xmlns:a16="http://schemas.microsoft.com/office/drawing/2014/main" id="{E1C1072D-FB15-605F-3A14-6ADB15586F23}"/>
                </a:ext>
              </a:extLst>
            </p:cNvPr>
            <p:cNvSpPr/>
            <p:nvPr/>
          </p:nvSpPr>
          <p:spPr>
            <a:xfrm>
              <a:off x="5864526" y="3175393"/>
              <a:ext cx="88889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8" name="object 168">
              <a:extLst>
                <a:ext uri="{FF2B5EF4-FFF2-40B4-BE49-F238E27FC236}">
                  <a16:creationId xmlns:a16="http://schemas.microsoft.com/office/drawing/2014/main" id="{FA2AF962-18A1-5E72-9746-6C8EE60B1155}"/>
                </a:ext>
              </a:extLst>
            </p:cNvPr>
            <p:cNvSpPr/>
            <p:nvPr/>
          </p:nvSpPr>
          <p:spPr>
            <a:xfrm>
              <a:off x="4499443" y="3059501"/>
              <a:ext cx="90476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9" name="object 169">
              <a:extLst>
                <a:ext uri="{FF2B5EF4-FFF2-40B4-BE49-F238E27FC236}">
                  <a16:creationId xmlns:a16="http://schemas.microsoft.com/office/drawing/2014/main" id="{26F02BAF-8996-FDBD-7D34-093812F1A92D}"/>
                </a:ext>
              </a:extLst>
            </p:cNvPr>
            <p:cNvSpPr/>
            <p:nvPr/>
          </p:nvSpPr>
          <p:spPr>
            <a:xfrm>
              <a:off x="4670872" y="3059501"/>
              <a:ext cx="88889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0" name="object 170">
              <a:extLst>
                <a:ext uri="{FF2B5EF4-FFF2-40B4-BE49-F238E27FC236}">
                  <a16:creationId xmlns:a16="http://schemas.microsoft.com/office/drawing/2014/main" id="{CA823D31-607E-52A1-34E4-7FD55856A55A}"/>
                </a:ext>
              </a:extLst>
            </p:cNvPr>
            <p:cNvSpPr/>
            <p:nvPr/>
          </p:nvSpPr>
          <p:spPr>
            <a:xfrm>
              <a:off x="5521668" y="2821368"/>
              <a:ext cx="90476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1" name="object 171">
              <a:extLst>
                <a:ext uri="{FF2B5EF4-FFF2-40B4-BE49-F238E27FC236}">
                  <a16:creationId xmlns:a16="http://schemas.microsoft.com/office/drawing/2014/main" id="{D922CC70-0321-35FB-6CB8-297A8512F3E3}"/>
                </a:ext>
              </a:extLst>
            </p:cNvPr>
            <p:cNvSpPr/>
            <p:nvPr/>
          </p:nvSpPr>
          <p:spPr>
            <a:xfrm>
              <a:off x="5012143" y="3648485"/>
              <a:ext cx="90477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2" name="object 172">
              <a:extLst>
                <a:ext uri="{FF2B5EF4-FFF2-40B4-BE49-F238E27FC236}">
                  <a16:creationId xmlns:a16="http://schemas.microsoft.com/office/drawing/2014/main" id="{C604BBC8-2C4E-B9E0-B4D8-8F50A3DB4D8B}"/>
                </a:ext>
              </a:extLst>
            </p:cNvPr>
            <p:cNvSpPr/>
            <p:nvPr/>
          </p:nvSpPr>
          <p:spPr>
            <a:xfrm>
              <a:off x="5693097" y="2940434"/>
              <a:ext cx="90476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3" name="object 173">
              <a:extLst>
                <a:ext uri="{FF2B5EF4-FFF2-40B4-BE49-F238E27FC236}">
                  <a16:creationId xmlns:a16="http://schemas.microsoft.com/office/drawing/2014/main" id="{0C74352C-27C6-A39A-CFFD-0C2E3387C440}"/>
                </a:ext>
              </a:extLst>
            </p:cNvPr>
            <p:cNvSpPr/>
            <p:nvPr/>
          </p:nvSpPr>
          <p:spPr>
            <a:xfrm>
              <a:off x="4670872" y="3648485"/>
              <a:ext cx="88889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4" name="object 174">
              <a:extLst>
                <a:ext uri="{FF2B5EF4-FFF2-40B4-BE49-F238E27FC236}">
                  <a16:creationId xmlns:a16="http://schemas.microsoft.com/office/drawing/2014/main" id="{2340E8E9-1A19-BBAA-1276-ACDE9C6D5D36}"/>
                </a:ext>
              </a:extLst>
            </p:cNvPr>
            <p:cNvSpPr/>
            <p:nvPr/>
          </p:nvSpPr>
          <p:spPr>
            <a:xfrm>
              <a:off x="4328014" y="3764377"/>
              <a:ext cx="90476" cy="8890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5" name="object 175">
              <a:extLst>
                <a:ext uri="{FF2B5EF4-FFF2-40B4-BE49-F238E27FC236}">
                  <a16:creationId xmlns:a16="http://schemas.microsoft.com/office/drawing/2014/main" id="{64EDEE40-0C31-6039-11BA-FAFD2EAA9764}"/>
                </a:ext>
              </a:extLst>
            </p:cNvPr>
            <p:cNvSpPr/>
            <p:nvPr/>
          </p:nvSpPr>
          <p:spPr>
            <a:xfrm>
              <a:off x="5521668" y="3764377"/>
              <a:ext cx="90476" cy="8890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6" name="object 176">
              <a:extLst>
                <a:ext uri="{FF2B5EF4-FFF2-40B4-BE49-F238E27FC236}">
                  <a16:creationId xmlns:a16="http://schemas.microsoft.com/office/drawing/2014/main" id="{25CF1B90-2598-7539-12C4-F926B4F5DF45}"/>
                </a:ext>
              </a:extLst>
            </p:cNvPr>
            <p:cNvSpPr/>
            <p:nvPr/>
          </p:nvSpPr>
          <p:spPr>
            <a:xfrm>
              <a:off x="5351826" y="3175393"/>
              <a:ext cx="88889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7" name="object 177">
              <a:extLst>
                <a:ext uri="{FF2B5EF4-FFF2-40B4-BE49-F238E27FC236}">
                  <a16:creationId xmlns:a16="http://schemas.microsoft.com/office/drawing/2014/main" id="{ABCBB146-C80A-E37A-37AB-25F116965373}"/>
                </a:ext>
              </a:extLst>
            </p:cNvPr>
            <p:cNvSpPr/>
            <p:nvPr/>
          </p:nvSpPr>
          <p:spPr>
            <a:xfrm>
              <a:off x="4499443" y="3294460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8" name="object 178">
              <a:extLst>
                <a:ext uri="{FF2B5EF4-FFF2-40B4-BE49-F238E27FC236}">
                  <a16:creationId xmlns:a16="http://schemas.microsoft.com/office/drawing/2014/main" id="{F7177E4F-FB3B-434B-EDC6-E365F035B1E7}"/>
                </a:ext>
              </a:extLst>
            </p:cNvPr>
            <p:cNvSpPr/>
            <p:nvPr/>
          </p:nvSpPr>
          <p:spPr>
            <a:xfrm>
              <a:off x="4840714" y="3175393"/>
              <a:ext cx="90477" cy="9049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9" name="object 179">
              <a:extLst>
                <a:ext uri="{FF2B5EF4-FFF2-40B4-BE49-F238E27FC236}">
                  <a16:creationId xmlns:a16="http://schemas.microsoft.com/office/drawing/2014/main" id="{0313BDC3-9512-BA54-22EF-760032A0B237}"/>
                </a:ext>
              </a:extLst>
            </p:cNvPr>
            <p:cNvSpPr/>
            <p:nvPr/>
          </p:nvSpPr>
          <p:spPr>
            <a:xfrm>
              <a:off x="4499443" y="3881856"/>
              <a:ext cx="90476" cy="9049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0" name="object 180">
              <a:extLst>
                <a:ext uri="{FF2B5EF4-FFF2-40B4-BE49-F238E27FC236}">
                  <a16:creationId xmlns:a16="http://schemas.microsoft.com/office/drawing/2014/main" id="{B66B75A7-18EC-3035-890A-5A78B558055D}"/>
                </a:ext>
              </a:extLst>
            </p:cNvPr>
            <p:cNvSpPr/>
            <p:nvPr/>
          </p:nvSpPr>
          <p:spPr>
            <a:xfrm>
              <a:off x="5351826" y="3294460"/>
              <a:ext cx="88889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1" name="object 181">
              <a:extLst>
                <a:ext uri="{FF2B5EF4-FFF2-40B4-BE49-F238E27FC236}">
                  <a16:creationId xmlns:a16="http://schemas.microsoft.com/office/drawing/2014/main" id="{E202736F-4CA9-1BDE-DA51-9B15A5E63BB2}"/>
                </a:ext>
              </a:extLst>
            </p:cNvPr>
            <p:cNvSpPr/>
            <p:nvPr/>
          </p:nvSpPr>
          <p:spPr>
            <a:xfrm>
              <a:off x="4670872" y="3529418"/>
              <a:ext cx="88889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2" name="object 182">
              <a:extLst>
                <a:ext uri="{FF2B5EF4-FFF2-40B4-BE49-F238E27FC236}">
                  <a16:creationId xmlns:a16="http://schemas.microsoft.com/office/drawing/2014/main" id="{31C40EFD-5EBC-CFF3-26EC-984A6CB0156B}"/>
                </a:ext>
              </a:extLst>
            </p:cNvPr>
            <p:cNvSpPr/>
            <p:nvPr/>
          </p:nvSpPr>
          <p:spPr>
            <a:xfrm>
              <a:off x="4670872" y="3294460"/>
              <a:ext cx="88889" cy="88903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3" name="object 183">
              <a:extLst>
                <a:ext uri="{FF2B5EF4-FFF2-40B4-BE49-F238E27FC236}">
                  <a16:creationId xmlns:a16="http://schemas.microsoft.com/office/drawing/2014/main" id="{77D93446-FCEF-5713-BC52-E0176C184B64}"/>
                </a:ext>
              </a:extLst>
            </p:cNvPr>
            <p:cNvSpPr/>
            <p:nvPr/>
          </p:nvSpPr>
          <p:spPr>
            <a:xfrm>
              <a:off x="5693097" y="3648485"/>
              <a:ext cx="90476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4" name="object 184">
              <a:extLst>
                <a:ext uri="{FF2B5EF4-FFF2-40B4-BE49-F238E27FC236}">
                  <a16:creationId xmlns:a16="http://schemas.microsoft.com/office/drawing/2014/main" id="{E2599066-B197-C4BB-D1E8-2E284292E35D}"/>
                </a:ext>
              </a:extLst>
            </p:cNvPr>
            <p:cNvSpPr/>
            <p:nvPr/>
          </p:nvSpPr>
          <p:spPr>
            <a:xfrm>
              <a:off x="4670872" y="2821368"/>
              <a:ext cx="88889" cy="9049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5" name="object 185">
              <a:extLst>
                <a:ext uri="{FF2B5EF4-FFF2-40B4-BE49-F238E27FC236}">
                  <a16:creationId xmlns:a16="http://schemas.microsoft.com/office/drawing/2014/main" id="{1CC0E4ED-EC1A-2E1C-C1B4-57EBBBB16558}"/>
                </a:ext>
              </a:extLst>
            </p:cNvPr>
            <p:cNvSpPr/>
            <p:nvPr/>
          </p:nvSpPr>
          <p:spPr>
            <a:xfrm>
              <a:off x="4328014" y="3059501"/>
              <a:ext cx="90476" cy="9049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6" name="object 186">
              <a:extLst>
                <a:ext uri="{FF2B5EF4-FFF2-40B4-BE49-F238E27FC236}">
                  <a16:creationId xmlns:a16="http://schemas.microsoft.com/office/drawing/2014/main" id="{AD38E0CA-745E-8C78-2A5B-B87296217B6C}"/>
                </a:ext>
              </a:extLst>
            </p:cNvPr>
            <p:cNvSpPr/>
            <p:nvPr/>
          </p:nvSpPr>
          <p:spPr>
            <a:xfrm>
              <a:off x="5012143" y="3059501"/>
              <a:ext cx="90477" cy="9049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7" name="object 187">
              <a:extLst>
                <a:ext uri="{FF2B5EF4-FFF2-40B4-BE49-F238E27FC236}">
                  <a16:creationId xmlns:a16="http://schemas.microsoft.com/office/drawing/2014/main" id="{3BAFCCEB-6A25-9B06-CA96-3E387F73AFC1}"/>
                </a:ext>
              </a:extLst>
            </p:cNvPr>
            <p:cNvSpPr/>
            <p:nvPr/>
          </p:nvSpPr>
          <p:spPr>
            <a:xfrm>
              <a:off x="5351826" y="3529418"/>
              <a:ext cx="88889" cy="88903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8" name="object 188">
              <a:extLst>
                <a:ext uri="{FF2B5EF4-FFF2-40B4-BE49-F238E27FC236}">
                  <a16:creationId xmlns:a16="http://schemas.microsoft.com/office/drawing/2014/main" id="{2FB55A1A-6C25-3629-D2C5-18D855707E6F}"/>
                </a:ext>
              </a:extLst>
            </p:cNvPr>
            <p:cNvSpPr/>
            <p:nvPr/>
          </p:nvSpPr>
          <p:spPr>
            <a:xfrm>
              <a:off x="5351826" y="3764377"/>
              <a:ext cx="88889" cy="8890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9" name="object 189">
              <a:extLst>
                <a:ext uri="{FF2B5EF4-FFF2-40B4-BE49-F238E27FC236}">
                  <a16:creationId xmlns:a16="http://schemas.microsoft.com/office/drawing/2014/main" id="{2F53A127-1C6A-E3A5-E91C-F5F3C0656892}"/>
                </a:ext>
              </a:extLst>
            </p:cNvPr>
            <p:cNvSpPr txBox="1"/>
            <p:nvPr/>
          </p:nvSpPr>
          <p:spPr>
            <a:xfrm>
              <a:off x="2023247" y="3394475"/>
              <a:ext cx="63492" cy="115792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0" name="object 190">
              <a:extLst>
                <a:ext uri="{FF2B5EF4-FFF2-40B4-BE49-F238E27FC236}">
                  <a16:creationId xmlns:a16="http://schemas.microsoft.com/office/drawing/2014/main" id="{398252D1-7968-E99C-4612-6C9C5E7FA5CF}"/>
                </a:ext>
              </a:extLst>
            </p:cNvPr>
            <p:cNvSpPr txBox="1"/>
            <p:nvPr/>
          </p:nvSpPr>
          <p:spPr>
            <a:xfrm>
              <a:off x="1978802" y="2807079"/>
              <a:ext cx="107937" cy="115792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1" name="object 191">
              <a:extLst>
                <a:ext uri="{FF2B5EF4-FFF2-40B4-BE49-F238E27FC236}">
                  <a16:creationId xmlns:a16="http://schemas.microsoft.com/office/drawing/2014/main" id="{162B5D06-A5FB-80A8-0405-6C5637A67806}"/>
                </a:ext>
              </a:extLst>
            </p:cNvPr>
            <p:cNvSpPr txBox="1"/>
            <p:nvPr/>
          </p:nvSpPr>
          <p:spPr>
            <a:xfrm>
              <a:off x="1978802" y="2218096"/>
              <a:ext cx="107937" cy="115792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2" name="object 192">
              <a:extLst>
                <a:ext uri="{FF2B5EF4-FFF2-40B4-BE49-F238E27FC236}">
                  <a16:creationId xmlns:a16="http://schemas.microsoft.com/office/drawing/2014/main" id="{AC4C1895-8B66-1E2F-1446-F764A89B350B}"/>
                </a:ext>
              </a:extLst>
            </p:cNvPr>
            <p:cNvSpPr txBox="1"/>
            <p:nvPr/>
          </p:nvSpPr>
          <p:spPr>
            <a:xfrm>
              <a:off x="1978802" y="1629111"/>
              <a:ext cx="107937" cy="115792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3" name="object 193">
              <a:extLst>
                <a:ext uri="{FF2B5EF4-FFF2-40B4-BE49-F238E27FC236}">
                  <a16:creationId xmlns:a16="http://schemas.microsoft.com/office/drawing/2014/main" id="{92E1EDE3-8BB7-E6FF-98D1-2EA402D7EB79}"/>
                </a:ext>
              </a:extLst>
            </p:cNvPr>
            <p:cNvSpPr txBox="1"/>
            <p:nvPr/>
          </p:nvSpPr>
          <p:spPr>
            <a:xfrm>
              <a:off x="1978802" y="1040128"/>
              <a:ext cx="107937" cy="115792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194" name="object 194">
              <a:extLst>
                <a:ext uri="{FF2B5EF4-FFF2-40B4-BE49-F238E27FC236}">
                  <a16:creationId xmlns:a16="http://schemas.microsoft.com/office/drawing/2014/main" id="{257AC5A6-ED38-EE50-1F3A-B663188E0B0C}"/>
                </a:ext>
              </a:extLst>
            </p:cNvPr>
            <p:cNvSpPr/>
            <p:nvPr/>
          </p:nvSpPr>
          <p:spPr>
            <a:xfrm>
              <a:off x="1729595" y="1148082"/>
              <a:ext cx="2893658" cy="1820928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5" name="object 195">
              <a:extLst>
                <a:ext uri="{FF2B5EF4-FFF2-40B4-BE49-F238E27FC236}">
                  <a16:creationId xmlns:a16="http://schemas.microsoft.com/office/drawing/2014/main" id="{CC450260-B698-9D3E-1D3E-7C6B271E3182}"/>
                </a:ext>
              </a:extLst>
            </p:cNvPr>
            <p:cNvSpPr/>
            <p:nvPr/>
          </p:nvSpPr>
          <p:spPr>
            <a:xfrm>
              <a:off x="1758166" y="1162369"/>
              <a:ext cx="2836515" cy="1760602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6" name="object 196">
              <a:extLst>
                <a:ext uri="{FF2B5EF4-FFF2-40B4-BE49-F238E27FC236}">
                  <a16:creationId xmlns:a16="http://schemas.microsoft.com/office/drawing/2014/main" id="{D9826C02-6DA8-EC56-F34A-154FD0A96B42}"/>
                </a:ext>
              </a:extLst>
            </p:cNvPr>
            <p:cNvSpPr/>
            <p:nvPr/>
          </p:nvSpPr>
          <p:spPr>
            <a:xfrm>
              <a:off x="1835945" y="1241747"/>
              <a:ext cx="2679372" cy="1603433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7" name="object 197">
              <a:extLst>
                <a:ext uri="{FF2B5EF4-FFF2-40B4-BE49-F238E27FC236}">
                  <a16:creationId xmlns:a16="http://schemas.microsoft.com/office/drawing/2014/main" id="{47576251-DB28-DEA7-F5C6-37BF971739AC}"/>
                </a:ext>
              </a:extLst>
            </p:cNvPr>
            <p:cNvSpPr/>
            <p:nvPr/>
          </p:nvSpPr>
          <p:spPr>
            <a:xfrm>
              <a:off x="3772458" y="2473692"/>
              <a:ext cx="2893657" cy="1819341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8" name="object 198">
              <a:extLst>
                <a:ext uri="{FF2B5EF4-FFF2-40B4-BE49-F238E27FC236}">
                  <a16:creationId xmlns:a16="http://schemas.microsoft.com/office/drawing/2014/main" id="{B6A2FF36-FCD6-59A8-777E-D3DEDF4FB3DE}"/>
                </a:ext>
              </a:extLst>
            </p:cNvPr>
            <p:cNvSpPr/>
            <p:nvPr/>
          </p:nvSpPr>
          <p:spPr>
            <a:xfrm>
              <a:off x="3801029" y="2486392"/>
              <a:ext cx="2836514" cy="1763777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9" name="object 199">
              <a:extLst>
                <a:ext uri="{FF2B5EF4-FFF2-40B4-BE49-F238E27FC236}">
                  <a16:creationId xmlns:a16="http://schemas.microsoft.com/office/drawing/2014/main" id="{250040F8-5B2C-413D-76CF-409AE6B48BAF}"/>
                </a:ext>
              </a:extLst>
            </p:cNvPr>
            <p:cNvSpPr/>
            <p:nvPr/>
          </p:nvSpPr>
          <p:spPr>
            <a:xfrm>
              <a:off x="3878807" y="2568945"/>
              <a:ext cx="2679372" cy="1603433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0" name="object 200">
              <a:extLst>
                <a:ext uri="{FF2B5EF4-FFF2-40B4-BE49-F238E27FC236}">
                  <a16:creationId xmlns:a16="http://schemas.microsoft.com/office/drawing/2014/main" id="{BFC3C496-97F4-6764-E738-E83D5E367B0A}"/>
                </a:ext>
              </a:extLst>
            </p:cNvPr>
            <p:cNvSpPr/>
            <p:nvPr/>
          </p:nvSpPr>
          <p:spPr>
            <a:xfrm>
              <a:off x="1834357" y="1254448"/>
              <a:ext cx="2893658" cy="1819341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1" name="object 201">
              <a:extLst>
                <a:ext uri="{FF2B5EF4-FFF2-40B4-BE49-F238E27FC236}">
                  <a16:creationId xmlns:a16="http://schemas.microsoft.com/office/drawing/2014/main" id="{AE1A19FE-13B7-1836-5BF7-60F18A6223DF}"/>
                </a:ext>
              </a:extLst>
            </p:cNvPr>
            <p:cNvSpPr/>
            <p:nvPr/>
          </p:nvSpPr>
          <p:spPr>
            <a:xfrm>
              <a:off x="1862929" y="1265561"/>
              <a:ext cx="2836515" cy="1765364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2" name="object 202">
              <a:extLst>
                <a:ext uri="{FF2B5EF4-FFF2-40B4-BE49-F238E27FC236}">
                  <a16:creationId xmlns:a16="http://schemas.microsoft.com/office/drawing/2014/main" id="{374C8A1D-B1B5-D592-4EA6-EE8C729677AD}"/>
                </a:ext>
              </a:extLst>
            </p:cNvPr>
            <p:cNvSpPr/>
            <p:nvPr/>
          </p:nvSpPr>
          <p:spPr>
            <a:xfrm>
              <a:off x="1942294" y="1348114"/>
              <a:ext cx="2679372" cy="1603433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3" name="object 203">
              <a:extLst>
                <a:ext uri="{FF2B5EF4-FFF2-40B4-BE49-F238E27FC236}">
                  <a16:creationId xmlns:a16="http://schemas.microsoft.com/office/drawing/2014/main" id="{B56DB07D-0769-113B-008A-56B0CB13271B}"/>
                </a:ext>
              </a:extLst>
            </p:cNvPr>
            <p:cNvSpPr/>
            <p:nvPr/>
          </p:nvSpPr>
          <p:spPr>
            <a:xfrm>
              <a:off x="3877220" y="2581646"/>
              <a:ext cx="2893657" cy="1819341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4" name="object 204">
              <a:extLst>
                <a:ext uri="{FF2B5EF4-FFF2-40B4-BE49-F238E27FC236}">
                  <a16:creationId xmlns:a16="http://schemas.microsoft.com/office/drawing/2014/main" id="{D9413C5B-FF3E-82EE-A9DE-48A59C944BFB}"/>
                </a:ext>
              </a:extLst>
            </p:cNvPr>
            <p:cNvSpPr/>
            <p:nvPr/>
          </p:nvSpPr>
          <p:spPr>
            <a:xfrm>
              <a:off x="3905791" y="2592759"/>
              <a:ext cx="2836514" cy="1765364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5" name="object 205">
              <a:extLst>
                <a:ext uri="{FF2B5EF4-FFF2-40B4-BE49-F238E27FC236}">
                  <a16:creationId xmlns:a16="http://schemas.microsoft.com/office/drawing/2014/main" id="{D6885D97-C429-D0C0-941B-6B3F259DB24A}"/>
                </a:ext>
              </a:extLst>
            </p:cNvPr>
            <p:cNvSpPr/>
            <p:nvPr/>
          </p:nvSpPr>
          <p:spPr>
            <a:xfrm>
              <a:off x="3985156" y="2675312"/>
              <a:ext cx="2679372" cy="1603433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6" name="object 206">
              <a:extLst>
                <a:ext uri="{FF2B5EF4-FFF2-40B4-BE49-F238E27FC236}">
                  <a16:creationId xmlns:a16="http://schemas.microsoft.com/office/drawing/2014/main" id="{07C8B3D4-3CC7-4321-5697-B829B2B4FFF1}"/>
                </a:ext>
              </a:extLst>
            </p:cNvPr>
            <p:cNvSpPr/>
            <p:nvPr/>
          </p:nvSpPr>
          <p:spPr>
            <a:xfrm>
              <a:off x="3481980" y="2340337"/>
              <a:ext cx="2895245" cy="1822516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7" name="object 207">
              <a:extLst>
                <a:ext uri="{FF2B5EF4-FFF2-40B4-BE49-F238E27FC236}">
                  <a16:creationId xmlns:a16="http://schemas.microsoft.com/office/drawing/2014/main" id="{74500A53-4D4F-8FA8-8CFB-3E16895D3637}"/>
                </a:ext>
              </a:extLst>
            </p:cNvPr>
            <p:cNvSpPr/>
            <p:nvPr/>
          </p:nvSpPr>
          <p:spPr>
            <a:xfrm>
              <a:off x="3512139" y="2356213"/>
              <a:ext cx="2836514" cy="176060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8" name="object 208">
              <a:extLst>
                <a:ext uri="{FF2B5EF4-FFF2-40B4-BE49-F238E27FC236}">
                  <a16:creationId xmlns:a16="http://schemas.microsoft.com/office/drawing/2014/main" id="{8622A01A-7D8A-A2B4-0D45-F99BD09FD18B}"/>
                </a:ext>
              </a:extLst>
            </p:cNvPr>
            <p:cNvSpPr/>
            <p:nvPr/>
          </p:nvSpPr>
          <p:spPr>
            <a:xfrm>
              <a:off x="3589917" y="2437179"/>
              <a:ext cx="2680959" cy="1603433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9" name="object 209">
              <a:extLst>
                <a:ext uri="{FF2B5EF4-FFF2-40B4-BE49-F238E27FC236}">
                  <a16:creationId xmlns:a16="http://schemas.microsoft.com/office/drawing/2014/main" id="{1C682D87-F383-FC58-A103-824EF3FFDFAD}"/>
                </a:ext>
              </a:extLst>
            </p:cNvPr>
            <p:cNvSpPr/>
            <p:nvPr/>
          </p:nvSpPr>
          <p:spPr>
            <a:xfrm>
              <a:off x="2059755" y="1429079"/>
              <a:ext cx="2895245" cy="1820929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0" name="object 210">
              <a:extLst>
                <a:ext uri="{FF2B5EF4-FFF2-40B4-BE49-F238E27FC236}">
                  <a16:creationId xmlns:a16="http://schemas.microsoft.com/office/drawing/2014/main" id="{7B599918-7295-F30B-A652-11B1DA7BDE55}"/>
                </a:ext>
              </a:extLst>
            </p:cNvPr>
            <p:cNvSpPr/>
            <p:nvPr/>
          </p:nvSpPr>
          <p:spPr>
            <a:xfrm>
              <a:off x="2088326" y="1443368"/>
              <a:ext cx="2836515" cy="1760601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1" name="object 211">
              <a:extLst>
                <a:ext uri="{FF2B5EF4-FFF2-40B4-BE49-F238E27FC236}">
                  <a16:creationId xmlns:a16="http://schemas.microsoft.com/office/drawing/2014/main" id="{B3A2F25F-DB4D-25F8-855C-7275FAD28172}"/>
                </a:ext>
              </a:extLst>
            </p:cNvPr>
            <p:cNvSpPr/>
            <p:nvPr/>
          </p:nvSpPr>
          <p:spPr>
            <a:xfrm>
              <a:off x="2166104" y="1522746"/>
              <a:ext cx="2679372" cy="1603433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2" name="object 212">
              <a:extLst>
                <a:ext uri="{FF2B5EF4-FFF2-40B4-BE49-F238E27FC236}">
                  <a16:creationId xmlns:a16="http://schemas.microsoft.com/office/drawing/2014/main" id="{441CEBD4-C907-1B62-C431-E58653EC85D2}"/>
                </a:ext>
              </a:extLst>
            </p:cNvPr>
            <p:cNvSpPr txBox="1"/>
            <p:nvPr/>
          </p:nvSpPr>
          <p:spPr>
            <a:xfrm>
              <a:off x="2023247" y="3988221"/>
              <a:ext cx="63492" cy="111769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3" name="object 213">
              <a:extLst>
                <a:ext uri="{FF2B5EF4-FFF2-40B4-BE49-F238E27FC236}">
                  <a16:creationId xmlns:a16="http://schemas.microsoft.com/office/drawing/2014/main" id="{E4C4B69D-CA7A-F560-7442-4DDD56E805B3}"/>
                </a:ext>
              </a:extLst>
            </p:cNvPr>
            <p:cNvSpPr txBox="1"/>
            <p:nvPr/>
          </p:nvSpPr>
          <p:spPr>
            <a:xfrm>
              <a:off x="2128009" y="4097764"/>
              <a:ext cx="63492" cy="111769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4" name="object 214">
              <a:extLst>
                <a:ext uri="{FF2B5EF4-FFF2-40B4-BE49-F238E27FC236}">
                  <a16:creationId xmlns:a16="http://schemas.microsoft.com/office/drawing/2014/main" id="{01BEE111-EAFD-D82B-7C9E-1B56D276C97B}"/>
                </a:ext>
              </a:extLst>
            </p:cNvPr>
            <p:cNvSpPr txBox="1"/>
            <p:nvPr/>
          </p:nvSpPr>
          <p:spPr>
            <a:xfrm>
              <a:off x="2980392" y="4097764"/>
              <a:ext cx="61904" cy="111769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5" name="object 215">
              <a:extLst>
                <a:ext uri="{FF2B5EF4-FFF2-40B4-BE49-F238E27FC236}">
                  <a16:creationId xmlns:a16="http://schemas.microsoft.com/office/drawing/2014/main" id="{91EF9FF1-5631-EEFC-EFDE-CB32AF5E2B31}"/>
                </a:ext>
              </a:extLst>
            </p:cNvPr>
            <p:cNvSpPr txBox="1"/>
            <p:nvPr/>
          </p:nvSpPr>
          <p:spPr>
            <a:xfrm>
              <a:off x="3810553" y="4097764"/>
              <a:ext cx="106350" cy="111769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6" name="object 216">
              <a:extLst>
                <a:ext uri="{FF2B5EF4-FFF2-40B4-BE49-F238E27FC236}">
                  <a16:creationId xmlns:a16="http://schemas.microsoft.com/office/drawing/2014/main" id="{DF9C835E-B09F-CED4-1B34-FF656613CD32}"/>
                </a:ext>
              </a:extLst>
            </p:cNvPr>
            <p:cNvSpPr txBox="1"/>
            <p:nvPr/>
          </p:nvSpPr>
          <p:spPr>
            <a:xfrm>
              <a:off x="4661349" y="4097764"/>
              <a:ext cx="107937" cy="111769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15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7" name="object 217">
              <a:extLst>
                <a:ext uri="{FF2B5EF4-FFF2-40B4-BE49-F238E27FC236}">
                  <a16:creationId xmlns:a16="http://schemas.microsoft.com/office/drawing/2014/main" id="{15F31759-0233-756A-F90D-B6EEBF8FA2EB}"/>
                </a:ext>
              </a:extLst>
            </p:cNvPr>
            <p:cNvSpPr txBox="1"/>
            <p:nvPr/>
          </p:nvSpPr>
          <p:spPr>
            <a:xfrm>
              <a:off x="5513731" y="4097764"/>
              <a:ext cx="107937" cy="111769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20</a:t>
              </a:r>
              <a:endParaRPr sz="523">
                <a:latin typeface="Trebuchet MS"/>
                <a:cs typeface="Trebuchet MS"/>
              </a:endParaRPr>
            </a:p>
          </p:txBody>
        </p:sp>
        <p:sp>
          <p:nvSpPr>
            <p:cNvPr id="218" name="object 218">
              <a:extLst>
                <a:ext uri="{FF2B5EF4-FFF2-40B4-BE49-F238E27FC236}">
                  <a16:creationId xmlns:a16="http://schemas.microsoft.com/office/drawing/2014/main" id="{FA8E443F-1FF7-8B5F-7A37-56DC0EE6F0E6}"/>
                </a:ext>
              </a:extLst>
            </p:cNvPr>
            <p:cNvSpPr txBox="1"/>
            <p:nvPr/>
          </p:nvSpPr>
          <p:spPr>
            <a:xfrm>
              <a:off x="6366115" y="4097764"/>
              <a:ext cx="107937" cy="111769"/>
            </a:xfrm>
            <a:prstGeom prst="rect">
              <a:avLst/>
            </a:prstGeom>
          </p:spPr>
          <p:txBody>
            <a:bodyPr lIns="0" tIns="3320" rIns="0" bIns="0">
              <a:spAutoFit/>
            </a:bodyPr>
            <a:lstStyle/>
            <a:p>
              <a:pPr marL="6640">
                <a:spcBef>
                  <a:spcPts val="26"/>
                </a:spcBef>
                <a:defRPr/>
              </a:pPr>
              <a:r>
                <a:rPr sz="523" spc="-11" dirty="0">
                  <a:latin typeface="Trebuchet MS"/>
                  <a:cs typeface="Trebuchet MS"/>
                </a:rPr>
                <a:t>25</a:t>
              </a:r>
              <a:endParaRPr sz="523">
                <a:latin typeface="Trebuchet MS"/>
                <a:cs typeface="Trebuchet MS"/>
              </a:endParaRPr>
            </a:p>
          </p:txBody>
        </p:sp>
      </p:grpSp>
      <p:sp>
        <p:nvSpPr>
          <p:cNvPr id="220" name="object 2">
            <a:extLst>
              <a:ext uri="{FF2B5EF4-FFF2-40B4-BE49-F238E27FC236}">
                <a16:creationId xmlns:a16="http://schemas.microsoft.com/office/drawing/2014/main" id="{8107BDD0-6F0B-7BE5-F404-048FD64E191E}"/>
              </a:ext>
            </a:extLst>
          </p:cNvPr>
          <p:cNvSpPr txBox="1">
            <a:spLocks/>
          </p:cNvSpPr>
          <p:nvPr/>
        </p:nvSpPr>
        <p:spPr>
          <a:xfrm>
            <a:off x="1139428" y="419220"/>
            <a:ext cx="6725841" cy="365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08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000"/>
              <a:buFont typeface="Arial"/>
              <a:buNone/>
              <a:defRPr sz="2250" b="0" i="0" u="none" strike="noStrike" cap="none">
                <a:solidFill>
                  <a:schemeClr val="tx2"/>
                </a:solidFill>
                <a:latin typeface="Lato" panose="020B0604020202020204" charset="0"/>
                <a:ea typeface="Roboto Condensed"/>
                <a:cs typeface="Lato" panose="020B0604020202020204" charset="0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640">
              <a:spcBef>
                <a:spcPts val="50"/>
              </a:spcBef>
              <a:defRPr/>
            </a:pPr>
            <a:r>
              <a:rPr lang="pt-BR" spc="-2" dirty="0">
                <a:solidFill>
                  <a:schemeClr val="tx1"/>
                </a:solidFill>
              </a:rPr>
              <a:t>Aprendizagem</a:t>
            </a:r>
            <a:r>
              <a:rPr lang="pt-BR" spc="-21" dirty="0">
                <a:solidFill>
                  <a:schemeClr val="tx1"/>
                </a:solidFill>
              </a:rPr>
              <a:t> Não </a:t>
            </a:r>
            <a:r>
              <a:rPr lang="pt-BR" spc="-2" dirty="0">
                <a:solidFill>
                  <a:schemeClr val="tx1"/>
                </a:solidFill>
              </a:rPr>
              <a:t>Supervisionada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Agrupar 7">
            <a:extLst>
              <a:ext uri="{FF2B5EF4-FFF2-40B4-BE49-F238E27FC236}">
                <a16:creationId xmlns:a16="http://schemas.microsoft.com/office/drawing/2014/main" id="{B9AF64FF-A4EB-3869-6F82-0358898C284C}"/>
              </a:ext>
            </a:extLst>
          </p:cNvPr>
          <p:cNvGrpSpPr>
            <a:grpSpLocks/>
          </p:cNvGrpSpPr>
          <p:nvPr/>
        </p:nvGrpSpPr>
        <p:grpSpPr bwMode="auto">
          <a:xfrm>
            <a:off x="2422922" y="1660923"/>
            <a:ext cx="4581525" cy="2429879"/>
            <a:chOff x="1624871" y="838691"/>
            <a:chExt cx="6107574" cy="3240633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68255D38-388C-55FA-6C2E-8F650932941F}"/>
                </a:ext>
              </a:extLst>
            </p:cNvPr>
            <p:cNvSpPr txBox="1"/>
            <p:nvPr/>
          </p:nvSpPr>
          <p:spPr>
            <a:xfrm>
              <a:off x="1624871" y="838691"/>
              <a:ext cx="5975836" cy="394936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183925" indent="-177285">
                <a:spcBef>
                  <a:spcPts val="50"/>
                </a:spcBef>
                <a:buFontTx/>
                <a:buChar char="•"/>
                <a:tabLst>
                  <a:tab pos="183925" algn="l"/>
                  <a:tab pos="184256" algn="l"/>
                </a:tabLst>
                <a:defRPr/>
              </a:pPr>
              <a:r>
                <a:rPr sz="1673" spc="-2" dirty="0"/>
                <a:t>Árvore de Decisão: </a:t>
              </a:r>
              <a:r>
                <a:rPr sz="1883" b="1" spc="-2" dirty="0">
                  <a:solidFill>
                    <a:srgbClr val="FF0000"/>
                  </a:solidFill>
                </a:rPr>
                <a:t>algoritmos ID3 e</a:t>
              </a:r>
              <a:r>
                <a:rPr sz="1883" b="1" spc="-79" dirty="0">
                  <a:solidFill>
                    <a:srgbClr val="FF0000"/>
                  </a:solidFill>
                </a:rPr>
                <a:t> </a:t>
              </a:r>
              <a:r>
                <a:rPr sz="1883" b="1" spc="-2" dirty="0">
                  <a:solidFill>
                    <a:srgbClr val="FF0000"/>
                  </a:solidFill>
                </a:rPr>
                <a:t>C4.5</a:t>
              </a:r>
              <a:endParaRPr sz="1883" dirty="0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76BF7FD-472B-3912-DFB2-958930FD7D2A}"/>
                </a:ext>
              </a:extLst>
            </p:cNvPr>
            <p:cNvSpPr txBox="1"/>
            <p:nvPr/>
          </p:nvSpPr>
          <p:spPr>
            <a:xfrm>
              <a:off x="1624871" y="1737435"/>
              <a:ext cx="5075890" cy="351836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263815" indent="-257175">
                <a:spcBef>
                  <a:spcPts val="50"/>
                </a:spcBef>
                <a:buFont typeface="Arial" panose="020B0604020202020204" pitchFamily="34" charset="0"/>
                <a:buChar char="•"/>
                <a:tabLst>
                  <a:tab pos="1537464" algn="l"/>
                </a:tabLst>
                <a:defRPr/>
              </a:pPr>
              <a:r>
                <a:rPr sz="1673" spc="-2" dirty="0" err="1"/>
                <a:t>Classificador</a:t>
              </a:r>
              <a:r>
                <a:rPr lang="pt-BR" sz="1673" spc="84" dirty="0"/>
                <a:t> </a:t>
              </a:r>
              <a:r>
                <a:rPr sz="1673" spc="86" dirty="0" err="1"/>
                <a:t>Probabilístico</a:t>
              </a:r>
              <a:r>
                <a:rPr sz="1673" spc="86" dirty="0"/>
                <a:t>:</a:t>
              </a:r>
              <a:endParaRPr sz="1673" dirty="0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4FC4487-99C4-9FD7-3AE4-1F9F114C12E3}"/>
                </a:ext>
              </a:extLst>
            </p:cNvPr>
            <p:cNvSpPr txBox="1"/>
            <p:nvPr/>
          </p:nvSpPr>
          <p:spPr>
            <a:xfrm>
              <a:off x="5905568" y="1702503"/>
              <a:ext cx="1826877" cy="394936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1883" b="1" spc="104" dirty="0">
                  <a:solidFill>
                    <a:srgbClr val="FF0000"/>
                  </a:solidFill>
                </a:rPr>
                <a:t>algoritmos</a:t>
              </a:r>
              <a:endParaRPr sz="1883" dirty="0"/>
            </a:p>
          </p:txBody>
        </p:sp>
        <p:sp>
          <p:nvSpPr>
            <p:cNvPr id="28678" name="object 6">
              <a:extLst>
                <a:ext uri="{FF2B5EF4-FFF2-40B4-BE49-F238E27FC236}">
                  <a16:creationId xmlns:a16="http://schemas.microsoft.com/office/drawing/2014/main" id="{4E4B2F7B-E742-09E3-E249-DD7C24B34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4871" y="2085183"/>
              <a:ext cx="6107574" cy="19941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6308" rIns="0" bIns="0">
              <a:spAutoFit/>
            </a:bodyPr>
            <a:lstStyle>
              <a:lvl1pPr marL="7938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ts val="47"/>
                </a:spcBef>
                <a:buNone/>
              </a:pPr>
              <a:r>
                <a:rPr lang="en-US" altLang="en-US" sz="1875" b="1">
                  <a:solidFill>
                    <a:srgbClr val="FF0000"/>
                  </a:solidFill>
                </a:rPr>
                <a:t>Naive Bayes e Redes Bayesiana</a:t>
              </a:r>
              <a:endParaRPr lang="en-US" altLang="en-US" sz="1875"/>
            </a:p>
            <a:p>
              <a:pPr>
                <a:spcBef>
                  <a:spcPts val="19"/>
                </a:spcBef>
                <a:buNone/>
              </a:pPr>
              <a:endPara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>
                <a:spcBef>
                  <a:spcPct val="0"/>
                </a:spcBef>
                <a:buFontTx/>
                <a:buChar char="•"/>
              </a:pPr>
              <a:r>
                <a:rPr lang="en-US" altLang="en-US" sz="1650"/>
                <a:t>Aprendizado Baseado em Exemplos: </a:t>
              </a:r>
              <a:r>
                <a:rPr lang="en-US" altLang="en-US" sz="1650">
                  <a:solidFill>
                    <a:srgbClr val="FF0000"/>
                  </a:solidFill>
                </a:rPr>
                <a:t> </a:t>
              </a:r>
              <a:r>
                <a:rPr lang="en-US" altLang="en-US" sz="1875" b="1">
                  <a:solidFill>
                    <a:srgbClr val="FF0000"/>
                  </a:solidFill>
                </a:rPr>
                <a:t>algoritmo dos K Vizinhos mais  Próximos (K-NN)</a:t>
              </a:r>
              <a:endParaRPr lang="en-US" altLang="en-US" sz="1875"/>
            </a:p>
          </p:txBody>
        </p:sp>
      </p:grpSp>
      <p:sp>
        <p:nvSpPr>
          <p:cNvPr id="8" name="object 2">
            <a:extLst>
              <a:ext uri="{FF2B5EF4-FFF2-40B4-BE49-F238E27FC236}">
                <a16:creationId xmlns:a16="http://schemas.microsoft.com/office/drawing/2014/main" id="{F929F432-9D66-BEA0-A8CC-BF4AB6DAED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5223" y="346306"/>
            <a:ext cx="6725841" cy="365442"/>
          </a:xfrm>
        </p:spPr>
        <p:txBody>
          <a:bodyPr spcFirstLastPara="1" wrap="square" lIns="0" tIns="6308" rIns="0" bIns="0" rtlCol="0" anchor="t" anchorCtr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pc="-2" dirty="0" err="1">
                <a:solidFill>
                  <a:schemeClr val="tx1"/>
                </a:solidFill>
              </a:rPr>
              <a:t>Aprendiza</a:t>
            </a:r>
            <a:r>
              <a:rPr lang="en-US" spc="-2" dirty="0" err="1">
                <a:solidFill>
                  <a:schemeClr val="tx1"/>
                </a:solidFill>
              </a:rPr>
              <a:t>gem</a:t>
            </a:r>
            <a:r>
              <a:rPr spc="-21" dirty="0">
                <a:solidFill>
                  <a:schemeClr val="tx1"/>
                </a:solidFill>
              </a:rPr>
              <a:t> </a:t>
            </a:r>
            <a:r>
              <a:rPr spc="-2" dirty="0" err="1">
                <a:solidFill>
                  <a:schemeClr val="tx1"/>
                </a:solidFill>
              </a:rPr>
              <a:t>Supervisionad</a:t>
            </a:r>
            <a:r>
              <a:rPr lang="en-US" spc="-2" dirty="0" err="1">
                <a:solidFill>
                  <a:schemeClr val="tx1"/>
                </a:solidFill>
              </a:rPr>
              <a:t>a</a:t>
            </a:r>
            <a:endParaRPr spc="-2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DA245A4-32B2-9340-256F-088DAE4BA7EF}"/>
              </a:ext>
            </a:extLst>
          </p:cNvPr>
          <p:cNvSpPr txBox="1"/>
          <p:nvPr/>
        </p:nvSpPr>
        <p:spPr>
          <a:xfrm>
            <a:off x="2586037" y="1854994"/>
            <a:ext cx="4300538" cy="1656821"/>
          </a:xfrm>
          <a:prstGeom prst="rect">
            <a:avLst/>
          </a:prstGeom>
        </p:spPr>
        <p:txBody>
          <a:bodyPr lIns="0" tIns="6308" rIns="0" bIns="0">
            <a:spAutoFit/>
          </a:bodyPr>
          <a:lstStyle/>
          <a:p>
            <a:pPr marL="183925" indent="-177285">
              <a:spcBef>
                <a:spcPts val="50"/>
              </a:spcBef>
              <a:buFontTx/>
              <a:buChar char="•"/>
              <a:tabLst>
                <a:tab pos="183925" algn="l"/>
                <a:tab pos="184256" algn="l"/>
              </a:tabLst>
              <a:defRPr/>
            </a:pPr>
            <a:r>
              <a:rPr sz="1673" spc="-5" dirty="0"/>
              <a:t>Itens </a:t>
            </a:r>
            <a:r>
              <a:rPr sz="1673" spc="-2" dirty="0"/>
              <a:t>importantes durante o processo</a:t>
            </a:r>
            <a:endParaRPr sz="1673" dirty="0"/>
          </a:p>
          <a:p>
            <a:pPr>
              <a:spcBef>
                <a:spcPts val="8"/>
              </a:spcBef>
              <a:buFont typeface="Arial"/>
              <a:buChar char="•"/>
              <a:defRPr/>
            </a:pPr>
            <a:endParaRPr sz="1777" dirty="0">
              <a:latin typeface="Times New Roman"/>
              <a:cs typeface="Times New Roman"/>
            </a:endParaRPr>
          </a:p>
          <a:p>
            <a:pPr marL="623153" lvl="1" indent="-238703">
              <a:spcBef>
                <a:spcPts val="2"/>
              </a:spcBef>
              <a:buFontTx/>
              <a:buAutoNum type="arabicParenR"/>
              <a:tabLst>
                <a:tab pos="623153" algn="l"/>
                <a:tab pos="623485" algn="l"/>
              </a:tabLst>
              <a:defRPr/>
            </a:pPr>
            <a:r>
              <a:rPr sz="1255" spc="-2" dirty="0"/>
              <a:t>Diferentes tamanhos de arquivo</a:t>
            </a:r>
            <a:endParaRPr sz="1255" dirty="0"/>
          </a:p>
          <a:p>
            <a:pPr marL="623153" lvl="1" indent="-238703">
              <a:spcBef>
                <a:spcPts val="322"/>
              </a:spcBef>
              <a:buFontTx/>
              <a:buAutoNum type="arabicParenR"/>
              <a:tabLst>
                <a:tab pos="623153" algn="l"/>
                <a:tab pos="623485" algn="l"/>
              </a:tabLst>
              <a:defRPr/>
            </a:pPr>
            <a:r>
              <a:rPr sz="1255" spc="-13" dirty="0"/>
              <a:t>Validação</a:t>
            </a:r>
            <a:r>
              <a:rPr sz="1255" spc="-5" dirty="0"/>
              <a:t> </a:t>
            </a:r>
            <a:r>
              <a:rPr sz="1255" spc="-2" dirty="0"/>
              <a:t>cruzada</a:t>
            </a:r>
            <a:endParaRPr sz="1255" dirty="0"/>
          </a:p>
          <a:p>
            <a:pPr marL="623153" lvl="1" indent="-238703">
              <a:spcBef>
                <a:spcPts val="322"/>
              </a:spcBef>
              <a:buFontTx/>
              <a:buAutoNum type="arabicParenR"/>
              <a:tabLst>
                <a:tab pos="623153" algn="l"/>
                <a:tab pos="623485" algn="l"/>
              </a:tabLst>
              <a:defRPr/>
            </a:pPr>
            <a:r>
              <a:rPr sz="1255" spc="-2" dirty="0"/>
              <a:t>Classes desbalanceadas (e.g. detecção de</a:t>
            </a:r>
            <a:r>
              <a:rPr sz="1255" spc="11" dirty="0"/>
              <a:t> </a:t>
            </a:r>
            <a:r>
              <a:rPr sz="1255" spc="-2" dirty="0"/>
              <a:t>fraudes)</a:t>
            </a:r>
            <a:endParaRPr sz="1255" dirty="0"/>
          </a:p>
          <a:p>
            <a:pPr marL="623153" lvl="1" indent="-238703">
              <a:spcBef>
                <a:spcPts val="269"/>
              </a:spcBef>
              <a:buFontTx/>
              <a:buAutoNum type="arabicParenR"/>
              <a:tabLst>
                <a:tab pos="623153" algn="l"/>
                <a:tab pos="623485" algn="l"/>
              </a:tabLst>
              <a:defRPr/>
            </a:pPr>
            <a:r>
              <a:rPr sz="1255" spc="-2" dirty="0"/>
              <a:t>Matriz de confusão</a:t>
            </a:r>
            <a:endParaRPr sz="1255" dirty="0"/>
          </a:p>
          <a:p>
            <a:pPr marL="623153" lvl="1" indent="-238703">
              <a:spcBef>
                <a:spcPts val="324"/>
              </a:spcBef>
              <a:buFontTx/>
              <a:buAutoNum type="arabicParenR"/>
              <a:tabLst>
                <a:tab pos="623153" algn="l"/>
                <a:tab pos="623485" algn="l"/>
              </a:tabLst>
              <a:defRPr/>
            </a:pPr>
            <a:r>
              <a:rPr sz="1255" spc="-2" dirty="0"/>
              <a:t>Escala e </a:t>
            </a:r>
            <a:r>
              <a:rPr sz="1255" spc="-5" dirty="0"/>
              <a:t>tipo </a:t>
            </a:r>
            <a:r>
              <a:rPr sz="1255" spc="-2" dirty="0"/>
              <a:t>dos atributos</a:t>
            </a:r>
            <a:r>
              <a:rPr sz="1255" dirty="0"/>
              <a:t> </a:t>
            </a:r>
            <a:r>
              <a:rPr sz="1255" spc="-2" dirty="0"/>
              <a:t>(discretização)</a:t>
            </a:r>
            <a:endParaRPr sz="1255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B143774F-57FE-528E-23EA-3AB6D5E72C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5223" y="346306"/>
            <a:ext cx="6725841" cy="365442"/>
          </a:xfrm>
        </p:spPr>
        <p:txBody>
          <a:bodyPr spcFirstLastPara="1" wrap="square" lIns="0" tIns="6308" rIns="0" bIns="0" rtlCol="0" anchor="t" anchorCtr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pc="-2" dirty="0" err="1">
                <a:solidFill>
                  <a:schemeClr val="tx1"/>
                </a:solidFill>
              </a:rPr>
              <a:t>Aprendiza</a:t>
            </a:r>
            <a:r>
              <a:rPr lang="en-US" spc="-2" dirty="0" err="1">
                <a:solidFill>
                  <a:schemeClr val="tx1"/>
                </a:solidFill>
              </a:rPr>
              <a:t>gem</a:t>
            </a:r>
            <a:r>
              <a:rPr spc="-21" dirty="0">
                <a:solidFill>
                  <a:schemeClr val="tx1"/>
                </a:solidFill>
              </a:rPr>
              <a:t> </a:t>
            </a:r>
            <a:r>
              <a:rPr spc="-2" dirty="0" err="1">
                <a:solidFill>
                  <a:schemeClr val="tx1"/>
                </a:solidFill>
              </a:rPr>
              <a:t>Supervisionad</a:t>
            </a:r>
            <a:r>
              <a:rPr lang="en-US" spc="-2" dirty="0" err="1">
                <a:solidFill>
                  <a:schemeClr val="tx1"/>
                </a:solidFill>
              </a:rPr>
              <a:t>a</a:t>
            </a:r>
            <a:endParaRPr spc="-2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1" name="Picture 2">
            <a:extLst>
              <a:ext uri="{FF2B5EF4-FFF2-40B4-BE49-F238E27FC236}">
                <a16:creationId xmlns:a16="http://schemas.microsoft.com/office/drawing/2014/main" id="{A4903AC3-70FE-0A6D-ADEB-905117D96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498" y="844154"/>
            <a:ext cx="6527006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CD72FF10-1CA5-66CF-DD62-6DB6C4F257DB}"/>
              </a:ext>
            </a:extLst>
          </p:cNvPr>
          <p:cNvSpPr txBox="1">
            <a:spLocks/>
          </p:cNvSpPr>
          <p:nvPr/>
        </p:nvSpPr>
        <p:spPr>
          <a:xfrm>
            <a:off x="1139428" y="419220"/>
            <a:ext cx="6725841" cy="365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08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000"/>
              <a:buFont typeface="Arial"/>
              <a:buNone/>
              <a:defRPr sz="2250" b="0" i="0" u="none" strike="noStrike" cap="none">
                <a:solidFill>
                  <a:schemeClr val="tx2"/>
                </a:solidFill>
                <a:latin typeface="Lato" panose="020B0604020202020204" charset="0"/>
                <a:ea typeface="Roboto Condensed"/>
                <a:cs typeface="Lato" panose="020B0604020202020204" charset="0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640">
              <a:spcBef>
                <a:spcPts val="50"/>
              </a:spcBef>
              <a:defRPr/>
            </a:pPr>
            <a:r>
              <a:rPr lang="pt-BR" spc="-2" dirty="0">
                <a:solidFill>
                  <a:schemeClr val="tx1"/>
                </a:solidFill>
              </a:rPr>
              <a:t>Aprendizagem</a:t>
            </a:r>
            <a:r>
              <a:rPr lang="pt-BR" spc="-21" dirty="0">
                <a:solidFill>
                  <a:schemeClr val="tx1"/>
                </a:solidFill>
              </a:rPr>
              <a:t> Não </a:t>
            </a:r>
            <a:r>
              <a:rPr lang="pt-BR" spc="-2" dirty="0">
                <a:solidFill>
                  <a:schemeClr val="tx1"/>
                </a:solidFill>
              </a:rPr>
              <a:t>Supervisionada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5" name="Picture 2">
            <a:extLst>
              <a:ext uri="{FF2B5EF4-FFF2-40B4-BE49-F238E27FC236}">
                <a16:creationId xmlns:a16="http://schemas.microsoft.com/office/drawing/2014/main" id="{D6E04A31-B64F-A592-8CD1-3A97BCF5E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381" y="1113235"/>
            <a:ext cx="685800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D3ADC53D-7E5A-B743-AED8-46F9E70516F4}"/>
              </a:ext>
            </a:extLst>
          </p:cNvPr>
          <p:cNvSpPr txBox="1">
            <a:spLocks/>
          </p:cNvSpPr>
          <p:nvPr/>
        </p:nvSpPr>
        <p:spPr>
          <a:xfrm>
            <a:off x="1139428" y="419220"/>
            <a:ext cx="6725841" cy="365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08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000"/>
              <a:buFont typeface="Arial"/>
              <a:buNone/>
              <a:defRPr sz="2250" b="0" i="0" u="none" strike="noStrike" cap="none">
                <a:solidFill>
                  <a:schemeClr val="tx2"/>
                </a:solidFill>
                <a:latin typeface="Lato" panose="020B0604020202020204" charset="0"/>
                <a:ea typeface="Roboto Condensed"/>
                <a:cs typeface="Lato" panose="020B0604020202020204" charset="0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640">
              <a:spcBef>
                <a:spcPts val="50"/>
              </a:spcBef>
              <a:defRPr/>
            </a:pPr>
            <a:r>
              <a:rPr lang="pt-BR" spc="-2" dirty="0">
                <a:solidFill>
                  <a:schemeClr val="tx1"/>
                </a:solidFill>
              </a:rPr>
              <a:t>Aprendizagem</a:t>
            </a:r>
            <a:r>
              <a:rPr lang="pt-BR" spc="-21" dirty="0">
                <a:solidFill>
                  <a:schemeClr val="tx1"/>
                </a:solidFill>
              </a:rPr>
              <a:t> Não </a:t>
            </a:r>
            <a:r>
              <a:rPr lang="pt-BR" spc="-2" dirty="0">
                <a:solidFill>
                  <a:schemeClr val="tx1"/>
                </a:solidFill>
              </a:rPr>
              <a:t>Supervisionada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FD587D7-D4A8-8E22-2EDD-F00ED4B77ADA}"/>
              </a:ext>
            </a:extLst>
          </p:cNvPr>
          <p:cNvSpPr txBox="1"/>
          <p:nvPr/>
        </p:nvSpPr>
        <p:spPr>
          <a:xfrm>
            <a:off x="2303860" y="1977628"/>
            <a:ext cx="4955381" cy="962016"/>
          </a:xfrm>
          <a:prstGeom prst="rect">
            <a:avLst/>
          </a:prstGeom>
        </p:spPr>
        <p:txBody>
          <a:bodyPr lIns="0" tIns="6308" rIns="0" bIns="0">
            <a:spAutoFit/>
          </a:bodyPr>
          <a:lstStyle/>
          <a:p>
            <a:pPr marL="183925" indent="-177285">
              <a:spcBef>
                <a:spcPts val="50"/>
              </a:spcBef>
              <a:buFontTx/>
              <a:buChar char="•"/>
              <a:tabLst>
                <a:tab pos="183925" algn="l"/>
                <a:tab pos="184256" algn="l"/>
              </a:tabLst>
              <a:defRPr/>
            </a:pPr>
            <a:r>
              <a:rPr sz="1673" spc="-2" dirty="0"/>
              <a:t>Duas Principais tarefas de Mineração de Dados</a:t>
            </a:r>
            <a:endParaRPr sz="1673" dirty="0"/>
          </a:p>
          <a:p>
            <a:pPr>
              <a:spcBef>
                <a:spcPts val="8"/>
              </a:spcBef>
              <a:buFont typeface="Arial"/>
              <a:buChar char="•"/>
              <a:defRPr/>
            </a:pPr>
            <a:endParaRPr sz="1777" dirty="0">
              <a:latin typeface="Times New Roman"/>
              <a:cs typeface="Times New Roman"/>
            </a:endParaRPr>
          </a:p>
          <a:p>
            <a:pPr marL="623153" lvl="1" indent="-238703">
              <a:spcBef>
                <a:spcPts val="2"/>
              </a:spcBef>
              <a:buFontTx/>
              <a:buAutoNum type="arabicParenR"/>
              <a:tabLst>
                <a:tab pos="623153" algn="l"/>
                <a:tab pos="623485" algn="l"/>
              </a:tabLst>
              <a:defRPr/>
            </a:pPr>
            <a:r>
              <a:rPr sz="1255" spc="-2" dirty="0"/>
              <a:t>Agrupamento</a:t>
            </a:r>
            <a:endParaRPr sz="1255" dirty="0"/>
          </a:p>
          <a:p>
            <a:pPr marL="623153" lvl="1" indent="-238703">
              <a:spcBef>
                <a:spcPts val="322"/>
              </a:spcBef>
              <a:buFontTx/>
              <a:buAutoNum type="arabicParenR"/>
              <a:tabLst>
                <a:tab pos="623153" algn="l"/>
                <a:tab pos="623485" algn="l"/>
              </a:tabLst>
              <a:defRPr/>
            </a:pPr>
            <a:r>
              <a:rPr sz="1255" spc="-2" dirty="0"/>
              <a:t>Extração de Regras de</a:t>
            </a:r>
            <a:r>
              <a:rPr sz="1255" spc="-71" dirty="0"/>
              <a:t> </a:t>
            </a:r>
            <a:r>
              <a:rPr sz="1255" spc="-2" dirty="0"/>
              <a:t>Associação</a:t>
            </a:r>
            <a:endParaRPr sz="1255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15641D6C-A4D6-6A8B-3A9A-5AC7CFA00AED}"/>
              </a:ext>
            </a:extLst>
          </p:cNvPr>
          <p:cNvSpPr txBox="1">
            <a:spLocks/>
          </p:cNvSpPr>
          <p:nvPr/>
        </p:nvSpPr>
        <p:spPr>
          <a:xfrm>
            <a:off x="1139428" y="419220"/>
            <a:ext cx="6725841" cy="365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08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000"/>
              <a:buFont typeface="Arial"/>
              <a:buNone/>
              <a:defRPr sz="2250" b="0" i="0" u="none" strike="noStrike" cap="none">
                <a:solidFill>
                  <a:schemeClr val="tx2"/>
                </a:solidFill>
                <a:latin typeface="Lato" panose="020B0604020202020204" charset="0"/>
                <a:ea typeface="Roboto Condensed"/>
                <a:cs typeface="Lato" panose="020B0604020202020204" charset="0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640">
              <a:spcBef>
                <a:spcPts val="50"/>
              </a:spcBef>
              <a:defRPr/>
            </a:pPr>
            <a:r>
              <a:rPr lang="pt-BR" spc="-2" dirty="0">
                <a:solidFill>
                  <a:schemeClr val="tx1"/>
                </a:solidFill>
              </a:rPr>
              <a:t>Aprendizagem</a:t>
            </a:r>
            <a:r>
              <a:rPr lang="pt-BR" spc="-21" dirty="0">
                <a:solidFill>
                  <a:schemeClr val="tx1"/>
                </a:solidFill>
              </a:rPr>
              <a:t> Não </a:t>
            </a:r>
            <a:r>
              <a:rPr lang="pt-BR" spc="-2" dirty="0">
                <a:solidFill>
                  <a:schemeClr val="tx1"/>
                </a:solidFill>
              </a:rPr>
              <a:t>Supervisionada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7CD6608-1050-68BD-F772-BE5C382811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4913" y="810816"/>
            <a:ext cx="6725841" cy="365442"/>
          </a:xfrm>
        </p:spPr>
        <p:txBody>
          <a:bodyPr spcFirstLastPara="1" wrap="square" lIns="0" tIns="6308" rIns="0" bIns="0" rtlCol="0" anchor="t" anchorCtr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pc="-2" dirty="0">
                <a:solidFill>
                  <a:schemeClr val="tx1"/>
                </a:solidFill>
              </a:rPr>
              <a:t>Agrupamento -</a:t>
            </a:r>
            <a:r>
              <a:rPr spc="-28" dirty="0">
                <a:solidFill>
                  <a:schemeClr val="tx1"/>
                </a:solidFill>
              </a:rPr>
              <a:t> </a:t>
            </a:r>
            <a:r>
              <a:rPr spc="-2" dirty="0">
                <a:solidFill>
                  <a:schemeClr val="tx1"/>
                </a:solidFill>
              </a:rPr>
              <a:t>Clustering</a:t>
            </a:r>
          </a:p>
        </p:txBody>
      </p:sp>
      <p:sp>
        <p:nvSpPr>
          <p:cNvPr id="33794" name="object 40">
            <a:extLst>
              <a:ext uri="{FF2B5EF4-FFF2-40B4-BE49-F238E27FC236}">
                <a16:creationId xmlns:a16="http://schemas.microsoft.com/office/drawing/2014/main" id="{FB436117-C484-12AD-2911-F5C2D3BFE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2041" y="1751410"/>
            <a:ext cx="2737247" cy="365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308" rIns="0" bIns="0">
            <a:spAutoFit/>
          </a:bodyPr>
          <a:lstStyle>
            <a:lvl1pPr marL="255588" indent="-246063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254000" algn="l"/>
                <a:tab pos="25558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254000" algn="l"/>
                <a:tab pos="25558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254000" algn="l"/>
                <a:tab pos="2555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254000" algn="l"/>
                <a:tab pos="2555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254000" algn="l"/>
                <a:tab pos="2555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54000" algn="l"/>
                <a:tab pos="2555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54000" algn="l"/>
                <a:tab pos="2555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54000" algn="l"/>
                <a:tab pos="2555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54000" algn="l"/>
                <a:tab pos="2555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ts val="1697"/>
              </a:lnSpc>
              <a:spcBef>
                <a:spcPts val="47"/>
              </a:spcBef>
              <a:buFontTx/>
              <a:buChar char="•"/>
            </a:pPr>
            <a:r>
              <a:rPr lang="en-US" altLang="en-US" sz="1425"/>
              <a:t>Classificação vs. Agrupamento</a:t>
            </a:r>
          </a:p>
          <a:p>
            <a:pPr>
              <a:lnSpc>
                <a:spcPts val="1135"/>
              </a:lnSpc>
              <a:spcBef>
                <a:spcPct val="0"/>
              </a:spcBef>
              <a:buNone/>
            </a:pPr>
            <a:r>
              <a:rPr lang="en-US" altLang="en-US" sz="975" b="1">
                <a:latin typeface="Trebuchet MS" panose="020B0703020202090204" pitchFamily="34" charset="0"/>
                <a:ea typeface="Trebuchet MS" panose="020B0703020202090204" pitchFamily="34" charset="0"/>
                <a:cs typeface="Trebuchet MS" panose="020B0703020202090204" pitchFamily="34" charset="0"/>
              </a:rPr>
              <a:t>Classiﬁcação: Aprendizado Supervisionado</a:t>
            </a:r>
            <a:endParaRPr lang="en-US" altLang="en-US" sz="975">
              <a:latin typeface="Trebuchet MS" panose="020B0703020202090204" pitchFamily="34" charset="0"/>
              <a:ea typeface="Trebuchet MS" panose="020B0703020202090204" pitchFamily="34" charset="0"/>
              <a:cs typeface="Trebuchet MS" panose="020B0703020202090204" pitchFamily="34" charset="0"/>
            </a:endParaRPr>
          </a:p>
        </p:txBody>
      </p:sp>
      <p:grpSp>
        <p:nvGrpSpPr>
          <p:cNvPr id="33795" name="Agrupar 45">
            <a:extLst>
              <a:ext uri="{FF2B5EF4-FFF2-40B4-BE49-F238E27FC236}">
                <a16:creationId xmlns:a16="http://schemas.microsoft.com/office/drawing/2014/main" id="{F006BAF8-C063-3F5D-7791-DAF33573231F}"/>
              </a:ext>
            </a:extLst>
          </p:cNvPr>
          <p:cNvGrpSpPr>
            <a:grpSpLocks/>
          </p:cNvGrpSpPr>
          <p:nvPr/>
        </p:nvGrpSpPr>
        <p:grpSpPr bwMode="auto">
          <a:xfrm>
            <a:off x="3355181" y="2516981"/>
            <a:ext cx="2433638" cy="2333625"/>
            <a:chOff x="2494512" y="1827137"/>
            <a:chExt cx="2450033" cy="2169831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5BDA3421-51AE-ED86-BC9E-289ED6905B5A}"/>
                </a:ext>
              </a:extLst>
            </p:cNvPr>
            <p:cNvSpPr/>
            <p:nvPr/>
          </p:nvSpPr>
          <p:spPr>
            <a:xfrm>
              <a:off x="3346750" y="3026080"/>
              <a:ext cx="904978" cy="970888"/>
            </a:xfrm>
            <a:custGeom>
              <a:avLst/>
              <a:gdLst/>
              <a:ahLst/>
              <a:cxnLst/>
              <a:rect l="l" t="t" r="r" b="b"/>
              <a:pathLst>
                <a:path w="1299210" h="1392554">
                  <a:moveTo>
                    <a:pt x="0" y="1392478"/>
                  </a:moveTo>
                  <a:lnTo>
                    <a:pt x="1298803" y="1392478"/>
                  </a:lnTo>
                  <a:lnTo>
                    <a:pt x="1298803" y="0"/>
                  </a:lnTo>
                  <a:lnTo>
                    <a:pt x="0" y="0"/>
                  </a:lnTo>
                  <a:lnTo>
                    <a:pt x="0" y="1392478"/>
                  </a:lnTo>
                  <a:close/>
                </a:path>
              </a:pathLst>
            </a:custGeom>
            <a:solidFill>
              <a:srgbClr val="942192">
                <a:alpha val="27839"/>
              </a:srgbClr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1617E57-C3E0-1AC6-8261-EA37B146CC40}"/>
                </a:ext>
              </a:extLst>
            </p:cNvPr>
            <p:cNvSpPr/>
            <p:nvPr/>
          </p:nvSpPr>
          <p:spPr>
            <a:xfrm>
              <a:off x="2494512" y="3026080"/>
              <a:ext cx="1757215" cy="970888"/>
            </a:xfrm>
            <a:custGeom>
              <a:avLst/>
              <a:gdLst/>
              <a:ahLst/>
              <a:cxnLst/>
              <a:rect l="l" t="t" r="r" b="b"/>
              <a:pathLst>
                <a:path w="2521585" h="1392554">
                  <a:moveTo>
                    <a:pt x="0" y="0"/>
                  </a:moveTo>
                  <a:lnTo>
                    <a:pt x="2521210" y="0"/>
                  </a:lnTo>
                  <a:lnTo>
                    <a:pt x="2521210" y="1392480"/>
                  </a:lnTo>
                  <a:lnTo>
                    <a:pt x="0" y="1392480"/>
                  </a:lnTo>
                  <a:lnTo>
                    <a:pt x="0" y="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89F900E-4D65-2D1B-B922-58EEF1859023}"/>
                </a:ext>
              </a:extLst>
            </p:cNvPr>
            <p:cNvSpPr/>
            <p:nvPr/>
          </p:nvSpPr>
          <p:spPr>
            <a:xfrm>
              <a:off x="2494512" y="1827137"/>
              <a:ext cx="0" cy="2169831"/>
            </a:xfrm>
            <a:custGeom>
              <a:avLst/>
              <a:gdLst/>
              <a:ahLst/>
              <a:cxnLst/>
              <a:rect l="l" t="t" r="r" b="b"/>
              <a:pathLst>
                <a:path h="3112770">
                  <a:moveTo>
                    <a:pt x="0" y="0"/>
                  </a:moveTo>
                  <a:lnTo>
                    <a:pt x="0" y="3112611"/>
                  </a:lnTo>
                </a:path>
              </a:pathLst>
            </a:custGeom>
            <a:ln w="12682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E0481FD-0D83-006A-2126-1DE142F69395}"/>
                </a:ext>
              </a:extLst>
            </p:cNvPr>
            <p:cNvSpPr/>
            <p:nvPr/>
          </p:nvSpPr>
          <p:spPr>
            <a:xfrm>
              <a:off x="2494512" y="3996968"/>
              <a:ext cx="2450033" cy="0"/>
            </a:xfrm>
            <a:custGeom>
              <a:avLst/>
              <a:gdLst/>
              <a:ahLst/>
              <a:cxnLst/>
              <a:rect l="l" t="t" r="r" b="b"/>
              <a:pathLst>
                <a:path w="3514725">
                  <a:moveTo>
                    <a:pt x="0" y="0"/>
                  </a:moveTo>
                  <a:lnTo>
                    <a:pt x="3514419" y="0"/>
                  </a:lnTo>
                </a:path>
              </a:pathLst>
            </a:custGeom>
            <a:ln w="12685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0FFFC51-7E00-1A57-FECC-0AC25EC94A42}"/>
                </a:ext>
              </a:extLst>
            </p:cNvPr>
            <p:cNvSpPr/>
            <p:nvPr/>
          </p:nvSpPr>
          <p:spPr>
            <a:xfrm>
              <a:off x="3510964" y="3316129"/>
              <a:ext cx="97091" cy="105170"/>
            </a:xfrm>
            <a:custGeom>
              <a:avLst/>
              <a:gdLst/>
              <a:ahLst/>
              <a:cxnLst/>
              <a:rect l="l" t="t" r="r" b="b"/>
              <a:pathLst>
                <a:path w="140335" h="150495">
                  <a:moveTo>
                    <a:pt x="0" y="0"/>
                  </a:moveTo>
                  <a:lnTo>
                    <a:pt x="140068" y="0"/>
                  </a:lnTo>
                  <a:lnTo>
                    <a:pt x="140068" y="150164"/>
                  </a:lnTo>
                  <a:lnTo>
                    <a:pt x="0" y="150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DDE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8054B59A-873B-2A8B-0DFC-46074837FE97}"/>
                </a:ext>
              </a:extLst>
            </p:cNvPr>
            <p:cNvSpPr/>
            <p:nvPr/>
          </p:nvSpPr>
          <p:spPr>
            <a:xfrm>
              <a:off x="3510964" y="3316129"/>
              <a:ext cx="97091" cy="105170"/>
            </a:xfrm>
            <a:custGeom>
              <a:avLst/>
              <a:gdLst/>
              <a:ahLst/>
              <a:cxnLst/>
              <a:rect l="l" t="t" r="r" b="b"/>
              <a:pathLst>
                <a:path w="140335" h="150495">
                  <a:moveTo>
                    <a:pt x="0" y="0"/>
                  </a:moveTo>
                  <a:lnTo>
                    <a:pt x="140067" y="0"/>
                  </a:lnTo>
                  <a:lnTo>
                    <a:pt x="140067" y="150169"/>
                  </a:lnTo>
                  <a:lnTo>
                    <a:pt x="0" y="150169"/>
                  </a:lnTo>
                  <a:lnTo>
                    <a:pt x="0" y="0"/>
                  </a:lnTo>
                  <a:close/>
                </a:path>
              </a:pathLst>
            </a:custGeom>
            <a:ln w="12684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328BA6B1-0275-2C37-F305-0B4E68B8445C}"/>
                </a:ext>
              </a:extLst>
            </p:cNvPr>
            <p:cNvSpPr/>
            <p:nvPr/>
          </p:nvSpPr>
          <p:spPr>
            <a:xfrm>
              <a:off x="3724323" y="3145642"/>
              <a:ext cx="97091" cy="104063"/>
            </a:xfrm>
            <a:custGeom>
              <a:avLst/>
              <a:gdLst/>
              <a:ahLst/>
              <a:cxnLst/>
              <a:rect l="l" t="t" r="r" b="b"/>
              <a:pathLst>
                <a:path w="140335" h="150495">
                  <a:moveTo>
                    <a:pt x="0" y="0"/>
                  </a:moveTo>
                  <a:lnTo>
                    <a:pt x="140068" y="0"/>
                  </a:lnTo>
                  <a:lnTo>
                    <a:pt x="140068" y="150164"/>
                  </a:lnTo>
                  <a:lnTo>
                    <a:pt x="0" y="150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DDE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770BB088-7D12-F336-309D-F6E06FCF9F9D}"/>
                </a:ext>
              </a:extLst>
            </p:cNvPr>
            <p:cNvSpPr/>
            <p:nvPr/>
          </p:nvSpPr>
          <p:spPr>
            <a:xfrm>
              <a:off x="3724323" y="3145642"/>
              <a:ext cx="97091" cy="104063"/>
            </a:xfrm>
            <a:custGeom>
              <a:avLst/>
              <a:gdLst/>
              <a:ahLst/>
              <a:cxnLst/>
              <a:rect l="l" t="t" r="r" b="b"/>
              <a:pathLst>
                <a:path w="140335" h="150495">
                  <a:moveTo>
                    <a:pt x="0" y="0"/>
                  </a:moveTo>
                  <a:lnTo>
                    <a:pt x="140067" y="0"/>
                  </a:lnTo>
                  <a:lnTo>
                    <a:pt x="140067" y="150169"/>
                  </a:lnTo>
                  <a:lnTo>
                    <a:pt x="0" y="150169"/>
                  </a:lnTo>
                  <a:lnTo>
                    <a:pt x="0" y="0"/>
                  </a:lnTo>
                  <a:close/>
                </a:path>
              </a:pathLst>
            </a:custGeom>
            <a:ln w="12684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106A19FD-B910-2EFD-B203-2FB9ED5B877D}"/>
                </a:ext>
              </a:extLst>
            </p:cNvPr>
            <p:cNvSpPr/>
            <p:nvPr/>
          </p:nvSpPr>
          <p:spPr>
            <a:xfrm>
              <a:off x="3670384" y="3316129"/>
              <a:ext cx="98289" cy="105170"/>
            </a:xfrm>
            <a:custGeom>
              <a:avLst/>
              <a:gdLst/>
              <a:ahLst/>
              <a:cxnLst/>
              <a:rect l="l" t="t" r="r" b="b"/>
              <a:pathLst>
                <a:path w="140335" h="150495">
                  <a:moveTo>
                    <a:pt x="0" y="0"/>
                  </a:moveTo>
                  <a:lnTo>
                    <a:pt x="140068" y="0"/>
                  </a:lnTo>
                  <a:lnTo>
                    <a:pt x="140068" y="150164"/>
                  </a:lnTo>
                  <a:lnTo>
                    <a:pt x="0" y="150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DDE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7E7650BB-1859-679B-4A2C-DAEBD740205F}"/>
                </a:ext>
              </a:extLst>
            </p:cNvPr>
            <p:cNvSpPr/>
            <p:nvPr/>
          </p:nvSpPr>
          <p:spPr>
            <a:xfrm>
              <a:off x="3670384" y="3316129"/>
              <a:ext cx="98289" cy="105170"/>
            </a:xfrm>
            <a:custGeom>
              <a:avLst/>
              <a:gdLst/>
              <a:ahLst/>
              <a:cxnLst/>
              <a:rect l="l" t="t" r="r" b="b"/>
              <a:pathLst>
                <a:path w="140335" h="150495">
                  <a:moveTo>
                    <a:pt x="0" y="0"/>
                  </a:moveTo>
                  <a:lnTo>
                    <a:pt x="140067" y="0"/>
                  </a:lnTo>
                  <a:lnTo>
                    <a:pt x="140067" y="150169"/>
                  </a:lnTo>
                  <a:lnTo>
                    <a:pt x="0" y="150169"/>
                  </a:lnTo>
                  <a:lnTo>
                    <a:pt x="0" y="0"/>
                  </a:lnTo>
                  <a:close/>
                </a:path>
              </a:pathLst>
            </a:custGeom>
            <a:ln w="12684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9090BF51-AF9B-B8C0-A171-D6E67FAD614F}"/>
                </a:ext>
              </a:extLst>
            </p:cNvPr>
            <p:cNvSpPr/>
            <p:nvPr/>
          </p:nvSpPr>
          <p:spPr>
            <a:xfrm>
              <a:off x="3829804" y="3545289"/>
              <a:ext cx="98289" cy="104063"/>
            </a:xfrm>
            <a:custGeom>
              <a:avLst/>
              <a:gdLst/>
              <a:ahLst/>
              <a:cxnLst/>
              <a:rect l="l" t="t" r="r" b="b"/>
              <a:pathLst>
                <a:path w="140335" h="150495">
                  <a:moveTo>
                    <a:pt x="0" y="0"/>
                  </a:moveTo>
                  <a:lnTo>
                    <a:pt x="140068" y="0"/>
                  </a:lnTo>
                  <a:lnTo>
                    <a:pt x="140068" y="150177"/>
                  </a:lnTo>
                  <a:lnTo>
                    <a:pt x="0" y="150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DDE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BA2ACE65-FE31-E031-7A07-ACD94A609912}"/>
                </a:ext>
              </a:extLst>
            </p:cNvPr>
            <p:cNvSpPr/>
            <p:nvPr/>
          </p:nvSpPr>
          <p:spPr>
            <a:xfrm>
              <a:off x="3829804" y="3545289"/>
              <a:ext cx="98289" cy="104063"/>
            </a:xfrm>
            <a:custGeom>
              <a:avLst/>
              <a:gdLst/>
              <a:ahLst/>
              <a:cxnLst/>
              <a:rect l="l" t="t" r="r" b="b"/>
              <a:pathLst>
                <a:path w="140335" h="150495">
                  <a:moveTo>
                    <a:pt x="0" y="0"/>
                  </a:moveTo>
                  <a:lnTo>
                    <a:pt x="140067" y="0"/>
                  </a:lnTo>
                  <a:lnTo>
                    <a:pt x="140067" y="150169"/>
                  </a:lnTo>
                  <a:lnTo>
                    <a:pt x="0" y="150169"/>
                  </a:lnTo>
                  <a:lnTo>
                    <a:pt x="0" y="0"/>
                  </a:lnTo>
                  <a:close/>
                </a:path>
              </a:pathLst>
            </a:custGeom>
            <a:ln w="12684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11041737-2B43-31B0-FE21-82175269DA65}"/>
                </a:ext>
              </a:extLst>
            </p:cNvPr>
            <p:cNvSpPr/>
            <p:nvPr/>
          </p:nvSpPr>
          <p:spPr>
            <a:xfrm>
              <a:off x="4305667" y="3311700"/>
              <a:ext cx="97090" cy="105170"/>
            </a:xfrm>
            <a:custGeom>
              <a:avLst/>
              <a:gdLst/>
              <a:ahLst/>
              <a:cxnLst/>
              <a:rect l="l" t="t" r="r" b="b"/>
              <a:pathLst>
                <a:path w="140335" h="150495">
                  <a:moveTo>
                    <a:pt x="0" y="0"/>
                  </a:moveTo>
                  <a:lnTo>
                    <a:pt x="140067" y="0"/>
                  </a:lnTo>
                  <a:lnTo>
                    <a:pt x="140067" y="150169"/>
                  </a:lnTo>
                  <a:lnTo>
                    <a:pt x="0" y="150169"/>
                  </a:lnTo>
                  <a:lnTo>
                    <a:pt x="0" y="0"/>
                  </a:lnTo>
                  <a:close/>
                </a:path>
              </a:pathLst>
            </a:custGeom>
            <a:ln w="12684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F12B58F3-9E70-8D59-7AB7-13A4B439EE00}"/>
                </a:ext>
              </a:extLst>
            </p:cNvPr>
            <p:cNvSpPr/>
            <p:nvPr/>
          </p:nvSpPr>
          <p:spPr>
            <a:xfrm>
              <a:off x="3351544" y="3487722"/>
              <a:ext cx="97090" cy="105171"/>
            </a:xfrm>
            <a:custGeom>
              <a:avLst/>
              <a:gdLst/>
              <a:ahLst/>
              <a:cxnLst/>
              <a:rect l="l" t="t" r="r" b="b"/>
              <a:pathLst>
                <a:path w="140335" h="150495">
                  <a:moveTo>
                    <a:pt x="0" y="0"/>
                  </a:moveTo>
                  <a:lnTo>
                    <a:pt x="140068" y="0"/>
                  </a:lnTo>
                  <a:lnTo>
                    <a:pt x="140068" y="150164"/>
                  </a:lnTo>
                  <a:lnTo>
                    <a:pt x="0" y="150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DDE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FBF6CC67-ACE1-9783-D5EF-590881C98FEB}"/>
                </a:ext>
              </a:extLst>
            </p:cNvPr>
            <p:cNvSpPr/>
            <p:nvPr/>
          </p:nvSpPr>
          <p:spPr>
            <a:xfrm>
              <a:off x="3351544" y="3487722"/>
              <a:ext cx="97090" cy="105171"/>
            </a:xfrm>
            <a:custGeom>
              <a:avLst/>
              <a:gdLst/>
              <a:ahLst/>
              <a:cxnLst/>
              <a:rect l="l" t="t" r="r" b="b"/>
              <a:pathLst>
                <a:path w="140335" h="150495">
                  <a:moveTo>
                    <a:pt x="0" y="0"/>
                  </a:moveTo>
                  <a:lnTo>
                    <a:pt x="140067" y="0"/>
                  </a:lnTo>
                  <a:lnTo>
                    <a:pt x="140067" y="150169"/>
                  </a:lnTo>
                  <a:lnTo>
                    <a:pt x="0" y="150169"/>
                  </a:lnTo>
                  <a:lnTo>
                    <a:pt x="0" y="0"/>
                  </a:lnTo>
                  <a:close/>
                </a:path>
              </a:pathLst>
            </a:custGeom>
            <a:ln w="12684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A4EB4EC0-0E0D-CA82-D39F-62EBA94A9BE5}"/>
                </a:ext>
              </a:extLst>
            </p:cNvPr>
            <p:cNvSpPr/>
            <p:nvPr/>
          </p:nvSpPr>
          <p:spPr>
            <a:xfrm>
              <a:off x="2973971" y="2683999"/>
              <a:ext cx="213359" cy="22805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B48F3DF9-8651-A7F7-CA64-83B7AD8C9F00}"/>
                </a:ext>
              </a:extLst>
            </p:cNvPr>
            <p:cNvSpPr/>
            <p:nvPr/>
          </p:nvSpPr>
          <p:spPr>
            <a:xfrm>
              <a:off x="3292810" y="2741566"/>
              <a:ext cx="106680" cy="1129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9A894BCC-71EB-1E90-3108-872544DFE305}"/>
                </a:ext>
              </a:extLst>
            </p:cNvPr>
            <p:cNvSpPr/>
            <p:nvPr/>
          </p:nvSpPr>
          <p:spPr>
            <a:xfrm>
              <a:off x="3506169" y="2683999"/>
              <a:ext cx="106680" cy="1129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11ED6FA5-D9C9-26CC-7559-C1D8A461A29E}"/>
                </a:ext>
              </a:extLst>
            </p:cNvPr>
            <p:cNvSpPr/>
            <p:nvPr/>
          </p:nvSpPr>
          <p:spPr>
            <a:xfrm>
              <a:off x="2924826" y="3202101"/>
              <a:ext cx="98289" cy="105171"/>
            </a:xfrm>
            <a:custGeom>
              <a:avLst/>
              <a:gdLst/>
              <a:ahLst/>
              <a:cxnLst/>
              <a:rect l="l" t="t" r="r" b="b"/>
              <a:pathLst>
                <a:path w="140335" h="150495">
                  <a:moveTo>
                    <a:pt x="70027" y="0"/>
                  </a:moveTo>
                  <a:lnTo>
                    <a:pt x="42771" y="5900"/>
                  </a:lnTo>
                  <a:lnTo>
                    <a:pt x="20512" y="21991"/>
                  </a:lnTo>
                  <a:lnTo>
                    <a:pt x="5503" y="45857"/>
                  </a:lnTo>
                  <a:lnTo>
                    <a:pt x="0" y="75082"/>
                  </a:lnTo>
                  <a:lnTo>
                    <a:pt x="5503" y="104314"/>
                  </a:lnTo>
                  <a:lnTo>
                    <a:pt x="20512" y="128184"/>
                  </a:lnTo>
                  <a:lnTo>
                    <a:pt x="42771" y="144276"/>
                  </a:lnTo>
                  <a:lnTo>
                    <a:pt x="70027" y="150177"/>
                  </a:lnTo>
                  <a:lnTo>
                    <a:pt x="97291" y="144276"/>
                  </a:lnTo>
                  <a:lnTo>
                    <a:pt x="119554" y="128184"/>
                  </a:lnTo>
                  <a:lnTo>
                    <a:pt x="134564" y="104314"/>
                  </a:lnTo>
                  <a:lnTo>
                    <a:pt x="140068" y="75082"/>
                  </a:lnTo>
                  <a:lnTo>
                    <a:pt x="134564" y="45857"/>
                  </a:lnTo>
                  <a:lnTo>
                    <a:pt x="119554" y="21991"/>
                  </a:lnTo>
                  <a:lnTo>
                    <a:pt x="97291" y="5900"/>
                  </a:lnTo>
                  <a:lnTo>
                    <a:pt x="70027" y="0"/>
                  </a:lnTo>
                  <a:close/>
                </a:path>
              </a:pathLst>
            </a:custGeom>
            <a:solidFill>
              <a:srgbClr val="CD665F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A98ABC6F-9562-D696-9B62-D1CB3EFC4C96}"/>
                </a:ext>
              </a:extLst>
            </p:cNvPr>
            <p:cNvSpPr/>
            <p:nvPr/>
          </p:nvSpPr>
          <p:spPr>
            <a:xfrm>
              <a:off x="2924826" y="3202101"/>
              <a:ext cx="98289" cy="105171"/>
            </a:xfrm>
            <a:custGeom>
              <a:avLst/>
              <a:gdLst/>
              <a:ahLst/>
              <a:cxnLst/>
              <a:rect l="l" t="t" r="r" b="b"/>
              <a:pathLst>
                <a:path w="140335" h="150495">
                  <a:moveTo>
                    <a:pt x="0" y="75085"/>
                  </a:moveTo>
                  <a:lnTo>
                    <a:pt x="5503" y="45858"/>
                  </a:lnTo>
                  <a:lnTo>
                    <a:pt x="20512" y="21992"/>
                  </a:lnTo>
                  <a:lnTo>
                    <a:pt x="42773" y="5900"/>
                  </a:lnTo>
                  <a:lnTo>
                    <a:pt x="70033" y="0"/>
                  </a:lnTo>
                  <a:lnTo>
                    <a:pt x="97293" y="5900"/>
                  </a:lnTo>
                  <a:lnTo>
                    <a:pt x="119554" y="21992"/>
                  </a:lnTo>
                  <a:lnTo>
                    <a:pt x="134563" y="45858"/>
                  </a:lnTo>
                  <a:lnTo>
                    <a:pt x="140067" y="75085"/>
                  </a:lnTo>
                  <a:lnTo>
                    <a:pt x="134563" y="104311"/>
                  </a:lnTo>
                  <a:lnTo>
                    <a:pt x="119554" y="128178"/>
                  </a:lnTo>
                  <a:lnTo>
                    <a:pt x="97293" y="144270"/>
                  </a:lnTo>
                  <a:lnTo>
                    <a:pt x="70033" y="150170"/>
                  </a:lnTo>
                  <a:lnTo>
                    <a:pt x="42773" y="144270"/>
                  </a:lnTo>
                  <a:lnTo>
                    <a:pt x="20512" y="128178"/>
                  </a:lnTo>
                  <a:lnTo>
                    <a:pt x="5503" y="104311"/>
                  </a:lnTo>
                  <a:lnTo>
                    <a:pt x="0" y="75085"/>
                  </a:lnTo>
                  <a:close/>
                </a:path>
              </a:pathLst>
            </a:custGeom>
            <a:ln w="12684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C60F5E8E-14CB-70DA-19DC-0625380C7063}"/>
                </a:ext>
              </a:extLst>
            </p:cNvPr>
            <p:cNvSpPr/>
            <p:nvPr/>
          </p:nvSpPr>
          <p:spPr>
            <a:xfrm>
              <a:off x="3772269" y="2455945"/>
              <a:ext cx="106680" cy="1129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0A2D34E9-E004-32C6-B19E-F5E5E4177D6B}"/>
                </a:ext>
              </a:extLst>
            </p:cNvPr>
            <p:cNvSpPr/>
            <p:nvPr/>
          </p:nvSpPr>
          <p:spPr>
            <a:xfrm>
              <a:off x="3187330" y="3026080"/>
              <a:ext cx="105481" cy="11402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1FA22DE8-D5AF-B60A-AFF7-D2A5097931DD}"/>
                </a:ext>
              </a:extLst>
            </p:cNvPr>
            <p:cNvSpPr/>
            <p:nvPr/>
          </p:nvSpPr>
          <p:spPr>
            <a:xfrm>
              <a:off x="3506169" y="2912053"/>
              <a:ext cx="106680" cy="11402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5E8E7504-03B4-41F3-833C-EC048290A324}"/>
                </a:ext>
              </a:extLst>
            </p:cNvPr>
            <p:cNvSpPr/>
            <p:nvPr/>
          </p:nvSpPr>
          <p:spPr>
            <a:xfrm>
              <a:off x="3772269" y="2855593"/>
              <a:ext cx="106680" cy="1129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E2B54476-AE46-88A1-80FE-6B9DDC982310}"/>
                </a:ext>
              </a:extLst>
            </p:cNvPr>
            <p:cNvSpPr/>
            <p:nvPr/>
          </p:nvSpPr>
          <p:spPr>
            <a:xfrm>
              <a:off x="3031506" y="3316129"/>
              <a:ext cx="98289" cy="105170"/>
            </a:xfrm>
            <a:custGeom>
              <a:avLst/>
              <a:gdLst/>
              <a:ahLst/>
              <a:cxnLst/>
              <a:rect l="l" t="t" r="r" b="b"/>
              <a:pathLst>
                <a:path w="140335" h="150495">
                  <a:moveTo>
                    <a:pt x="70040" y="0"/>
                  </a:moveTo>
                  <a:lnTo>
                    <a:pt x="42776" y="5900"/>
                  </a:lnTo>
                  <a:lnTo>
                    <a:pt x="20513" y="21991"/>
                  </a:lnTo>
                  <a:lnTo>
                    <a:pt x="5503" y="45857"/>
                  </a:lnTo>
                  <a:lnTo>
                    <a:pt x="0" y="75082"/>
                  </a:lnTo>
                  <a:lnTo>
                    <a:pt x="5503" y="104307"/>
                  </a:lnTo>
                  <a:lnTo>
                    <a:pt x="20513" y="128173"/>
                  </a:lnTo>
                  <a:lnTo>
                    <a:pt x="42776" y="144264"/>
                  </a:lnTo>
                  <a:lnTo>
                    <a:pt x="70040" y="150164"/>
                  </a:lnTo>
                  <a:lnTo>
                    <a:pt x="97296" y="144264"/>
                  </a:lnTo>
                  <a:lnTo>
                    <a:pt x="119556" y="128173"/>
                  </a:lnTo>
                  <a:lnTo>
                    <a:pt x="134564" y="104307"/>
                  </a:lnTo>
                  <a:lnTo>
                    <a:pt x="140068" y="75082"/>
                  </a:lnTo>
                  <a:lnTo>
                    <a:pt x="134564" y="45857"/>
                  </a:lnTo>
                  <a:lnTo>
                    <a:pt x="119556" y="21991"/>
                  </a:lnTo>
                  <a:lnTo>
                    <a:pt x="97296" y="5900"/>
                  </a:lnTo>
                  <a:lnTo>
                    <a:pt x="70040" y="0"/>
                  </a:lnTo>
                  <a:close/>
                </a:path>
              </a:pathLst>
            </a:custGeom>
            <a:solidFill>
              <a:srgbClr val="CD665F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32CEC8C9-B3BE-C6D1-1403-556AF58CAFBE}"/>
                </a:ext>
              </a:extLst>
            </p:cNvPr>
            <p:cNvSpPr/>
            <p:nvPr/>
          </p:nvSpPr>
          <p:spPr>
            <a:xfrm>
              <a:off x="3031506" y="3316129"/>
              <a:ext cx="98289" cy="105170"/>
            </a:xfrm>
            <a:custGeom>
              <a:avLst/>
              <a:gdLst/>
              <a:ahLst/>
              <a:cxnLst/>
              <a:rect l="l" t="t" r="r" b="b"/>
              <a:pathLst>
                <a:path w="140335" h="150495">
                  <a:moveTo>
                    <a:pt x="0" y="75085"/>
                  </a:moveTo>
                  <a:lnTo>
                    <a:pt x="5503" y="45858"/>
                  </a:lnTo>
                  <a:lnTo>
                    <a:pt x="20512" y="21992"/>
                  </a:lnTo>
                  <a:lnTo>
                    <a:pt x="42773" y="5900"/>
                  </a:lnTo>
                  <a:lnTo>
                    <a:pt x="70033" y="0"/>
                  </a:lnTo>
                  <a:lnTo>
                    <a:pt x="97293" y="5900"/>
                  </a:lnTo>
                  <a:lnTo>
                    <a:pt x="119554" y="21992"/>
                  </a:lnTo>
                  <a:lnTo>
                    <a:pt x="134563" y="45858"/>
                  </a:lnTo>
                  <a:lnTo>
                    <a:pt x="140067" y="75085"/>
                  </a:lnTo>
                  <a:lnTo>
                    <a:pt x="134563" y="104311"/>
                  </a:lnTo>
                  <a:lnTo>
                    <a:pt x="119554" y="128178"/>
                  </a:lnTo>
                  <a:lnTo>
                    <a:pt x="97293" y="144270"/>
                  </a:lnTo>
                  <a:lnTo>
                    <a:pt x="70033" y="150170"/>
                  </a:lnTo>
                  <a:lnTo>
                    <a:pt x="42773" y="144270"/>
                  </a:lnTo>
                  <a:lnTo>
                    <a:pt x="20512" y="128178"/>
                  </a:lnTo>
                  <a:lnTo>
                    <a:pt x="5503" y="104311"/>
                  </a:lnTo>
                  <a:lnTo>
                    <a:pt x="0" y="75085"/>
                  </a:lnTo>
                  <a:close/>
                </a:path>
              </a:pathLst>
            </a:custGeom>
            <a:ln w="12684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6C3F752D-8775-6660-A46C-80EA4097A66B}"/>
                </a:ext>
              </a:extLst>
            </p:cNvPr>
            <p:cNvSpPr/>
            <p:nvPr/>
          </p:nvSpPr>
          <p:spPr>
            <a:xfrm>
              <a:off x="2867291" y="3483294"/>
              <a:ext cx="106679" cy="11402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0A94445D-62D8-80F2-2000-22106753C509}"/>
                </a:ext>
              </a:extLst>
            </p:cNvPr>
            <p:cNvSpPr/>
            <p:nvPr/>
          </p:nvSpPr>
          <p:spPr>
            <a:xfrm>
              <a:off x="3346750" y="2455945"/>
              <a:ext cx="106679" cy="11292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FC08AC04-E1BB-6E36-4947-081B89FF8B7C}"/>
                </a:ext>
              </a:extLst>
            </p:cNvPr>
            <p:cNvSpPr/>
            <p:nvPr/>
          </p:nvSpPr>
          <p:spPr>
            <a:xfrm>
              <a:off x="3190926" y="3601749"/>
              <a:ext cx="98289" cy="105170"/>
            </a:xfrm>
            <a:custGeom>
              <a:avLst/>
              <a:gdLst/>
              <a:ahLst/>
              <a:cxnLst/>
              <a:rect l="l" t="t" r="r" b="b"/>
              <a:pathLst>
                <a:path w="140335" h="150495">
                  <a:moveTo>
                    <a:pt x="0" y="0"/>
                  </a:moveTo>
                  <a:lnTo>
                    <a:pt x="140067" y="0"/>
                  </a:lnTo>
                  <a:lnTo>
                    <a:pt x="140067" y="150169"/>
                  </a:lnTo>
                  <a:lnTo>
                    <a:pt x="0" y="150169"/>
                  </a:lnTo>
                  <a:lnTo>
                    <a:pt x="0" y="0"/>
                  </a:lnTo>
                  <a:close/>
                </a:path>
              </a:pathLst>
            </a:custGeom>
            <a:ln w="12684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C433987C-77FC-4DB6-E8F7-76407F95E1AD}"/>
                </a:ext>
              </a:extLst>
            </p:cNvPr>
            <p:cNvSpPr/>
            <p:nvPr/>
          </p:nvSpPr>
          <p:spPr>
            <a:xfrm>
              <a:off x="3772269" y="2626432"/>
              <a:ext cx="106680" cy="11402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5F69E540-5BB1-F390-2F37-2DD1F18730DD}"/>
                </a:ext>
              </a:extLst>
            </p:cNvPr>
            <p:cNvSpPr/>
            <p:nvPr/>
          </p:nvSpPr>
          <p:spPr>
            <a:xfrm>
              <a:off x="4517827" y="2683999"/>
              <a:ext cx="106680" cy="11292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4925900B-6E78-DC12-A6A5-F5E5BC675DB0}"/>
                </a:ext>
              </a:extLst>
            </p:cNvPr>
            <p:cNvSpPr/>
            <p:nvPr/>
          </p:nvSpPr>
          <p:spPr>
            <a:xfrm>
              <a:off x="4305667" y="2855593"/>
              <a:ext cx="105481" cy="11292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B72268B9-00EA-24D7-99BC-A3B7C723B8CB}"/>
                </a:ext>
              </a:extLst>
            </p:cNvPr>
            <p:cNvSpPr/>
            <p:nvPr/>
          </p:nvSpPr>
          <p:spPr>
            <a:xfrm>
              <a:off x="4251727" y="3083647"/>
              <a:ext cx="106680" cy="11402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CD61E1F0-E0BD-66BE-9963-1119AF310C4B}"/>
                </a:ext>
              </a:extLst>
            </p:cNvPr>
            <p:cNvSpPr/>
            <p:nvPr/>
          </p:nvSpPr>
          <p:spPr>
            <a:xfrm>
              <a:off x="4465086" y="3141214"/>
              <a:ext cx="213359" cy="226946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4A0DA017-9F08-D391-949E-24453E92B8E5}"/>
                </a:ext>
              </a:extLst>
            </p:cNvPr>
            <p:cNvSpPr/>
            <p:nvPr/>
          </p:nvSpPr>
          <p:spPr>
            <a:xfrm>
              <a:off x="4517827" y="2969619"/>
              <a:ext cx="106680" cy="11292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F75DEE9D-3B0B-5463-784D-B7693FA0B581}"/>
                </a:ext>
              </a:extLst>
            </p:cNvPr>
            <p:cNvSpPr/>
            <p:nvPr/>
          </p:nvSpPr>
          <p:spPr>
            <a:xfrm>
              <a:off x="3617644" y="2460373"/>
              <a:ext cx="97090" cy="104063"/>
            </a:xfrm>
            <a:custGeom>
              <a:avLst/>
              <a:gdLst/>
              <a:ahLst/>
              <a:cxnLst/>
              <a:rect l="l" t="t" r="r" b="b"/>
              <a:pathLst>
                <a:path w="140335" h="150495">
                  <a:moveTo>
                    <a:pt x="0" y="0"/>
                  </a:moveTo>
                  <a:lnTo>
                    <a:pt x="140068" y="0"/>
                  </a:lnTo>
                  <a:lnTo>
                    <a:pt x="140068" y="150177"/>
                  </a:lnTo>
                  <a:lnTo>
                    <a:pt x="0" y="1501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DDE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937E28B9-3655-7FEE-AA5E-EC8835E71F24}"/>
                </a:ext>
              </a:extLst>
            </p:cNvPr>
            <p:cNvSpPr/>
            <p:nvPr/>
          </p:nvSpPr>
          <p:spPr>
            <a:xfrm>
              <a:off x="3617644" y="2460373"/>
              <a:ext cx="97090" cy="104063"/>
            </a:xfrm>
            <a:custGeom>
              <a:avLst/>
              <a:gdLst/>
              <a:ahLst/>
              <a:cxnLst/>
              <a:rect l="l" t="t" r="r" b="b"/>
              <a:pathLst>
                <a:path w="140335" h="150495">
                  <a:moveTo>
                    <a:pt x="0" y="0"/>
                  </a:moveTo>
                  <a:lnTo>
                    <a:pt x="140067" y="0"/>
                  </a:lnTo>
                  <a:lnTo>
                    <a:pt x="140067" y="150169"/>
                  </a:lnTo>
                  <a:lnTo>
                    <a:pt x="0" y="150169"/>
                  </a:lnTo>
                  <a:lnTo>
                    <a:pt x="0" y="0"/>
                  </a:lnTo>
                  <a:close/>
                </a:path>
              </a:pathLst>
            </a:custGeom>
            <a:ln w="12684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410EC111-AC84-26AE-AD26-2F06527AF55A}"/>
                </a:ext>
              </a:extLst>
            </p:cNvPr>
            <p:cNvSpPr/>
            <p:nvPr/>
          </p:nvSpPr>
          <p:spPr>
            <a:xfrm>
              <a:off x="4251727" y="2226785"/>
              <a:ext cx="638879" cy="1770183"/>
            </a:xfrm>
            <a:custGeom>
              <a:avLst/>
              <a:gdLst/>
              <a:ahLst/>
              <a:cxnLst/>
              <a:rect l="l" t="t" r="r" b="b"/>
              <a:pathLst>
                <a:path w="916939" h="2539365">
                  <a:moveTo>
                    <a:pt x="0" y="0"/>
                  </a:moveTo>
                  <a:lnTo>
                    <a:pt x="916800" y="0"/>
                  </a:lnTo>
                  <a:lnTo>
                    <a:pt x="916800" y="2539238"/>
                  </a:lnTo>
                  <a:lnTo>
                    <a:pt x="0" y="2539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665F">
                <a:alpha val="30979"/>
              </a:srgbClr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0CA1D48E-B5D4-E96B-1F62-B94C2AD5B4AB}"/>
                </a:ext>
              </a:extLst>
            </p:cNvPr>
            <p:cNvSpPr/>
            <p:nvPr/>
          </p:nvSpPr>
          <p:spPr>
            <a:xfrm>
              <a:off x="4251727" y="2226785"/>
              <a:ext cx="638879" cy="1770183"/>
            </a:xfrm>
            <a:custGeom>
              <a:avLst/>
              <a:gdLst/>
              <a:ahLst/>
              <a:cxnLst/>
              <a:rect l="l" t="t" r="r" b="b"/>
              <a:pathLst>
                <a:path w="916939" h="2539365">
                  <a:moveTo>
                    <a:pt x="0" y="0"/>
                  </a:moveTo>
                  <a:lnTo>
                    <a:pt x="916803" y="0"/>
                  </a:lnTo>
                  <a:lnTo>
                    <a:pt x="916803" y="2539237"/>
                  </a:lnTo>
                  <a:lnTo>
                    <a:pt x="0" y="2539237"/>
                  </a:lnTo>
                  <a:lnTo>
                    <a:pt x="0" y="0"/>
                  </a:lnTo>
                  <a:close/>
                </a:path>
              </a:pathLst>
            </a:custGeom>
            <a:ln w="9512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5A0BCFE2-A766-851D-8065-964608039785}"/>
                </a:ext>
              </a:extLst>
            </p:cNvPr>
            <p:cNvSpPr/>
            <p:nvPr/>
          </p:nvSpPr>
          <p:spPr>
            <a:xfrm>
              <a:off x="2494512" y="3026080"/>
              <a:ext cx="852238" cy="970888"/>
            </a:xfrm>
            <a:custGeom>
              <a:avLst/>
              <a:gdLst/>
              <a:ahLst/>
              <a:cxnLst/>
              <a:rect l="l" t="t" r="r" b="b"/>
              <a:pathLst>
                <a:path w="1223010" h="1392554">
                  <a:moveTo>
                    <a:pt x="0" y="0"/>
                  </a:moveTo>
                  <a:lnTo>
                    <a:pt x="1222413" y="0"/>
                  </a:lnTo>
                  <a:lnTo>
                    <a:pt x="1222413" y="1392478"/>
                  </a:lnTo>
                  <a:lnTo>
                    <a:pt x="0" y="139247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665F">
                <a:alpha val="30979"/>
              </a:srgbClr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444469DC-4364-2EE2-D55F-52886D9D26E5}"/>
                </a:ext>
              </a:extLst>
            </p:cNvPr>
            <p:cNvSpPr/>
            <p:nvPr/>
          </p:nvSpPr>
          <p:spPr>
            <a:xfrm>
              <a:off x="2494512" y="3026080"/>
              <a:ext cx="852238" cy="970888"/>
            </a:xfrm>
            <a:custGeom>
              <a:avLst/>
              <a:gdLst/>
              <a:ahLst/>
              <a:cxnLst/>
              <a:rect l="l" t="t" r="r" b="b"/>
              <a:pathLst>
                <a:path w="1223010" h="1392554">
                  <a:moveTo>
                    <a:pt x="0" y="0"/>
                  </a:moveTo>
                  <a:lnTo>
                    <a:pt x="1222407" y="0"/>
                  </a:lnTo>
                  <a:lnTo>
                    <a:pt x="1222407" y="1392480"/>
                  </a:lnTo>
                  <a:lnTo>
                    <a:pt x="0" y="1392480"/>
                  </a:lnTo>
                  <a:lnTo>
                    <a:pt x="0" y="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</p:grpSp>
      <p:sp>
        <p:nvSpPr>
          <p:cNvPr id="40" name="object 2">
            <a:extLst>
              <a:ext uri="{FF2B5EF4-FFF2-40B4-BE49-F238E27FC236}">
                <a16:creationId xmlns:a16="http://schemas.microsoft.com/office/drawing/2014/main" id="{CF7CA3EA-9612-DDBA-6818-C6283BBD3F72}"/>
              </a:ext>
            </a:extLst>
          </p:cNvPr>
          <p:cNvSpPr txBox="1">
            <a:spLocks/>
          </p:cNvSpPr>
          <p:nvPr/>
        </p:nvSpPr>
        <p:spPr>
          <a:xfrm>
            <a:off x="1139428" y="419220"/>
            <a:ext cx="6725841" cy="365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08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000"/>
              <a:buFont typeface="Arial"/>
              <a:buNone/>
              <a:defRPr sz="2250" b="0" i="0" u="none" strike="noStrike" cap="none">
                <a:solidFill>
                  <a:schemeClr val="tx2"/>
                </a:solidFill>
                <a:latin typeface="Lato" panose="020B0604020202020204" charset="0"/>
                <a:ea typeface="Roboto Condensed"/>
                <a:cs typeface="Lato" panose="020B0604020202020204" charset="0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640">
              <a:spcBef>
                <a:spcPts val="50"/>
              </a:spcBef>
              <a:defRPr/>
            </a:pPr>
            <a:r>
              <a:rPr lang="pt-BR" spc="-2" dirty="0">
                <a:solidFill>
                  <a:schemeClr val="tx1"/>
                </a:solidFill>
              </a:rPr>
              <a:t>Aprendizagem</a:t>
            </a:r>
            <a:r>
              <a:rPr lang="pt-BR" spc="-21" dirty="0">
                <a:solidFill>
                  <a:schemeClr val="tx1"/>
                </a:solidFill>
              </a:rPr>
              <a:t> Não </a:t>
            </a:r>
            <a:r>
              <a:rPr lang="pt-BR" spc="-2" dirty="0">
                <a:solidFill>
                  <a:schemeClr val="tx1"/>
                </a:solidFill>
              </a:rPr>
              <a:t>Supervisionada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5A0B6A7-92B9-4557-696E-E1532B1AD123}"/>
              </a:ext>
            </a:extLst>
          </p:cNvPr>
          <p:cNvSpPr/>
          <p:nvPr/>
        </p:nvSpPr>
        <p:spPr>
          <a:xfrm>
            <a:off x="2975372" y="2981325"/>
            <a:ext cx="732234" cy="60126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3EC62AD-787D-BCA6-EA96-6ADB5B3699C6}"/>
              </a:ext>
            </a:extLst>
          </p:cNvPr>
          <p:cNvSpPr/>
          <p:nvPr/>
        </p:nvSpPr>
        <p:spPr>
          <a:xfrm>
            <a:off x="3807619" y="2692003"/>
            <a:ext cx="446485" cy="8131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4BD5F52-883E-D5B1-4AD1-BB5EAFC9F0A1}"/>
              </a:ext>
            </a:extLst>
          </p:cNvPr>
          <p:cNvSpPr/>
          <p:nvPr/>
        </p:nvSpPr>
        <p:spPr>
          <a:xfrm>
            <a:off x="2549129" y="2093119"/>
            <a:ext cx="0" cy="1627585"/>
          </a:xfrm>
          <a:custGeom>
            <a:avLst/>
            <a:gdLst/>
            <a:ahLst/>
            <a:cxnLst/>
            <a:rect l="l" t="t" r="r" b="b"/>
            <a:pathLst>
              <a:path h="3112770">
                <a:moveTo>
                  <a:pt x="0" y="0"/>
                </a:moveTo>
                <a:lnTo>
                  <a:pt x="1" y="3112611"/>
                </a:lnTo>
              </a:path>
            </a:pathLst>
          </a:custGeom>
          <a:ln w="12682">
            <a:solidFill>
              <a:srgbClr val="000000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62354FC-A1C3-3E69-1AA0-BA7B2F6E764D}"/>
              </a:ext>
            </a:extLst>
          </p:cNvPr>
          <p:cNvSpPr/>
          <p:nvPr/>
        </p:nvSpPr>
        <p:spPr>
          <a:xfrm>
            <a:off x="2549129" y="3720704"/>
            <a:ext cx="1838325" cy="0"/>
          </a:xfrm>
          <a:custGeom>
            <a:avLst/>
            <a:gdLst/>
            <a:ahLst/>
            <a:cxnLst/>
            <a:rect l="l" t="t" r="r" b="b"/>
            <a:pathLst>
              <a:path w="3514725">
                <a:moveTo>
                  <a:pt x="0" y="0"/>
                </a:moveTo>
                <a:lnTo>
                  <a:pt x="3514419" y="0"/>
                </a:lnTo>
              </a:path>
            </a:pathLst>
          </a:custGeom>
          <a:ln w="12685">
            <a:solidFill>
              <a:srgbClr val="000000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9778021-B8EB-0862-E528-966448A9B033}"/>
              </a:ext>
            </a:extLst>
          </p:cNvPr>
          <p:cNvSpPr/>
          <p:nvPr/>
        </p:nvSpPr>
        <p:spPr>
          <a:xfrm>
            <a:off x="3312319" y="3209926"/>
            <a:ext cx="72629" cy="78581"/>
          </a:xfrm>
          <a:custGeom>
            <a:avLst/>
            <a:gdLst/>
            <a:ahLst/>
            <a:cxnLst/>
            <a:rect l="l" t="t" r="r" b="b"/>
            <a:pathLst>
              <a:path w="140335" h="150495">
                <a:moveTo>
                  <a:pt x="0" y="0"/>
                </a:moveTo>
                <a:lnTo>
                  <a:pt x="140068" y="0"/>
                </a:lnTo>
                <a:lnTo>
                  <a:pt x="140068" y="150164"/>
                </a:lnTo>
                <a:lnTo>
                  <a:pt x="0" y="150164"/>
                </a:lnTo>
                <a:lnTo>
                  <a:pt x="0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04F0195-0EC7-D6A6-7820-324009317413}"/>
              </a:ext>
            </a:extLst>
          </p:cNvPr>
          <p:cNvSpPr/>
          <p:nvPr/>
        </p:nvSpPr>
        <p:spPr>
          <a:xfrm>
            <a:off x="3312319" y="3209926"/>
            <a:ext cx="72629" cy="78581"/>
          </a:xfrm>
          <a:custGeom>
            <a:avLst/>
            <a:gdLst/>
            <a:ahLst/>
            <a:cxnLst/>
            <a:rect l="l" t="t" r="r" b="b"/>
            <a:pathLst>
              <a:path w="140335" h="150495">
                <a:moveTo>
                  <a:pt x="0" y="0"/>
                </a:moveTo>
                <a:lnTo>
                  <a:pt x="140067" y="0"/>
                </a:lnTo>
                <a:lnTo>
                  <a:pt x="140067" y="150169"/>
                </a:lnTo>
                <a:lnTo>
                  <a:pt x="0" y="150169"/>
                </a:lnTo>
                <a:lnTo>
                  <a:pt x="0" y="0"/>
                </a:lnTo>
                <a:close/>
              </a:path>
            </a:pathLst>
          </a:custGeom>
          <a:ln w="12684">
            <a:solidFill>
              <a:srgbClr val="000000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9017C87-953E-A748-CD10-C6A8181FD1F9}"/>
              </a:ext>
            </a:extLst>
          </p:cNvPr>
          <p:cNvSpPr/>
          <p:nvPr/>
        </p:nvSpPr>
        <p:spPr>
          <a:xfrm>
            <a:off x="3471862" y="3081338"/>
            <a:ext cx="72629" cy="78581"/>
          </a:xfrm>
          <a:custGeom>
            <a:avLst/>
            <a:gdLst/>
            <a:ahLst/>
            <a:cxnLst/>
            <a:rect l="l" t="t" r="r" b="b"/>
            <a:pathLst>
              <a:path w="140335" h="150495">
                <a:moveTo>
                  <a:pt x="0" y="0"/>
                </a:moveTo>
                <a:lnTo>
                  <a:pt x="140068" y="0"/>
                </a:lnTo>
                <a:lnTo>
                  <a:pt x="140068" y="150177"/>
                </a:lnTo>
                <a:lnTo>
                  <a:pt x="0" y="150177"/>
                </a:lnTo>
                <a:lnTo>
                  <a:pt x="0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9B493CF-D07A-7179-0F94-90D2ACE918A4}"/>
              </a:ext>
            </a:extLst>
          </p:cNvPr>
          <p:cNvSpPr/>
          <p:nvPr/>
        </p:nvSpPr>
        <p:spPr>
          <a:xfrm>
            <a:off x="3471862" y="3081338"/>
            <a:ext cx="72629" cy="78581"/>
          </a:xfrm>
          <a:custGeom>
            <a:avLst/>
            <a:gdLst/>
            <a:ahLst/>
            <a:cxnLst/>
            <a:rect l="l" t="t" r="r" b="b"/>
            <a:pathLst>
              <a:path w="140335" h="150495">
                <a:moveTo>
                  <a:pt x="0" y="0"/>
                </a:moveTo>
                <a:lnTo>
                  <a:pt x="140067" y="0"/>
                </a:lnTo>
                <a:lnTo>
                  <a:pt x="140067" y="150169"/>
                </a:lnTo>
                <a:lnTo>
                  <a:pt x="0" y="150169"/>
                </a:lnTo>
                <a:lnTo>
                  <a:pt x="0" y="0"/>
                </a:lnTo>
                <a:close/>
              </a:path>
            </a:pathLst>
          </a:custGeom>
          <a:ln w="12684">
            <a:solidFill>
              <a:srgbClr val="000000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F621EC87-9B43-C366-D8A6-6DB2A7CF7A80}"/>
              </a:ext>
            </a:extLst>
          </p:cNvPr>
          <p:cNvSpPr/>
          <p:nvPr/>
        </p:nvSpPr>
        <p:spPr>
          <a:xfrm>
            <a:off x="3431382" y="3209926"/>
            <a:ext cx="73819" cy="78581"/>
          </a:xfrm>
          <a:custGeom>
            <a:avLst/>
            <a:gdLst/>
            <a:ahLst/>
            <a:cxnLst/>
            <a:rect l="l" t="t" r="r" b="b"/>
            <a:pathLst>
              <a:path w="140335" h="150495">
                <a:moveTo>
                  <a:pt x="0" y="0"/>
                </a:moveTo>
                <a:lnTo>
                  <a:pt x="140068" y="0"/>
                </a:lnTo>
                <a:lnTo>
                  <a:pt x="140068" y="150164"/>
                </a:lnTo>
                <a:lnTo>
                  <a:pt x="0" y="150164"/>
                </a:lnTo>
                <a:lnTo>
                  <a:pt x="0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AAB2C23-9862-E3D1-1D94-D1B22011C675}"/>
              </a:ext>
            </a:extLst>
          </p:cNvPr>
          <p:cNvSpPr/>
          <p:nvPr/>
        </p:nvSpPr>
        <p:spPr>
          <a:xfrm>
            <a:off x="3431382" y="3209926"/>
            <a:ext cx="73819" cy="78581"/>
          </a:xfrm>
          <a:custGeom>
            <a:avLst/>
            <a:gdLst/>
            <a:ahLst/>
            <a:cxnLst/>
            <a:rect l="l" t="t" r="r" b="b"/>
            <a:pathLst>
              <a:path w="140335" h="150495">
                <a:moveTo>
                  <a:pt x="0" y="0"/>
                </a:moveTo>
                <a:lnTo>
                  <a:pt x="140067" y="0"/>
                </a:lnTo>
                <a:lnTo>
                  <a:pt x="140067" y="150169"/>
                </a:lnTo>
                <a:lnTo>
                  <a:pt x="0" y="150169"/>
                </a:lnTo>
                <a:lnTo>
                  <a:pt x="0" y="0"/>
                </a:lnTo>
                <a:close/>
              </a:path>
            </a:pathLst>
          </a:custGeom>
          <a:ln w="12684">
            <a:solidFill>
              <a:srgbClr val="000000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FD74903-9151-8F2E-7C39-98B7EAAC27D9}"/>
              </a:ext>
            </a:extLst>
          </p:cNvPr>
          <p:cNvSpPr/>
          <p:nvPr/>
        </p:nvSpPr>
        <p:spPr>
          <a:xfrm>
            <a:off x="3551635" y="3381376"/>
            <a:ext cx="73819" cy="78581"/>
          </a:xfrm>
          <a:custGeom>
            <a:avLst/>
            <a:gdLst/>
            <a:ahLst/>
            <a:cxnLst/>
            <a:rect l="l" t="t" r="r" b="b"/>
            <a:pathLst>
              <a:path w="140335" h="150495">
                <a:moveTo>
                  <a:pt x="0" y="0"/>
                </a:moveTo>
                <a:lnTo>
                  <a:pt x="140068" y="0"/>
                </a:lnTo>
                <a:lnTo>
                  <a:pt x="140068" y="150164"/>
                </a:lnTo>
                <a:lnTo>
                  <a:pt x="0" y="150164"/>
                </a:lnTo>
                <a:lnTo>
                  <a:pt x="0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C8A263B-7142-B1AB-4B70-B4E81331EEFE}"/>
              </a:ext>
            </a:extLst>
          </p:cNvPr>
          <p:cNvSpPr/>
          <p:nvPr/>
        </p:nvSpPr>
        <p:spPr>
          <a:xfrm>
            <a:off x="3551635" y="3381376"/>
            <a:ext cx="73819" cy="78581"/>
          </a:xfrm>
          <a:custGeom>
            <a:avLst/>
            <a:gdLst/>
            <a:ahLst/>
            <a:cxnLst/>
            <a:rect l="l" t="t" r="r" b="b"/>
            <a:pathLst>
              <a:path w="140335" h="150495">
                <a:moveTo>
                  <a:pt x="0" y="0"/>
                </a:moveTo>
                <a:lnTo>
                  <a:pt x="140067" y="0"/>
                </a:lnTo>
                <a:lnTo>
                  <a:pt x="140067" y="150169"/>
                </a:lnTo>
                <a:lnTo>
                  <a:pt x="0" y="150169"/>
                </a:lnTo>
                <a:lnTo>
                  <a:pt x="0" y="0"/>
                </a:lnTo>
                <a:close/>
              </a:path>
            </a:pathLst>
          </a:custGeom>
          <a:ln w="12684">
            <a:solidFill>
              <a:srgbClr val="000000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5AD9EB0-DFE8-63A4-762A-57DB4A988D2C}"/>
              </a:ext>
            </a:extLst>
          </p:cNvPr>
          <p:cNvSpPr/>
          <p:nvPr/>
        </p:nvSpPr>
        <p:spPr>
          <a:xfrm>
            <a:off x="3907632" y="3206354"/>
            <a:ext cx="73819" cy="78581"/>
          </a:xfrm>
          <a:custGeom>
            <a:avLst/>
            <a:gdLst/>
            <a:ahLst/>
            <a:cxnLst/>
            <a:rect l="l" t="t" r="r" b="b"/>
            <a:pathLst>
              <a:path w="140335" h="150495">
                <a:moveTo>
                  <a:pt x="0" y="0"/>
                </a:moveTo>
                <a:lnTo>
                  <a:pt x="140068" y="0"/>
                </a:lnTo>
                <a:lnTo>
                  <a:pt x="140068" y="150164"/>
                </a:lnTo>
                <a:lnTo>
                  <a:pt x="0" y="150164"/>
                </a:lnTo>
                <a:lnTo>
                  <a:pt x="0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58C4BB07-1148-8B75-E6EA-E3B57F9DA568}"/>
              </a:ext>
            </a:extLst>
          </p:cNvPr>
          <p:cNvSpPr/>
          <p:nvPr/>
        </p:nvSpPr>
        <p:spPr>
          <a:xfrm>
            <a:off x="3907632" y="3206354"/>
            <a:ext cx="73819" cy="78581"/>
          </a:xfrm>
          <a:custGeom>
            <a:avLst/>
            <a:gdLst/>
            <a:ahLst/>
            <a:cxnLst/>
            <a:rect l="l" t="t" r="r" b="b"/>
            <a:pathLst>
              <a:path w="140335" h="150495">
                <a:moveTo>
                  <a:pt x="0" y="0"/>
                </a:moveTo>
                <a:lnTo>
                  <a:pt x="140067" y="0"/>
                </a:lnTo>
                <a:lnTo>
                  <a:pt x="140067" y="150169"/>
                </a:lnTo>
                <a:lnTo>
                  <a:pt x="0" y="150169"/>
                </a:lnTo>
                <a:lnTo>
                  <a:pt x="0" y="0"/>
                </a:lnTo>
                <a:close/>
              </a:path>
            </a:pathLst>
          </a:custGeom>
          <a:ln w="12684">
            <a:solidFill>
              <a:srgbClr val="000000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1198E3AB-088D-A146-FA1C-58D98977B55B}"/>
              </a:ext>
            </a:extLst>
          </p:cNvPr>
          <p:cNvSpPr/>
          <p:nvPr/>
        </p:nvSpPr>
        <p:spPr>
          <a:xfrm>
            <a:off x="3192066" y="3338513"/>
            <a:ext cx="73819" cy="78581"/>
          </a:xfrm>
          <a:custGeom>
            <a:avLst/>
            <a:gdLst/>
            <a:ahLst/>
            <a:cxnLst/>
            <a:rect l="l" t="t" r="r" b="b"/>
            <a:pathLst>
              <a:path w="140335" h="150495">
                <a:moveTo>
                  <a:pt x="0" y="0"/>
                </a:moveTo>
                <a:lnTo>
                  <a:pt x="140055" y="0"/>
                </a:lnTo>
                <a:lnTo>
                  <a:pt x="140055" y="150164"/>
                </a:lnTo>
                <a:lnTo>
                  <a:pt x="0" y="150164"/>
                </a:lnTo>
                <a:lnTo>
                  <a:pt x="0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DBBD74E0-CFC7-EE2D-8AC1-596C6312D2CC}"/>
              </a:ext>
            </a:extLst>
          </p:cNvPr>
          <p:cNvSpPr/>
          <p:nvPr/>
        </p:nvSpPr>
        <p:spPr>
          <a:xfrm>
            <a:off x="3192066" y="3338513"/>
            <a:ext cx="73819" cy="78581"/>
          </a:xfrm>
          <a:custGeom>
            <a:avLst/>
            <a:gdLst/>
            <a:ahLst/>
            <a:cxnLst/>
            <a:rect l="l" t="t" r="r" b="b"/>
            <a:pathLst>
              <a:path w="140335" h="150495">
                <a:moveTo>
                  <a:pt x="0" y="0"/>
                </a:moveTo>
                <a:lnTo>
                  <a:pt x="140067" y="0"/>
                </a:lnTo>
                <a:lnTo>
                  <a:pt x="140067" y="150169"/>
                </a:lnTo>
                <a:lnTo>
                  <a:pt x="0" y="150169"/>
                </a:lnTo>
                <a:lnTo>
                  <a:pt x="0" y="0"/>
                </a:lnTo>
                <a:close/>
              </a:path>
            </a:pathLst>
          </a:custGeom>
          <a:ln w="12684">
            <a:solidFill>
              <a:srgbClr val="000000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1FEAD19D-B1BC-3355-42A4-55E3E9624D17}"/>
              </a:ext>
            </a:extLst>
          </p:cNvPr>
          <p:cNvSpPr/>
          <p:nvPr/>
        </p:nvSpPr>
        <p:spPr>
          <a:xfrm>
            <a:off x="2908697" y="2736057"/>
            <a:ext cx="160734" cy="1702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F53D4FE2-8FEA-36D9-C608-E6E958BCD426}"/>
              </a:ext>
            </a:extLst>
          </p:cNvPr>
          <p:cNvSpPr/>
          <p:nvPr/>
        </p:nvSpPr>
        <p:spPr>
          <a:xfrm>
            <a:off x="3149203" y="2777729"/>
            <a:ext cx="79772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A15674D9-8C1E-0529-6C13-2B473073F90C}"/>
              </a:ext>
            </a:extLst>
          </p:cNvPr>
          <p:cNvSpPr/>
          <p:nvPr/>
        </p:nvSpPr>
        <p:spPr>
          <a:xfrm>
            <a:off x="3308747" y="2736057"/>
            <a:ext cx="79772" cy="845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61BAA0D-AAFF-48AB-91ED-FDDABD0FE2C0}"/>
              </a:ext>
            </a:extLst>
          </p:cNvPr>
          <p:cNvSpPr/>
          <p:nvPr/>
        </p:nvSpPr>
        <p:spPr>
          <a:xfrm>
            <a:off x="2872979" y="3124201"/>
            <a:ext cx="72628" cy="78581"/>
          </a:xfrm>
          <a:custGeom>
            <a:avLst/>
            <a:gdLst/>
            <a:ahLst/>
            <a:cxnLst/>
            <a:rect l="l" t="t" r="r" b="b"/>
            <a:pathLst>
              <a:path w="140334" h="150495">
                <a:moveTo>
                  <a:pt x="70040" y="0"/>
                </a:moveTo>
                <a:lnTo>
                  <a:pt x="42776" y="5900"/>
                </a:lnTo>
                <a:lnTo>
                  <a:pt x="20513" y="21991"/>
                </a:lnTo>
                <a:lnTo>
                  <a:pt x="5503" y="45857"/>
                </a:lnTo>
                <a:lnTo>
                  <a:pt x="0" y="75082"/>
                </a:lnTo>
                <a:lnTo>
                  <a:pt x="5503" y="104307"/>
                </a:lnTo>
                <a:lnTo>
                  <a:pt x="20513" y="128173"/>
                </a:lnTo>
                <a:lnTo>
                  <a:pt x="42776" y="144264"/>
                </a:lnTo>
                <a:lnTo>
                  <a:pt x="70040" y="150164"/>
                </a:lnTo>
                <a:lnTo>
                  <a:pt x="97296" y="144264"/>
                </a:lnTo>
                <a:lnTo>
                  <a:pt x="119556" y="128173"/>
                </a:lnTo>
                <a:lnTo>
                  <a:pt x="134564" y="104307"/>
                </a:lnTo>
                <a:lnTo>
                  <a:pt x="140068" y="75082"/>
                </a:lnTo>
                <a:lnTo>
                  <a:pt x="134564" y="45857"/>
                </a:lnTo>
                <a:lnTo>
                  <a:pt x="119556" y="21991"/>
                </a:lnTo>
                <a:lnTo>
                  <a:pt x="97296" y="5900"/>
                </a:lnTo>
                <a:lnTo>
                  <a:pt x="70040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959F150-CB6B-6A76-D123-B5980831643D}"/>
              </a:ext>
            </a:extLst>
          </p:cNvPr>
          <p:cNvSpPr/>
          <p:nvPr/>
        </p:nvSpPr>
        <p:spPr>
          <a:xfrm>
            <a:off x="2872979" y="3124201"/>
            <a:ext cx="72628" cy="78581"/>
          </a:xfrm>
          <a:custGeom>
            <a:avLst/>
            <a:gdLst/>
            <a:ahLst/>
            <a:cxnLst/>
            <a:rect l="l" t="t" r="r" b="b"/>
            <a:pathLst>
              <a:path w="140334" h="150495">
                <a:moveTo>
                  <a:pt x="0" y="75085"/>
                </a:moveTo>
                <a:lnTo>
                  <a:pt x="5503" y="45858"/>
                </a:lnTo>
                <a:lnTo>
                  <a:pt x="20512" y="21992"/>
                </a:lnTo>
                <a:lnTo>
                  <a:pt x="42773" y="5900"/>
                </a:lnTo>
                <a:lnTo>
                  <a:pt x="70033" y="0"/>
                </a:lnTo>
                <a:lnTo>
                  <a:pt x="97293" y="5900"/>
                </a:lnTo>
                <a:lnTo>
                  <a:pt x="119554" y="21992"/>
                </a:lnTo>
                <a:lnTo>
                  <a:pt x="134563" y="45858"/>
                </a:lnTo>
                <a:lnTo>
                  <a:pt x="140067" y="75085"/>
                </a:lnTo>
                <a:lnTo>
                  <a:pt x="134563" y="104311"/>
                </a:lnTo>
                <a:lnTo>
                  <a:pt x="119554" y="128178"/>
                </a:lnTo>
                <a:lnTo>
                  <a:pt x="97293" y="144270"/>
                </a:lnTo>
                <a:lnTo>
                  <a:pt x="70033" y="150170"/>
                </a:lnTo>
                <a:lnTo>
                  <a:pt x="42773" y="144270"/>
                </a:lnTo>
                <a:lnTo>
                  <a:pt x="20512" y="128178"/>
                </a:lnTo>
                <a:lnTo>
                  <a:pt x="5503" y="104311"/>
                </a:lnTo>
                <a:lnTo>
                  <a:pt x="0" y="75085"/>
                </a:lnTo>
                <a:close/>
              </a:path>
            </a:pathLst>
          </a:custGeom>
          <a:ln w="12684">
            <a:solidFill>
              <a:srgbClr val="000000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A3B64E3A-D098-8B98-FB3E-20619FAF0FA9}"/>
              </a:ext>
            </a:extLst>
          </p:cNvPr>
          <p:cNvSpPr/>
          <p:nvPr/>
        </p:nvSpPr>
        <p:spPr>
          <a:xfrm>
            <a:off x="3508772" y="2564607"/>
            <a:ext cx="79772" cy="845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4C7CA9AD-C864-C182-4502-D590E24D5E16}"/>
              </a:ext>
            </a:extLst>
          </p:cNvPr>
          <p:cNvSpPr/>
          <p:nvPr/>
        </p:nvSpPr>
        <p:spPr>
          <a:xfrm>
            <a:off x="3069432" y="2992041"/>
            <a:ext cx="79772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1DB627CD-777B-5765-DF7D-F87B63115B1E}"/>
              </a:ext>
            </a:extLst>
          </p:cNvPr>
          <p:cNvSpPr/>
          <p:nvPr/>
        </p:nvSpPr>
        <p:spPr>
          <a:xfrm>
            <a:off x="3308747" y="2906316"/>
            <a:ext cx="79772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32F39BBE-DB81-318B-4EE4-12B1F4329466}"/>
              </a:ext>
            </a:extLst>
          </p:cNvPr>
          <p:cNvSpPr/>
          <p:nvPr/>
        </p:nvSpPr>
        <p:spPr>
          <a:xfrm>
            <a:off x="3508772" y="2863454"/>
            <a:ext cx="79772" cy="857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F91E5F6A-BA11-BDCF-0819-37D8E94ED740}"/>
              </a:ext>
            </a:extLst>
          </p:cNvPr>
          <p:cNvSpPr/>
          <p:nvPr/>
        </p:nvSpPr>
        <p:spPr>
          <a:xfrm>
            <a:off x="2952750" y="3209926"/>
            <a:ext cx="72629" cy="78581"/>
          </a:xfrm>
          <a:custGeom>
            <a:avLst/>
            <a:gdLst/>
            <a:ahLst/>
            <a:cxnLst/>
            <a:rect l="l" t="t" r="r" b="b"/>
            <a:pathLst>
              <a:path w="140335" h="150495">
                <a:moveTo>
                  <a:pt x="70027" y="0"/>
                </a:moveTo>
                <a:lnTo>
                  <a:pt x="42771" y="5900"/>
                </a:lnTo>
                <a:lnTo>
                  <a:pt x="20512" y="21991"/>
                </a:lnTo>
                <a:lnTo>
                  <a:pt x="5503" y="45857"/>
                </a:lnTo>
                <a:lnTo>
                  <a:pt x="0" y="75082"/>
                </a:lnTo>
                <a:lnTo>
                  <a:pt x="5503" y="104307"/>
                </a:lnTo>
                <a:lnTo>
                  <a:pt x="20512" y="128173"/>
                </a:lnTo>
                <a:lnTo>
                  <a:pt x="42771" y="144264"/>
                </a:lnTo>
                <a:lnTo>
                  <a:pt x="70027" y="150164"/>
                </a:lnTo>
                <a:lnTo>
                  <a:pt x="97291" y="144264"/>
                </a:lnTo>
                <a:lnTo>
                  <a:pt x="119554" y="128173"/>
                </a:lnTo>
                <a:lnTo>
                  <a:pt x="134564" y="104307"/>
                </a:lnTo>
                <a:lnTo>
                  <a:pt x="140068" y="75082"/>
                </a:lnTo>
                <a:lnTo>
                  <a:pt x="134564" y="45857"/>
                </a:lnTo>
                <a:lnTo>
                  <a:pt x="119554" y="21991"/>
                </a:lnTo>
                <a:lnTo>
                  <a:pt x="97291" y="5900"/>
                </a:lnTo>
                <a:lnTo>
                  <a:pt x="70027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5EDBC03B-16C4-1797-C85C-80A12C553488}"/>
              </a:ext>
            </a:extLst>
          </p:cNvPr>
          <p:cNvSpPr/>
          <p:nvPr/>
        </p:nvSpPr>
        <p:spPr>
          <a:xfrm>
            <a:off x="2952750" y="3209926"/>
            <a:ext cx="72629" cy="78581"/>
          </a:xfrm>
          <a:custGeom>
            <a:avLst/>
            <a:gdLst/>
            <a:ahLst/>
            <a:cxnLst/>
            <a:rect l="l" t="t" r="r" b="b"/>
            <a:pathLst>
              <a:path w="140335" h="150495">
                <a:moveTo>
                  <a:pt x="0" y="75085"/>
                </a:moveTo>
                <a:lnTo>
                  <a:pt x="5503" y="45858"/>
                </a:lnTo>
                <a:lnTo>
                  <a:pt x="20512" y="21992"/>
                </a:lnTo>
                <a:lnTo>
                  <a:pt x="42773" y="5900"/>
                </a:lnTo>
                <a:lnTo>
                  <a:pt x="70033" y="0"/>
                </a:lnTo>
                <a:lnTo>
                  <a:pt x="97293" y="5900"/>
                </a:lnTo>
                <a:lnTo>
                  <a:pt x="119554" y="21992"/>
                </a:lnTo>
                <a:lnTo>
                  <a:pt x="134563" y="45858"/>
                </a:lnTo>
                <a:lnTo>
                  <a:pt x="140067" y="75085"/>
                </a:lnTo>
                <a:lnTo>
                  <a:pt x="134563" y="104311"/>
                </a:lnTo>
                <a:lnTo>
                  <a:pt x="119554" y="128178"/>
                </a:lnTo>
                <a:lnTo>
                  <a:pt x="97293" y="144270"/>
                </a:lnTo>
                <a:lnTo>
                  <a:pt x="70033" y="150170"/>
                </a:lnTo>
                <a:lnTo>
                  <a:pt x="42773" y="144270"/>
                </a:lnTo>
                <a:lnTo>
                  <a:pt x="20512" y="128178"/>
                </a:lnTo>
                <a:lnTo>
                  <a:pt x="5503" y="104311"/>
                </a:lnTo>
                <a:lnTo>
                  <a:pt x="0" y="75085"/>
                </a:lnTo>
                <a:close/>
              </a:path>
            </a:pathLst>
          </a:custGeom>
          <a:ln w="12684">
            <a:solidFill>
              <a:srgbClr val="000000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85743815-537C-C6B5-4538-13AFDACDC98E}"/>
              </a:ext>
            </a:extLst>
          </p:cNvPr>
          <p:cNvSpPr/>
          <p:nvPr/>
        </p:nvSpPr>
        <p:spPr>
          <a:xfrm>
            <a:off x="2828926" y="3334941"/>
            <a:ext cx="79772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6BFC3ED1-3823-2844-77AF-3E7822D5DF45}"/>
              </a:ext>
            </a:extLst>
          </p:cNvPr>
          <p:cNvSpPr/>
          <p:nvPr/>
        </p:nvSpPr>
        <p:spPr>
          <a:xfrm>
            <a:off x="3188494" y="2564607"/>
            <a:ext cx="79772" cy="845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32" name="object 32">
            <a:extLst>
              <a:ext uri="{FF2B5EF4-FFF2-40B4-BE49-F238E27FC236}">
                <a16:creationId xmlns:a16="http://schemas.microsoft.com/office/drawing/2014/main" id="{7919DE8C-A55B-9D72-94AB-4E8D16969B73}"/>
              </a:ext>
            </a:extLst>
          </p:cNvPr>
          <p:cNvSpPr/>
          <p:nvPr/>
        </p:nvSpPr>
        <p:spPr>
          <a:xfrm>
            <a:off x="3071813" y="3424238"/>
            <a:ext cx="73819" cy="78581"/>
          </a:xfrm>
          <a:custGeom>
            <a:avLst/>
            <a:gdLst/>
            <a:ahLst/>
            <a:cxnLst/>
            <a:rect l="l" t="t" r="r" b="b"/>
            <a:pathLst>
              <a:path w="140335" h="150495">
                <a:moveTo>
                  <a:pt x="0" y="0"/>
                </a:moveTo>
                <a:lnTo>
                  <a:pt x="140068" y="0"/>
                </a:lnTo>
                <a:lnTo>
                  <a:pt x="140068" y="150177"/>
                </a:lnTo>
                <a:lnTo>
                  <a:pt x="0" y="150177"/>
                </a:lnTo>
                <a:lnTo>
                  <a:pt x="0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33" name="object 33">
            <a:extLst>
              <a:ext uri="{FF2B5EF4-FFF2-40B4-BE49-F238E27FC236}">
                <a16:creationId xmlns:a16="http://schemas.microsoft.com/office/drawing/2014/main" id="{001437C5-CD9C-541E-6B78-FE2B0E3A732E}"/>
              </a:ext>
            </a:extLst>
          </p:cNvPr>
          <p:cNvSpPr/>
          <p:nvPr/>
        </p:nvSpPr>
        <p:spPr>
          <a:xfrm>
            <a:off x="3071813" y="3424238"/>
            <a:ext cx="73819" cy="78581"/>
          </a:xfrm>
          <a:custGeom>
            <a:avLst/>
            <a:gdLst/>
            <a:ahLst/>
            <a:cxnLst/>
            <a:rect l="l" t="t" r="r" b="b"/>
            <a:pathLst>
              <a:path w="140335" h="150495">
                <a:moveTo>
                  <a:pt x="0" y="0"/>
                </a:moveTo>
                <a:lnTo>
                  <a:pt x="140067" y="0"/>
                </a:lnTo>
                <a:lnTo>
                  <a:pt x="140067" y="150169"/>
                </a:lnTo>
                <a:lnTo>
                  <a:pt x="0" y="150169"/>
                </a:lnTo>
                <a:lnTo>
                  <a:pt x="0" y="0"/>
                </a:lnTo>
                <a:close/>
              </a:path>
            </a:pathLst>
          </a:custGeom>
          <a:ln w="12684">
            <a:solidFill>
              <a:srgbClr val="000000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34" name="object 34">
            <a:extLst>
              <a:ext uri="{FF2B5EF4-FFF2-40B4-BE49-F238E27FC236}">
                <a16:creationId xmlns:a16="http://schemas.microsoft.com/office/drawing/2014/main" id="{A9703098-D89B-C0A9-5512-C61B4837716C}"/>
              </a:ext>
            </a:extLst>
          </p:cNvPr>
          <p:cNvSpPr/>
          <p:nvPr/>
        </p:nvSpPr>
        <p:spPr>
          <a:xfrm>
            <a:off x="3508772" y="2693194"/>
            <a:ext cx="79772" cy="845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35" name="object 35">
            <a:extLst>
              <a:ext uri="{FF2B5EF4-FFF2-40B4-BE49-F238E27FC236}">
                <a16:creationId xmlns:a16="http://schemas.microsoft.com/office/drawing/2014/main" id="{9E7D5896-5B1E-24C2-C9DF-3078D43D093C}"/>
              </a:ext>
            </a:extLst>
          </p:cNvPr>
          <p:cNvSpPr/>
          <p:nvPr/>
        </p:nvSpPr>
        <p:spPr>
          <a:xfrm>
            <a:off x="4067176" y="2736057"/>
            <a:ext cx="79772" cy="845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1F765293-4B1C-8A8F-16DB-29D802961E1B}"/>
              </a:ext>
            </a:extLst>
          </p:cNvPr>
          <p:cNvSpPr/>
          <p:nvPr/>
        </p:nvSpPr>
        <p:spPr>
          <a:xfrm>
            <a:off x="3907632" y="2863454"/>
            <a:ext cx="79772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37" name="object 37">
            <a:extLst>
              <a:ext uri="{FF2B5EF4-FFF2-40B4-BE49-F238E27FC236}">
                <a16:creationId xmlns:a16="http://schemas.microsoft.com/office/drawing/2014/main" id="{9CE2ABD0-5C74-1CB8-0785-B345F29C5298}"/>
              </a:ext>
            </a:extLst>
          </p:cNvPr>
          <p:cNvSpPr/>
          <p:nvPr/>
        </p:nvSpPr>
        <p:spPr>
          <a:xfrm>
            <a:off x="3867150" y="3034904"/>
            <a:ext cx="80963" cy="857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38" name="object 38">
            <a:extLst>
              <a:ext uri="{FF2B5EF4-FFF2-40B4-BE49-F238E27FC236}">
                <a16:creationId xmlns:a16="http://schemas.microsoft.com/office/drawing/2014/main" id="{D69307E1-D1C6-00E5-518E-2855A969C413}"/>
              </a:ext>
            </a:extLst>
          </p:cNvPr>
          <p:cNvSpPr/>
          <p:nvPr/>
        </p:nvSpPr>
        <p:spPr>
          <a:xfrm>
            <a:off x="4027885" y="3077766"/>
            <a:ext cx="159544" cy="17145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39" name="object 39">
            <a:extLst>
              <a:ext uri="{FF2B5EF4-FFF2-40B4-BE49-F238E27FC236}">
                <a16:creationId xmlns:a16="http://schemas.microsoft.com/office/drawing/2014/main" id="{4A7FC411-F4FB-4A1A-2FC3-60A93829A717}"/>
              </a:ext>
            </a:extLst>
          </p:cNvPr>
          <p:cNvSpPr/>
          <p:nvPr/>
        </p:nvSpPr>
        <p:spPr>
          <a:xfrm>
            <a:off x="4067176" y="2949179"/>
            <a:ext cx="79772" cy="857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40" name="object 40">
            <a:extLst>
              <a:ext uri="{FF2B5EF4-FFF2-40B4-BE49-F238E27FC236}">
                <a16:creationId xmlns:a16="http://schemas.microsoft.com/office/drawing/2014/main" id="{9253C621-12A7-D85D-9CC5-F80A02EBE45A}"/>
              </a:ext>
            </a:extLst>
          </p:cNvPr>
          <p:cNvSpPr/>
          <p:nvPr/>
        </p:nvSpPr>
        <p:spPr>
          <a:xfrm>
            <a:off x="3392091" y="2566988"/>
            <a:ext cx="72628" cy="79772"/>
          </a:xfrm>
          <a:custGeom>
            <a:avLst/>
            <a:gdLst/>
            <a:ahLst/>
            <a:cxnLst/>
            <a:rect l="l" t="t" r="r" b="b"/>
            <a:pathLst>
              <a:path w="140335" h="150495">
                <a:moveTo>
                  <a:pt x="0" y="0"/>
                </a:moveTo>
                <a:lnTo>
                  <a:pt x="140068" y="0"/>
                </a:lnTo>
                <a:lnTo>
                  <a:pt x="140068" y="150164"/>
                </a:lnTo>
                <a:lnTo>
                  <a:pt x="0" y="150164"/>
                </a:lnTo>
                <a:lnTo>
                  <a:pt x="0" y="0"/>
                </a:lnTo>
                <a:close/>
              </a:path>
            </a:pathLst>
          </a:custGeom>
          <a:solidFill>
            <a:srgbClr val="FFFB00"/>
          </a:solid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90D037C8-DF74-36C6-85D0-F4EC73260592}"/>
              </a:ext>
            </a:extLst>
          </p:cNvPr>
          <p:cNvSpPr/>
          <p:nvPr/>
        </p:nvSpPr>
        <p:spPr>
          <a:xfrm>
            <a:off x="3392091" y="2566988"/>
            <a:ext cx="72628" cy="79772"/>
          </a:xfrm>
          <a:custGeom>
            <a:avLst/>
            <a:gdLst/>
            <a:ahLst/>
            <a:cxnLst/>
            <a:rect l="l" t="t" r="r" b="b"/>
            <a:pathLst>
              <a:path w="140335" h="150495">
                <a:moveTo>
                  <a:pt x="0" y="0"/>
                </a:moveTo>
                <a:lnTo>
                  <a:pt x="140067" y="0"/>
                </a:lnTo>
                <a:lnTo>
                  <a:pt x="140067" y="150169"/>
                </a:lnTo>
                <a:lnTo>
                  <a:pt x="0" y="150169"/>
                </a:lnTo>
                <a:lnTo>
                  <a:pt x="0" y="0"/>
                </a:lnTo>
                <a:close/>
              </a:path>
            </a:pathLst>
          </a:custGeom>
          <a:ln w="12684">
            <a:solidFill>
              <a:srgbClr val="000000"/>
            </a:solidFill>
          </a:ln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42" name="object 42">
            <a:extLst>
              <a:ext uri="{FF2B5EF4-FFF2-40B4-BE49-F238E27FC236}">
                <a16:creationId xmlns:a16="http://schemas.microsoft.com/office/drawing/2014/main" id="{41456F39-25CC-EFD3-F2CA-46EE37D2334E}"/>
              </a:ext>
            </a:extLst>
          </p:cNvPr>
          <p:cNvSpPr/>
          <p:nvPr/>
        </p:nvSpPr>
        <p:spPr>
          <a:xfrm>
            <a:off x="2753917" y="2518172"/>
            <a:ext cx="915590" cy="946547"/>
          </a:xfrm>
          <a:custGeom>
            <a:avLst/>
            <a:gdLst/>
            <a:ahLst/>
            <a:cxnLst/>
            <a:rect l="l" t="t" r="r" b="b"/>
            <a:pathLst>
              <a:path w="1751330" h="1811020">
                <a:moveTo>
                  <a:pt x="470783" y="225651"/>
                </a:moveTo>
                <a:lnTo>
                  <a:pt x="420196" y="264502"/>
                </a:lnTo>
                <a:lnTo>
                  <a:pt x="385390" y="298367"/>
                </a:lnTo>
                <a:lnTo>
                  <a:pt x="351837" y="334910"/>
                </a:lnTo>
                <a:lnTo>
                  <a:pt x="319600" y="373823"/>
                </a:lnTo>
                <a:lnTo>
                  <a:pt x="288739" y="414797"/>
                </a:lnTo>
                <a:lnTo>
                  <a:pt x="259315" y="457526"/>
                </a:lnTo>
                <a:lnTo>
                  <a:pt x="231389" y="501700"/>
                </a:lnTo>
                <a:lnTo>
                  <a:pt x="205021" y="547012"/>
                </a:lnTo>
                <a:lnTo>
                  <a:pt x="180272" y="593154"/>
                </a:lnTo>
                <a:lnTo>
                  <a:pt x="157203" y="639817"/>
                </a:lnTo>
                <a:lnTo>
                  <a:pt x="135875" y="686694"/>
                </a:lnTo>
                <a:lnTo>
                  <a:pt x="116348" y="733476"/>
                </a:lnTo>
                <a:lnTo>
                  <a:pt x="98683" y="779856"/>
                </a:lnTo>
                <a:lnTo>
                  <a:pt x="86149" y="844915"/>
                </a:lnTo>
                <a:lnTo>
                  <a:pt x="79210" y="886162"/>
                </a:lnTo>
                <a:lnTo>
                  <a:pt x="74809" y="911250"/>
                </a:lnTo>
                <a:lnTo>
                  <a:pt x="64696" y="960403"/>
                </a:lnTo>
                <a:lnTo>
                  <a:pt x="56084" y="1009835"/>
                </a:lnTo>
                <a:lnTo>
                  <a:pt x="48815" y="1059514"/>
                </a:lnTo>
                <a:lnTo>
                  <a:pt x="42733" y="1109404"/>
                </a:lnTo>
                <a:lnTo>
                  <a:pt x="37681" y="1159474"/>
                </a:lnTo>
                <a:lnTo>
                  <a:pt x="33503" y="1209689"/>
                </a:lnTo>
                <a:lnTo>
                  <a:pt x="30042" y="1260016"/>
                </a:lnTo>
                <a:lnTo>
                  <a:pt x="27141" y="1310421"/>
                </a:lnTo>
                <a:lnTo>
                  <a:pt x="24644" y="1360871"/>
                </a:lnTo>
                <a:lnTo>
                  <a:pt x="22394" y="1411332"/>
                </a:lnTo>
                <a:lnTo>
                  <a:pt x="20235" y="1461771"/>
                </a:lnTo>
                <a:lnTo>
                  <a:pt x="18009" y="1512155"/>
                </a:lnTo>
                <a:lnTo>
                  <a:pt x="15561" y="1562449"/>
                </a:lnTo>
                <a:lnTo>
                  <a:pt x="12733" y="1612620"/>
                </a:lnTo>
                <a:lnTo>
                  <a:pt x="2188" y="1653546"/>
                </a:lnTo>
                <a:lnTo>
                  <a:pt x="0" y="1672555"/>
                </a:lnTo>
                <a:lnTo>
                  <a:pt x="25466" y="1744014"/>
                </a:lnTo>
                <a:lnTo>
                  <a:pt x="59961" y="1780567"/>
                </a:lnTo>
                <a:lnTo>
                  <a:pt x="122386" y="1803763"/>
                </a:lnTo>
                <a:lnTo>
                  <a:pt x="184637" y="1810562"/>
                </a:lnTo>
                <a:lnTo>
                  <a:pt x="217689" y="1802301"/>
                </a:lnTo>
                <a:lnTo>
                  <a:pt x="281999" y="1779373"/>
                </a:lnTo>
                <a:lnTo>
                  <a:pt x="334554" y="1720030"/>
                </a:lnTo>
                <a:lnTo>
                  <a:pt x="344971" y="1682637"/>
                </a:lnTo>
                <a:lnTo>
                  <a:pt x="343006" y="1669144"/>
                </a:lnTo>
                <a:lnTo>
                  <a:pt x="191499" y="1669144"/>
                </a:lnTo>
                <a:lnTo>
                  <a:pt x="184637" y="1665516"/>
                </a:lnTo>
                <a:lnTo>
                  <a:pt x="192667" y="1639280"/>
                </a:lnTo>
                <a:lnTo>
                  <a:pt x="227409" y="1618164"/>
                </a:lnTo>
                <a:lnTo>
                  <a:pt x="265434" y="1604086"/>
                </a:lnTo>
                <a:lnTo>
                  <a:pt x="283316" y="1598968"/>
                </a:lnTo>
                <a:lnTo>
                  <a:pt x="415002" y="1598968"/>
                </a:lnTo>
                <a:lnTo>
                  <a:pt x="431347" y="1585315"/>
                </a:lnTo>
                <a:lnTo>
                  <a:pt x="477238" y="1557956"/>
                </a:lnTo>
                <a:lnTo>
                  <a:pt x="520760" y="1525355"/>
                </a:lnTo>
                <a:lnTo>
                  <a:pt x="561073" y="1488003"/>
                </a:lnTo>
                <a:lnTo>
                  <a:pt x="597335" y="1446392"/>
                </a:lnTo>
                <a:lnTo>
                  <a:pt x="628705" y="1401013"/>
                </a:lnTo>
                <a:lnTo>
                  <a:pt x="655567" y="1388936"/>
                </a:lnTo>
                <a:lnTo>
                  <a:pt x="676459" y="1374778"/>
                </a:lnTo>
                <a:lnTo>
                  <a:pt x="694962" y="1357100"/>
                </a:lnTo>
                <a:lnTo>
                  <a:pt x="714659" y="1334465"/>
                </a:lnTo>
                <a:lnTo>
                  <a:pt x="754797" y="1315322"/>
                </a:lnTo>
                <a:lnTo>
                  <a:pt x="794655" y="1285195"/>
                </a:lnTo>
                <a:lnTo>
                  <a:pt x="834151" y="1247725"/>
                </a:lnTo>
                <a:lnTo>
                  <a:pt x="873200" y="1206555"/>
                </a:lnTo>
                <a:lnTo>
                  <a:pt x="911719" y="1165325"/>
                </a:lnTo>
                <a:lnTo>
                  <a:pt x="949624" y="1127678"/>
                </a:lnTo>
                <a:lnTo>
                  <a:pt x="986832" y="1097254"/>
                </a:lnTo>
                <a:lnTo>
                  <a:pt x="1016754" y="1079898"/>
                </a:lnTo>
                <a:lnTo>
                  <a:pt x="1044733" y="1067180"/>
                </a:lnTo>
                <a:lnTo>
                  <a:pt x="1071220" y="1052863"/>
                </a:lnTo>
                <a:lnTo>
                  <a:pt x="1096662" y="1030706"/>
                </a:lnTo>
                <a:lnTo>
                  <a:pt x="1129940" y="1014548"/>
                </a:lnTo>
                <a:lnTo>
                  <a:pt x="1157544" y="996151"/>
                </a:lnTo>
                <a:lnTo>
                  <a:pt x="1185746" y="978394"/>
                </a:lnTo>
                <a:lnTo>
                  <a:pt x="1220817" y="964158"/>
                </a:lnTo>
                <a:lnTo>
                  <a:pt x="1320082" y="957545"/>
                </a:lnTo>
                <a:lnTo>
                  <a:pt x="1367374" y="953039"/>
                </a:lnTo>
                <a:lnTo>
                  <a:pt x="1412759" y="946525"/>
                </a:lnTo>
                <a:lnTo>
                  <a:pt x="1455978" y="937095"/>
                </a:lnTo>
                <a:lnTo>
                  <a:pt x="1496771" y="923844"/>
                </a:lnTo>
                <a:lnTo>
                  <a:pt x="1534878" y="905864"/>
                </a:lnTo>
                <a:lnTo>
                  <a:pt x="1570039" y="882249"/>
                </a:lnTo>
                <a:lnTo>
                  <a:pt x="1601995" y="852092"/>
                </a:lnTo>
                <a:lnTo>
                  <a:pt x="1630487" y="814488"/>
                </a:lnTo>
                <a:lnTo>
                  <a:pt x="1655253" y="768528"/>
                </a:lnTo>
                <a:lnTo>
                  <a:pt x="1676036" y="713308"/>
                </a:lnTo>
                <a:lnTo>
                  <a:pt x="1685287" y="701149"/>
                </a:lnTo>
                <a:lnTo>
                  <a:pt x="1727064" y="632673"/>
                </a:lnTo>
                <a:lnTo>
                  <a:pt x="1738101" y="595553"/>
                </a:lnTo>
                <a:lnTo>
                  <a:pt x="1740762" y="547012"/>
                </a:lnTo>
                <a:lnTo>
                  <a:pt x="1742779" y="499568"/>
                </a:lnTo>
                <a:lnTo>
                  <a:pt x="1744372" y="451573"/>
                </a:lnTo>
                <a:lnTo>
                  <a:pt x="1745665" y="403579"/>
                </a:lnTo>
                <a:lnTo>
                  <a:pt x="1747954" y="307587"/>
                </a:lnTo>
                <a:lnTo>
                  <a:pt x="1749247" y="259591"/>
                </a:lnTo>
                <a:lnTo>
                  <a:pt x="1750349" y="226367"/>
                </a:lnTo>
                <a:lnTo>
                  <a:pt x="474783" y="226367"/>
                </a:lnTo>
                <a:lnTo>
                  <a:pt x="470783" y="225651"/>
                </a:lnTo>
                <a:close/>
              </a:path>
              <a:path w="1751330" h="1811020">
                <a:moveTo>
                  <a:pt x="331562" y="1636422"/>
                </a:moveTo>
                <a:lnTo>
                  <a:pt x="312501" y="1640477"/>
                </a:lnTo>
                <a:lnTo>
                  <a:pt x="222838" y="1651863"/>
                </a:lnTo>
                <a:lnTo>
                  <a:pt x="212390" y="1657836"/>
                </a:lnTo>
                <a:lnTo>
                  <a:pt x="201347" y="1665090"/>
                </a:lnTo>
                <a:lnTo>
                  <a:pt x="191499" y="1669144"/>
                </a:lnTo>
                <a:lnTo>
                  <a:pt x="343006" y="1669144"/>
                </a:lnTo>
                <a:lnTo>
                  <a:pt x="339954" y="1648193"/>
                </a:lnTo>
                <a:lnTo>
                  <a:pt x="331562" y="1636422"/>
                </a:lnTo>
                <a:close/>
              </a:path>
              <a:path w="1751330" h="1811020">
                <a:moveTo>
                  <a:pt x="415002" y="1598968"/>
                </a:moveTo>
                <a:lnTo>
                  <a:pt x="283316" y="1598968"/>
                </a:lnTo>
                <a:lnTo>
                  <a:pt x="319427" y="1619402"/>
                </a:lnTo>
                <a:lnTo>
                  <a:pt x="331562" y="1636422"/>
                </a:lnTo>
                <a:lnTo>
                  <a:pt x="356571" y="1631101"/>
                </a:lnTo>
                <a:lnTo>
                  <a:pt x="396976" y="1614024"/>
                </a:lnTo>
                <a:lnTo>
                  <a:pt x="415002" y="1598968"/>
                </a:lnTo>
                <a:close/>
              </a:path>
              <a:path w="1751330" h="1811020">
                <a:moveTo>
                  <a:pt x="1023446" y="0"/>
                </a:moveTo>
                <a:lnTo>
                  <a:pt x="972739" y="8954"/>
                </a:lnTo>
                <a:lnTo>
                  <a:pt x="922811" y="19610"/>
                </a:lnTo>
                <a:lnTo>
                  <a:pt x="873469" y="31789"/>
                </a:lnTo>
                <a:lnTo>
                  <a:pt x="824517" y="45311"/>
                </a:lnTo>
                <a:lnTo>
                  <a:pt x="775761" y="59998"/>
                </a:lnTo>
                <a:lnTo>
                  <a:pt x="727006" y="75671"/>
                </a:lnTo>
                <a:lnTo>
                  <a:pt x="678057" y="92151"/>
                </a:lnTo>
                <a:lnTo>
                  <a:pt x="619958" y="128408"/>
                </a:lnTo>
                <a:lnTo>
                  <a:pt x="593447" y="151178"/>
                </a:lnTo>
                <a:lnTo>
                  <a:pt x="566640" y="172351"/>
                </a:lnTo>
                <a:lnTo>
                  <a:pt x="524935" y="200960"/>
                </a:lnTo>
                <a:lnTo>
                  <a:pt x="498178" y="217308"/>
                </a:lnTo>
                <a:lnTo>
                  <a:pt x="482688" y="224682"/>
                </a:lnTo>
                <a:lnTo>
                  <a:pt x="474783" y="226367"/>
                </a:lnTo>
                <a:lnTo>
                  <a:pt x="1750349" y="226367"/>
                </a:lnTo>
                <a:lnTo>
                  <a:pt x="1750839" y="211594"/>
                </a:lnTo>
                <a:lnTo>
                  <a:pt x="1733754" y="182133"/>
                </a:lnTo>
                <a:lnTo>
                  <a:pt x="1719205" y="152511"/>
                </a:lnTo>
                <a:lnTo>
                  <a:pt x="1704953" y="122569"/>
                </a:lnTo>
                <a:lnTo>
                  <a:pt x="1688761" y="92151"/>
                </a:lnTo>
                <a:lnTo>
                  <a:pt x="1642230" y="83852"/>
                </a:lnTo>
                <a:lnTo>
                  <a:pt x="1595850" y="74437"/>
                </a:lnTo>
                <a:lnTo>
                  <a:pt x="1549767" y="64065"/>
                </a:lnTo>
                <a:lnTo>
                  <a:pt x="1504129" y="52895"/>
                </a:lnTo>
                <a:lnTo>
                  <a:pt x="1477097" y="43402"/>
                </a:lnTo>
                <a:lnTo>
                  <a:pt x="1449020" y="30711"/>
                </a:lnTo>
                <a:lnTo>
                  <a:pt x="1420643" y="19302"/>
                </a:lnTo>
                <a:lnTo>
                  <a:pt x="1392712" y="13652"/>
                </a:lnTo>
                <a:lnTo>
                  <a:pt x="1340099" y="10477"/>
                </a:lnTo>
                <a:lnTo>
                  <a:pt x="1287347" y="8108"/>
                </a:lnTo>
                <a:lnTo>
                  <a:pt x="1023446" y="0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43" name="object 43">
            <a:extLst>
              <a:ext uri="{FF2B5EF4-FFF2-40B4-BE49-F238E27FC236}">
                <a16:creationId xmlns:a16="http://schemas.microsoft.com/office/drawing/2014/main" id="{0F0D6A79-B4DA-CF60-453F-D7B0B9B96269}"/>
              </a:ext>
            </a:extLst>
          </p:cNvPr>
          <p:cNvSpPr/>
          <p:nvPr/>
        </p:nvSpPr>
        <p:spPr>
          <a:xfrm>
            <a:off x="2753917" y="2518172"/>
            <a:ext cx="915590" cy="94654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34858" name="object 44">
            <a:extLst>
              <a:ext uri="{FF2B5EF4-FFF2-40B4-BE49-F238E27FC236}">
                <a16:creationId xmlns:a16="http://schemas.microsoft.com/office/drawing/2014/main" id="{A2406E0F-76A4-CF4E-91E0-6B1A81EDB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0282" y="1221581"/>
            <a:ext cx="5489972" cy="3040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1918" rIns="0" bIns="0">
            <a:spAutoFit/>
          </a:bodyPr>
          <a:lstStyle>
            <a:lvl1pPr marL="255588" indent="-246063">
              <a:tabLst>
                <a:tab pos="254000" algn="l"/>
                <a:tab pos="2555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224213" indent="-238125">
              <a:tabLst>
                <a:tab pos="254000" algn="l"/>
                <a:tab pos="2555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3551238" indent="-238125">
              <a:tabLst>
                <a:tab pos="254000" algn="l"/>
                <a:tab pos="2555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3878263" indent="-238125">
              <a:tabLst>
                <a:tab pos="254000" algn="l"/>
                <a:tab pos="2555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tabLst>
                <a:tab pos="254000" algn="l"/>
                <a:tab pos="2555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l"/>
                <a:tab pos="2555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l"/>
                <a:tab pos="2555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l"/>
                <a:tab pos="2555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54000" algn="l"/>
                <a:tab pos="2555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806"/>
              </a:spcBef>
              <a:buFontTx/>
              <a:buChar char="•"/>
            </a:pPr>
            <a:r>
              <a:rPr lang="en-US" altLang="en-US" sz="1425"/>
              <a:t>Classificação vs. Agrupamento</a:t>
            </a:r>
          </a:p>
          <a:p>
            <a:pPr>
              <a:spcBef>
                <a:spcPts val="506"/>
              </a:spcBef>
            </a:pPr>
            <a:r>
              <a:rPr lang="en-US" altLang="en-US" sz="975" b="1">
                <a:latin typeface="Trebuchet MS" panose="020B0703020202090204" pitchFamily="34" charset="0"/>
                <a:ea typeface="Trebuchet MS" panose="020B0703020202090204" pitchFamily="34" charset="0"/>
                <a:cs typeface="Trebuchet MS" panose="020B0703020202090204" pitchFamily="34" charset="0"/>
              </a:rPr>
              <a:t>Agrupamento: Aprendizado Não-­‐Supervisionado</a:t>
            </a:r>
            <a:endParaRPr lang="en-US" altLang="en-US" sz="975">
              <a:latin typeface="Trebuchet MS" panose="020B0703020202090204" pitchFamily="34" charset="0"/>
              <a:ea typeface="Trebuchet MS" panose="020B0703020202090204" pitchFamily="34" charset="0"/>
              <a:cs typeface="Trebuchet MS" panose="020B0703020202090204" pitchFamily="34" charset="0"/>
            </a:endParaRPr>
          </a:p>
          <a:p>
            <a:pPr>
              <a:lnSpc>
                <a:spcPts val="1463"/>
              </a:lnSpc>
              <a:spcBef>
                <a:spcPts val="272"/>
              </a:spcBef>
            </a:pPr>
            <a:r>
              <a:rPr lang="en-US" altLang="en-US" sz="1200">
                <a:latin typeface="Trebuchet MS" panose="020B0703020202090204" pitchFamily="34" charset="0"/>
                <a:ea typeface="Trebuchet MS" panose="020B0703020202090204" pitchFamily="34" charset="0"/>
                <a:cs typeface="Trebuchet MS" panose="020B0703020202090204" pitchFamily="34" charset="0"/>
              </a:rPr>
              <a:t>Agrupamento não deve ser  confundido com:</a:t>
            </a:r>
          </a:p>
          <a:p>
            <a:pPr>
              <a:spcBef>
                <a:spcPts val="10"/>
              </a:spcBef>
            </a:pPr>
            <a:endParaRPr lang="en-US" altLang="en-US" sz="127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200">
                <a:latin typeface="Trebuchet MS" panose="020B0703020202090204" pitchFamily="34" charset="0"/>
                <a:ea typeface="Trebuchet MS" panose="020B0703020202090204" pitchFamily="34" charset="0"/>
                <a:cs typeface="Trebuchet MS" panose="020B0703020202090204" pitchFamily="34" charset="0"/>
              </a:rPr>
              <a:t>Classiﬁcação Supervisionada</a:t>
            </a:r>
          </a:p>
          <a:p>
            <a:pPr lvl="1"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altLang="en-US" sz="1200">
                <a:latin typeface="Trebuchet MS" panose="020B0703020202090204" pitchFamily="34" charset="0"/>
                <a:ea typeface="Trebuchet MS" panose="020B0703020202090204" pitchFamily="34" charset="0"/>
                <a:cs typeface="Trebuchet MS" panose="020B0703020202090204" pitchFamily="34" charset="0"/>
              </a:rPr>
              <a:t>Simples Segmentação</a:t>
            </a:r>
          </a:p>
          <a:p>
            <a:pPr lvl="2">
              <a:lnSpc>
                <a:spcPts val="1481"/>
              </a:lnSpc>
              <a:spcBef>
                <a:spcPts val="10"/>
              </a:spcBef>
              <a:buFont typeface="Arial" panose="020B0604020202020204" pitchFamily="34" charset="0"/>
              <a:buChar char="•"/>
            </a:pPr>
            <a:r>
              <a:rPr lang="en-US" altLang="en-US" sz="1200">
                <a:latin typeface="Trebuchet MS" panose="020B0703020202090204" pitchFamily="34" charset="0"/>
                <a:ea typeface="Trebuchet MS" panose="020B0703020202090204" pitchFamily="34" charset="0"/>
                <a:cs typeface="Trebuchet MS" panose="020B0703020202090204" pitchFamily="34" charset="0"/>
              </a:rPr>
              <a:t>Dividir clientes:</a:t>
            </a:r>
          </a:p>
          <a:p>
            <a:pPr lvl="3">
              <a:lnSpc>
                <a:spcPts val="1519"/>
              </a:lnSpc>
              <a:spcBef>
                <a:spcPts val="19"/>
              </a:spcBef>
              <a:buFont typeface="Arial" panose="020B0604020202020204" pitchFamily="34" charset="0"/>
              <a:buChar char="•"/>
            </a:pPr>
            <a:r>
              <a:rPr lang="en-US" altLang="en-US" sz="1200">
                <a:latin typeface="Trebuchet MS" panose="020B0703020202090204" pitchFamily="34" charset="0"/>
                <a:ea typeface="Trebuchet MS" panose="020B0703020202090204" pitchFamily="34" charset="0"/>
                <a:cs typeface="Trebuchet MS" panose="020B0703020202090204" pitchFamily="34" charset="0"/>
              </a:rPr>
              <a:t>ordem alfabética de nome  ou sobrenome</a:t>
            </a:r>
          </a:p>
          <a:p>
            <a:pPr lvl="3">
              <a:spcBef>
                <a:spcPts val="28"/>
              </a:spcBef>
              <a:buFont typeface="Arial" panose="020B0604020202020204" pitchFamily="34" charset="0"/>
              <a:buChar char="•"/>
            </a:pPr>
            <a:endParaRPr lang="en-US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1200">
                <a:latin typeface="Trebuchet MS" panose="020B0703020202090204" pitchFamily="34" charset="0"/>
                <a:ea typeface="Trebuchet MS" panose="020B0703020202090204" pitchFamily="34" charset="0"/>
                <a:cs typeface="Trebuchet MS" panose="020B0703020202090204" pitchFamily="34" charset="0"/>
              </a:rPr>
              <a:t>Resultados de uma consulta ao BD</a:t>
            </a:r>
          </a:p>
          <a:p>
            <a:pPr lvl="2">
              <a:lnSpc>
                <a:spcPts val="1463"/>
              </a:lnSpc>
              <a:spcBef>
                <a:spcPts val="94"/>
              </a:spcBef>
              <a:buFont typeface="Arial" panose="020B0604020202020204" pitchFamily="34" charset="0"/>
              <a:buChar char="•"/>
            </a:pPr>
            <a:r>
              <a:rPr lang="en-US" altLang="en-US" sz="1200">
                <a:latin typeface="Trebuchet MS" panose="020B0703020202090204" pitchFamily="34" charset="0"/>
                <a:ea typeface="Trebuchet MS" panose="020B0703020202090204" pitchFamily="34" charset="0"/>
                <a:cs typeface="Trebuchet MS" panose="020B0703020202090204" pitchFamily="34" charset="0"/>
              </a:rPr>
              <a:t>registros de clientes com renda  entre R$3000 e R$5000</a:t>
            </a:r>
          </a:p>
        </p:txBody>
      </p:sp>
      <p:sp>
        <p:nvSpPr>
          <p:cNvPr id="47" name="object 2">
            <a:extLst>
              <a:ext uri="{FF2B5EF4-FFF2-40B4-BE49-F238E27FC236}">
                <a16:creationId xmlns:a16="http://schemas.microsoft.com/office/drawing/2014/main" id="{79EA748C-A48C-B9A5-1918-EE16A258C5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88131" y="195263"/>
            <a:ext cx="6725841" cy="365442"/>
          </a:xfrm>
        </p:spPr>
        <p:txBody>
          <a:bodyPr spcFirstLastPara="1" wrap="square" lIns="0" tIns="6308" rIns="0" bIns="0" rtlCol="0" anchor="t" anchorCtr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pc="-2" dirty="0">
                <a:solidFill>
                  <a:schemeClr val="tx1"/>
                </a:solidFill>
              </a:rPr>
              <a:t>Agrupamento -</a:t>
            </a:r>
            <a:r>
              <a:rPr spc="-28" dirty="0">
                <a:solidFill>
                  <a:schemeClr val="tx1"/>
                </a:solidFill>
              </a:rPr>
              <a:t> </a:t>
            </a:r>
            <a:r>
              <a:rPr spc="-2" dirty="0">
                <a:solidFill>
                  <a:schemeClr val="tx1"/>
                </a:solidFill>
              </a:rPr>
              <a:t>Clustering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73D4683-0F4C-D9EB-29B5-470A2DE901F2}"/>
              </a:ext>
            </a:extLst>
          </p:cNvPr>
          <p:cNvSpPr txBox="1"/>
          <p:nvPr/>
        </p:nvSpPr>
        <p:spPr>
          <a:xfrm>
            <a:off x="2438401" y="1306117"/>
            <a:ext cx="4375547" cy="1049212"/>
          </a:xfrm>
          <a:prstGeom prst="rect">
            <a:avLst/>
          </a:prstGeom>
        </p:spPr>
        <p:txBody>
          <a:bodyPr lIns="0" tIns="19255" rIns="0" bIns="0">
            <a:spAutoFit/>
          </a:bodyPr>
          <a:lstStyle/>
          <a:p>
            <a:pPr marL="191893" indent="-185252">
              <a:spcBef>
                <a:spcPts val="152"/>
              </a:spcBef>
              <a:buFontTx/>
              <a:buChar char="•"/>
              <a:tabLst>
                <a:tab pos="191561" algn="l"/>
                <a:tab pos="192224" algn="l"/>
              </a:tabLst>
              <a:defRPr/>
            </a:pPr>
            <a:r>
              <a:rPr sz="1255" spc="-2" dirty="0"/>
              <a:t>Muitos Métodos e Algoritmos com diferentes</a:t>
            </a:r>
            <a:r>
              <a:rPr sz="1255" spc="-53" dirty="0"/>
              <a:t> </a:t>
            </a:r>
            <a:r>
              <a:rPr sz="1255" spc="-2" dirty="0"/>
              <a:t>características:</a:t>
            </a:r>
            <a:endParaRPr sz="1255" dirty="0"/>
          </a:p>
          <a:p>
            <a:pPr marL="406361" lvl="1" indent="-154377">
              <a:spcBef>
                <a:spcPts val="102"/>
              </a:spcBef>
              <a:buFontTx/>
              <a:buChar char="–"/>
              <a:tabLst>
                <a:tab pos="406693" algn="l"/>
              </a:tabLst>
              <a:defRPr/>
            </a:pPr>
            <a:r>
              <a:rPr sz="1255" spc="-2" dirty="0"/>
              <a:t>Dados</a:t>
            </a:r>
            <a:r>
              <a:rPr sz="1255" spc="-5" dirty="0"/>
              <a:t> </a:t>
            </a:r>
            <a:r>
              <a:rPr sz="1255" spc="-2" dirty="0"/>
              <a:t>Numéricos/Simbólicos</a:t>
            </a:r>
            <a:endParaRPr sz="1255" dirty="0"/>
          </a:p>
          <a:p>
            <a:pPr marL="406361" lvl="1" indent="-154377">
              <a:spcBef>
                <a:spcPts val="165"/>
              </a:spcBef>
              <a:buFontTx/>
              <a:buChar char="–"/>
              <a:tabLst>
                <a:tab pos="406693" algn="l"/>
              </a:tabLst>
              <a:defRPr/>
            </a:pPr>
            <a:r>
              <a:rPr sz="1255" spc="-2" dirty="0"/>
              <a:t>Deterministicos/Probabilisticos</a:t>
            </a:r>
            <a:endParaRPr sz="1255" dirty="0"/>
          </a:p>
          <a:p>
            <a:pPr marL="406361" lvl="1" indent="-154377">
              <a:spcBef>
                <a:spcPts val="165"/>
              </a:spcBef>
              <a:buFontTx/>
              <a:buChar char="–"/>
              <a:tabLst>
                <a:tab pos="406693" algn="l"/>
              </a:tabLst>
              <a:defRPr/>
            </a:pPr>
            <a:r>
              <a:rPr sz="1255" spc="-2" dirty="0"/>
              <a:t>Grupos</a:t>
            </a:r>
            <a:r>
              <a:rPr sz="1255" spc="-5" dirty="0"/>
              <a:t> </a:t>
            </a:r>
            <a:r>
              <a:rPr sz="1255" spc="-2" dirty="0"/>
              <a:t>sobrepostos/não-sobrepostos</a:t>
            </a:r>
            <a:endParaRPr sz="1255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CA58141-FB17-88F6-73B2-A7CF8C8FC4F0}"/>
              </a:ext>
            </a:extLst>
          </p:cNvPr>
          <p:cNvSpPr txBox="1"/>
          <p:nvPr/>
        </p:nvSpPr>
        <p:spPr>
          <a:xfrm>
            <a:off x="2438400" y="3987403"/>
            <a:ext cx="2153841" cy="420203"/>
          </a:xfrm>
          <a:prstGeom prst="rect">
            <a:avLst/>
          </a:prstGeom>
        </p:spPr>
        <p:txBody>
          <a:bodyPr lIns="0" tIns="20915" rIns="0" bIns="0">
            <a:spAutoFit/>
          </a:bodyPr>
          <a:lstStyle/>
          <a:p>
            <a:pPr marL="161017" indent="-154377">
              <a:spcBef>
                <a:spcPts val="165"/>
              </a:spcBef>
              <a:buFontTx/>
              <a:buChar char="–"/>
              <a:tabLst>
                <a:tab pos="161349" algn="l"/>
              </a:tabLst>
              <a:defRPr/>
            </a:pPr>
            <a:r>
              <a:rPr sz="1255" spc="-2" dirty="0"/>
              <a:t>Hierárquico/Particional</a:t>
            </a:r>
            <a:endParaRPr sz="1255" dirty="0"/>
          </a:p>
          <a:p>
            <a:pPr marL="161017" indent="-154377">
              <a:spcBef>
                <a:spcPts val="113"/>
              </a:spcBef>
              <a:buFontTx/>
              <a:buChar char="–"/>
              <a:tabLst>
                <a:tab pos="161349" algn="l"/>
              </a:tabLst>
              <a:defRPr/>
            </a:pPr>
            <a:r>
              <a:rPr sz="1255" spc="-11" dirty="0"/>
              <a:t>Top-down/Bottom-up</a:t>
            </a:r>
            <a:endParaRPr sz="1255" dirty="0"/>
          </a:p>
        </p:txBody>
      </p:sp>
      <p:grpSp>
        <p:nvGrpSpPr>
          <p:cNvPr id="35843" name="Agrupar 41">
            <a:extLst>
              <a:ext uri="{FF2B5EF4-FFF2-40B4-BE49-F238E27FC236}">
                <a16:creationId xmlns:a16="http://schemas.microsoft.com/office/drawing/2014/main" id="{52C7CCA6-25B4-3095-7B8D-1AE0E661AF83}"/>
              </a:ext>
            </a:extLst>
          </p:cNvPr>
          <p:cNvGrpSpPr>
            <a:grpSpLocks/>
          </p:cNvGrpSpPr>
          <p:nvPr/>
        </p:nvGrpSpPr>
        <p:grpSpPr bwMode="auto">
          <a:xfrm>
            <a:off x="2621757" y="2549129"/>
            <a:ext cx="3940969" cy="1248965"/>
            <a:chOff x="2281487" y="2122486"/>
            <a:chExt cx="4580247" cy="1358521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50F34D4-B93F-589C-2CD3-4DEE108D63B0}"/>
                </a:ext>
              </a:extLst>
            </p:cNvPr>
            <p:cNvSpPr/>
            <p:nvPr/>
          </p:nvSpPr>
          <p:spPr>
            <a:xfrm>
              <a:off x="2281487" y="2270123"/>
              <a:ext cx="2024442" cy="1210884"/>
            </a:xfrm>
            <a:custGeom>
              <a:avLst/>
              <a:gdLst/>
              <a:ahLst/>
              <a:cxnLst/>
              <a:rect l="l" t="t" r="r" b="b"/>
              <a:pathLst>
                <a:path w="2903220" h="1737360">
                  <a:moveTo>
                    <a:pt x="0" y="0"/>
                  </a:moveTo>
                  <a:lnTo>
                    <a:pt x="2903220" y="0"/>
                  </a:lnTo>
                  <a:lnTo>
                    <a:pt x="2903220" y="1736915"/>
                  </a:lnTo>
                  <a:lnTo>
                    <a:pt x="0" y="17369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14670EB9-6093-B3DA-93C4-917DC345410C}"/>
                </a:ext>
              </a:extLst>
            </p:cNvPr>
            <p:cNvSpPr/>
            <p:nvPr/>
          </p:nvSpPr>
          <p:spPr>
            <a:xfrm>
              <a:off x="4730743" y="2187239"/>
              <a:ext cx="2130991" cy="1210884"/>
            </a:xfrm>
            <a:custGeom>
              <a:avLst/>
              <a:gdLst/>
              <a:ahLst/>
              <a:cxnLst/>
              <a:rect l="l" t="t" r="r" b="b"/>
              <a:pathLst>
                <a:path w="3056254" h="1737360">
                  <a:moveTo>
                    <a:pt x="0" y="0"/>
                  </a:moveTo>
                  <a:lnTo>
                    <a:pt x="3056013" y="0"/>
                  </a:lnTo>
                  <a:lnTo>
                    <a:pt x="3056013" y="1736915"/>
                  </a:lnTo>
                  <a:lnTo>
                    <a:pt x="0" y="17369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95C9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39851F6-EC6C-116C-A6A5-3EFE7F5667AC}"/>
                </a:ext>
              </a:extLst>
            </p:cNvPr>
            <p:cNvSpPr/>
            <p:nvPr/>
          </p:nvSpPr>
          <p:spPr>
            <a:xfrm>
              <a:off x="5136185" y="2122486"/>
              <a:ext cx="1278595" cy="13157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907655F-2BFE-FCE7-EC4A-67959D687ABB}"/>
                </a:ext>
              </a:extLst>
            </p:cNvPr>
            <p:cNvSpPr txBox="1"/>
            <p:nvPr/>
          </p:nvSpPr>
          <p:spPr>
            <a:xfrm>
              <a:off x="5199839" y="2564103"/>
              <a:ext cx="56733" cy="119501"/>
            </a:xfrm>
            <a:prstGeom prst="rect">
              <a:avLst/>
            </a:prstGeom>
          </p:spPr>
          <p:txBody>
            <a:bodyPr lIns="0" tIns="9296" rIns="0" bIns="0">
              <a:spAutoFit/>
            </a:bodyPr>
            <a:lstStyle/>
            <a:p>
              <a:pPr>
                <a:spcBef>
                  <a:spcPts val="74"/>
                </a:spcBef>
                <a:defRPr/>
              </a:pPr>
              <a:r>
                <a:rPr sz="653" spc="-13" dirty="0">
                  <a:latin typeface="Times New Roman"/>
                  <a:cs typeface="Times New Roman"/>
                </a:rPr>
                <a:t>a</a:t>
              </a:r>
              <a:endParaRPr sz="653">
                <a:latin typeface="Times New Roman"/>
                <a:cs typeface="Times New Roman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030406F1-2418-785A-0396-77B4169A59EE}"/>
                </a:ext>
              </a:extLst>
            </p:cNvPr>
            <p:cNvSpPr txBox="1"/>
            <p:nvPr/>
          </p:nvSpPr>
          <p:spPr>
            <a:xfrm>
              <a:off x="5583139" y="2631445"/>
              <a:ext cx="38745" cy="119501"/>
            </a:xfrm>
            <a:prstGeom prst="rect">
              <a:avLst/>
            </a:prstGeom>
          </p:spPr>
          <p:txBody>
            <a:bodyPr lIns="0" tIns="9296" rIns="0" bIns="0">
              <a:spAutoFit/>
            </a:bodyPr>
            <a:lstStyle/>
            <a:p>
              <a:pPr>
                <a:spcBef>
                  <a:spcPts val="74"/>
                </a:spcBef>
                <a:defRPr/>
              </a:pPr>
              <a:r>
                <a:rPr sz="653" spc="-8" dirty="0">
                  <a:latin typeface="Times New Roman"/>
                  <a:cs typeface="Times New Roman"/>
                </a:rPr>
                <a:t>j</a:t>
              </a:r>
              <a:endParaRPr sz="653">
                <a:latin typeface="Times New Roman"/>
                <a:cs typeface="Times New Roman"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8369FB65-1A19-6528-E921-9064E2174C53}"/>
                </a:ext>
              </a:extLst>
            </p:cNvPr>
            <p:cNvSpPr txBox="1"/>
            <p:nvPr/>
          </p:nvSpPr>
          <p:spPr>
            <a:xfrm>
              <a:off x="5327144" y="2768722"/>
              <a:ext cx="446954" cy="119570"/>
            </a:xfrm>
            <a:prstGeom prst="rect">
              <a:avLst/>
            </a:prstGeom>
          </p:spPr>
          <p:txBody>
            <a:bodyPr lIns="0" tIns="9296" rIns="0" bIns="0">
              <a:spAutoFit/>
            </a:bodyPr>
            <a:lstStyle/>
            <a:p>
              <a:pPr>
                <a:spcBef>
                  <a:spcPts val="74"/>
                </a:spcBef>
                <a:tabLst>
                  <a:tab pos="287507" algn="l"/>
                </a:tabLst>
                <a:defRPr/>
              </a:pPr>
              <a:r>
                <a:rPr sz="980" spc="-20" baseline="-33333" dirty="0">
                  <a:latin typeface="Times New Roman"/>
                  <a:cs typeface="Times New Roman"/>
                </a:rPr>
                <a:t>k	</a:t>
              </a:r>
              <a:r>
                <a:rPr sz="653" spc="-13" dirty="0">
                  <a:latin typeface="Times New Roman"/>
                  <a:cs typeface="Times New Roman"/>
                </a:rPr>
                <a:t>h</a:t>
              </a:r>
              <a:endParaRPr sz="653">
                <a:latin typeface="Times New Roman"/>
                <a:cs typeface="Times New Roman"/>
              </a:endParaRPr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1519534-17D5-E43C-C542-B41E42ED8B48}"/>
                </a:ext>
              </a:extLst>
            </p:cNvPr>
            <p:cNvSpPr txBox="1"/>
            <p:nvPr/>
          </p:nvSpPr>
          <p:spPr>
            <a:xfrm>
              <a:off x="5455833" y="3043276"/>
              <a:ext cx="358394" cy="119570"/>
            </a:xfrm>
            <a:prstGeom prst="rect">
              <a:avLst/>
            </a:prstGeom>
          </p:spPr>
          <p:txBody>
            <a:bodyPr lIns="0" tIns="9296" rIns="0" bIns="0">
              <a:spAutoFit/>
            </a:bodyPr>
            <a:lstStyle/>
            <a:p>
              <a:pPr>
                <a:spcBef>
                  <a:spcPts val="74"/>
                </a:spcBef>
                <a:tabLst>
                  <a:tab pos="239367" algn="l"/>
                </a:tabLst>
                <a:defRPr/>
              </a:pPr>
              <a:r>
                <a:rPr sz="980" spc="-20" baseline="-33333" dirty="0">
                  <a:latin typeface="Times New Roman"/>
                  <a:cs typeface="Times New Roman"/>
                </a:rPr>
                <a:t>g	</a:t>
              </a:r>
              <a:r>
                <a:rPr sz="653" spc="-8" dirty="0">
                  <a:latin typeface="Times New Roman"/>
                  <a:cs typeface="Times New Roman"/>
                </a:rPr>
                <a:t>i</a:t>
              </a:r>
              <a:endParaRPr sz="653">
                <a:latin typeface="Times New Roman"/>
                <a:cs typeface="Times New Roman"/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FC9162FE-37C7-5774-13DA-B1CDDB4B64FC}"/>
                </a:ext>
              </a:extLst>
            </p:cNvPr>
            <p:cNvSpPr txBox="1"/>
            <p:nvPr/>
          </p:nvSpPr>
          <p:spPr>
            <a:xfrm>
              <a:off x="5966441" y="2905999"/>
              <a:ext cx="45665" cy="119501"/>
            </a:xfrm>
            <a:prstGeom prst="rect">
              <a:avLst/>
            </a:prstGeom>
          </p:spPr>
          <p:txBody>
            <a:bodyPr lIns="0" tIns="9296" rIns="0" bIns="0">
              <a:spAutoFit/>
            </a:bodyPr>
            <a:lstStyle/>
            <a:p>
              <a:pPr>
                <a:spcBef>
                  <a:spcPts val="74"/>
                </a:spcBef>
                <a:defRPr/>
              </a:pPr>
              <a:r>
                <a:rPr sz="653" spc="-11" dirty="0">
                  <a:latin typeface="Times New Roman"/>
                  <a:cs typeface="Times New Roman"/>
                </a:rPr>
                <a:t>f</a:t>
              </a:r>
              <a:endParaRPr sz="653">
                <a:latin typeface="Times New Roman"/>
                <a:cs typeface="Times New Roman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246F1038-206C-6C27-A28D-F20676592D3D}"/>
                </a:ext>
              </a:extLst>
            </p:cNvPr>
            <p:cNvSpPr txBox="1"/>
            <p:nvPr/>
          </p:nvSpPr>
          <p:spPr>
            <a:xfrm>
              <a:off x="5775483" y="2358188"/>
              <a:ext cx="55350" cy="119501"/>
            </a:xfrm>
            <a:prstGeom prst="rect">
              <a:avLst/>
            </a:prstGeom>
          </p:spPr>
          <p:txBody>
            <a:bodyPr lIns="0" tIns="9296" rIns="0" bIns="0">
              <a:spAutoFit/>
            </a:bodyPr>
            <a:lstStyle/>
            <a:p>
              <a:pPr>
                <a:spcBef>
                  <a:spcPts val="74"/>
                </a:spcBef>
                <a:defRPr/>
              </a:pPr>
              <a:r>
                <a:rPr sz="653" spc="-13" dirty="0">
                  <a:latin typeface="Times New Roman"/>
                  <a:cs typeface="Times New Roman"/>
                </a:rPr>
                <a:t>e</a:t>
              </a:r>
              <a:endParaRPr sz="653">
                <a:latin typeface="Times New Roman"/>
                <a:cs typeface="Times New Roman"/>
              </a:endParaRPr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175C1442-D8B5-F898-D05D-76DFF585F528}"/>
                </a:ext>
              </a:extLst>
            </p:cNvPr>
            <p:cNvSpPr txBox="1"/>
            <p:nvPr/>
          </p:nvSpPr>
          <p:spPr>
            <a:xfrm>
              <a:off x="5327144" y="2289549"/>
              <a:ext cx="63653" cy="119501"/>
            </a:xfrm>
            <a:prstGeom prst="rect">
              <a:avLst/>
            </a:prstGeom>
          </p:spPr>
          <p:txBody>
            <a:bodyPr lIns="0" tIns="9296" rIns="0" bIns="0">
              <a:spAutoFit/>
            </a:bodyPr>
            <a:lstStyle/>
            <a:p>
              <a:pPr>
                <a:spcBef>
                  <a:spcPts val="74"/>
                </a:spcBef>
                <a:defRPr/>
              </a:pPr>
              <a:r>
                <a:rPr sz="653" spc="-13" dirty="0">
                  <a:latin typeface="Times New Roman"/>
                  <a:cs typeface="Times New Roman"/>
                </a:rPr>
                <a:t>d</a:t>
              </a:r>
              <a:endParaRPr sz="653">
                <a:latin typeface="Times New Roman"/>
                <a:cs typeface="Times New Roman"/>
              </a:endParaRPr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E92F1F70-3399-A7C6-6304-8B79128E2576}"/>
                </a:ext>
              </a:extLst>
            </p:cNvPr>
            <p:cNvSpPr txBox="1"/>
            <p:nvPr/>
          </p:nvSpPr>
          <p:spPr>
            <a:xfrm>
              <a:off x="6030094" y="2564103"/>
              <a:ext cx="56733" cy="119501"/>
            </a:xfrm>
            <a:prstGeom prst="rect">
              <a:avLst/>
            </a:prstGeom>
          </p:spPr>
          <p:txBody>
            <a:bodyPr lIns="0" tIns="9296" rIns="0" bIns="0">
              <a:spAutoFit/>
            </a:bodyPr>
            <a:lstStyle/>
            <a:p>
              <a:pPr>
                <a:spcBef>
                  <a:spcPts val="74"/>
                </a:spcBef>
                <a:defRPr/>
              </a:pPr>
              <a:r>
                <a:rPr sz="653" spc="-13" dirty="0">
                  <a:latin typeface="Times New Roman"/>
                  <a:cs typeface="Times New Roman"/>
                </a:rPr>
                <a:t>c</a:t>
              </a:r>
              <a:endParaRPr sz="653">
                <a:latin typeface="Times New Roman"/>
                <a:cs typeface="Times New Roman"/>
              </a:endParaRPr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A6180961-BFBE-991A-69E4-91C9A50CF055}"/>
                </a:ext>
              </a:extLst>
            </p:cNvPr>
            <p:cNvSpPr txBox="1"/>
            <p:nvPr/>
          </p:nvSpPr>
          <p:spPr>
            <a:xfrm>
              <a:off x="6286090" y="2837361"/>
              <a:ext cx="62270" cy="119501"/>
            </a:xfrm>
            <a:prstGeom prst="rect">
              <a:avLst/>
            </a:prstGeom>
          </p:spPr>
          <p:txBody>
            <a:bodyPr lIns="0" tIns="9296" rIns="0" bIns="0">
              <a:spAutoFit/>
            </a:bodyPr>
            <a:lstStyle/>
            <a:p>
              <a:pPr>
                <a:spcBef>
                  <a:spcPts val="74"/>
                </a:spcBef>
                <a:defRPr/>
              </a:pPr>
              <a:r>
                <a:rPr sz="653" spc="-13" dirty="0">
                  <a:latin typeface="Times New Roman"/>
                  <a:cs typeface="Times New Roman"/>
                </a:rPr>
                <a:t>b</a:t>
              </a:r>
              <a:endParaRPr sz="653">
                <a:latin typeface="Times New Roman"/>
                <a:cs typeface="Times New Roman"/>
              </a:endParaRPr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3A2CF146-F73E-B076-28C1-EA3F50280DCC}"/>
                </a:ext>
              </a:extLst>
            </p:cNvPr>
            <p:cNvSpPr/>
            <p:nvPr/>
          </p:nvSpPr>
          <p:spPr>
            <a:xfrm>
              <a:off x="2653719" y="2678068"/>
              <a:ext cx="128689" cy="137277"/>
            </a:xfrm>
            <a:custGeom>
              <a:avLst/>
              <a:gdLst/>
              <a:ahLst/>
              <a:cxnLst/>
              <a:rect l="l" t="t" r="r" b="b"/>
              <a:pathLst>
                <a:path w="183514" h="196850">
                  <a:moveTo>
                    <a:pt x="0" y="0"/>
                  </a:moveTo>
                  <a:lnTo>
                    <a:pt x="183032" y="0"/>
                  </a:lnTo>
                  <a:lnTo>
                    <a:pt x="183032" y="196240"/>
                  </a:lnTo>
                  <a:lnTo>
                    <a:pt x="0" y="196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BB43AECE-3D3B-CA22-AFA2-F9D71A6838B6}"/>
                </a:ext>
              </a:extLst>
            </p:cNvPr>
            <p:cNvSpPr txBox="1"/>
            <p:nvPr/>
          </p:nvSpPr>
          <p:spPr>
            <a:xfrm>
              <a:off x="2653720" y="2666413"/>
              <a:ext cx="56733" cy="112034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>
                <a:spcBef>
                  <a:spcPts val="50"/>
                </a:spcBef>
                <a:defRPr/>
              </a:pPr>
              <a:r>
                <a:rPr sz="628" spc="-2" dirty="0">
                  <a:latin typeface="Times New Roman"/>
                  <a:cs typeface="Times New Roman"/>
                </a:rPr>
                <a:t>a</a:t>
              </a:r>
              <a:endParaRPr sz="628">
                <a:latin typeface="Times New Roman"/>
                <a:cs typeface="Times New Roman"/>
              </a:endParaRPr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757A5329-F80B-08C4-C740-DCE31877AC1A}"/>
                </a:ext>
              </a:extLst>
            </p:cNvPr>
            <p:cNvSpPr/>
            <p:nvPr/>
          </p:nvSpPr>
          <p:spPr>
            <a:xfrm>
              <a:off x="2782408" y="2951327"/>
              <a:ext cx="127306" cy="137277"/>
            </a:xfrm>
            <a:custGeom>
              <a:avLst/>
              <a:gdLst/>
              <a:ahLst/>
              <a:cxnLst/>
              <a:rect l="l" t="t" r="r" b="b"/>
              <a:pathLst>
                <a:path w="183514" h="198120">
                  <a:moveTo>
                    <a:pt x="0" y="0"/>
                  </a:moveTo>
                  <a:lnTo>
                    <a:pt x="183045" y="0"/>
                  </a:lnTo>
                  <a:lnTo>
                    <a:pt x="183045" y="197954"/>
                  </a:lnTo>
                  <a:lnTo>
                    <a:pt x="0" y="1979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06C96CBF-B6B9-4E33-14BF-EE2F3578DD70}"/>
                </a:ext>
              </a:extLst>
            </p:cNvPr>
            <p:cNvSpPr txBox="1"/>
            <p:nvPr/>
          </p:nvSpPr>
          <p:spPr>
            <a:xfrm>
              <a:off x="2782408" y="2940966"/>
              <a:ext cx="60885" cy="112034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>
                <a:spcBef>
                  <a:spcPts val="50"/>
                </a:spcBef>
                <a:defRPr/>
              </a:pPr>
              <a:r>
                <a:rPr sz="628" spc="-2" dirty="0">
                  <a:latin typeface="Times New Roman"/>
                  <a:cs typeface="Times New Roman"/>
                </a:rPr>
                <a:t>k</a:t>
              </a:r>
              <a:endParaRPr sz="628">
                <a:latin typeface="Times New Roman"/>
                <a:cs typeface="Times New Roman"/>
              </a:endParaRPr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8B8106C0-D418-D0F9-3059-EAE9B3923903}"/>
                </a:ext>
              </a:extLst>
            </p:cNvPr>
            <p:cNvSpPr/>
            <p:nvPr/>
          </p:nvSpPr>
          <p:spPr>
            <a:xfrm>
              <a:off x="3038404" y="2746707"/>
              <a:ext cx="127306" cy="137277"/>
            </a:xfrm>
            <a:custGeom>
              <a:avLst/>
              <a:gdLst/>
              <a:ahLst/>
              <a:cxnLst/>
              <a:rect l="l" t="t" r="r" b="b"/>
              <a:pathLst>
                <a:path w="183514" h="196850">
                  <a:moveTo>
                    <a:pt x="0" y="0"/>
                  </a:moveTo>
                  <a:lnTo>
                    <a:pt x="183045" y="0"/>
                  </a:lnTo>
                  <a:lnTo>
                    <a:pt x="183045" y="196240"/>
                  </a:lnTo>
                  <a:lnTo>
                    <a:pt x="0" y="196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FB5050CB-5CA6-B782-E74C-CE6DF1F44559}"/>
                </a:ext>
              </a:extLst>
            </p:cNvPr>
            <p:cNvSpPr txBox="1"/>
            <p:nvPr/>
          </p:nvSpPr>
          <p:spPr>
            <a:xfrm>
              <a:off x="3038404" y="2735051"/>
              <a:ext cx="38745" cy="112034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>
                <a:spcBef>
                  <a:spcPts val="50"/>
                </a:spcBef>
                <a:defRPr/>
              </a:pPr>
              <a:r>
                <a:rPr sz="628" spc="-2" dirty="0">
                  <a:latin typeface="Times New Roman"/>
                  <a:cs typeface="Times New Roman"/>
                </a:rPr>
                <a:t>j</a:t>
              </a:r>
              <a:endParaRPr sz="628">
                <a:latin typeface="Times New Roman"/>
                <a:cs typeface="Times New Roman"/>
              </a:endParaRPr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39C36ADC-1A32-602F-3E07-E1000017FFAC}"/>
                </a:ext>
              </a:extLst>
            </p:cNvPr>
            <p:cNvSpPr/>
            <p:nvPr/>
          </p:nvSpPr>
          <p:spPr>
            <a:xfrm>
              <a:off x="3229363" y="3157241"/>
              <a:ext cx="128689" cy="137277"/>
            </a:xfrm>
            <a:custGeom>
              <a:avLst/>
              <a:gdLst/>
              <a:ahLst/>
              <a:cxnLst/>
              <a:rect l="l" t="t" r="r" b="b"/>
              <a:pathLst>
                <a:path w="184785" h="196850">
                  <a:moveTo>
                    <a:pt x="0" y="0"/>
                  </a:moveTo>
                  <a:lnTo>
                    <a:pt x="184632" y="0"/>
                  </a:lnTo>
                  <a:lnTo>
                    <a:pt x="184632" y="196240"/>
                  </a:lnTo>
                  <a:lnTo>
                    <a:pt x="0" y="196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62F3E171-D52C-39C2-4E00-C59FB33FE911}"/>
                </a:ext>
              </a:extLst>
            </p:cNvPr>
            <p:cNvSpPr txBox="1"/>
            <p:nvPr/>
          </p:nvSpPr>
          <p:spPr>
            <a:xfrm>
              <a:off x="3229363" y="3146881"/>
              <a:ext cx="38745" cy="112034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>
                <a:spcBef>
                  <a:spcPts val="50"/>
                </a:spcBef>
                <a:defRPr/>
              </a:pPr>
              <a:r>
                <a:rPr sz="628" spc="-2" dirty="0">
                  <a:latin typeface="Times New Roman"/>
                  <a:cs typeface="Times New Roman"/>
                </a:rPr>
                <a:t>i</a:t>
              </a:r>
              <a:endParaRPr sz="628">
                <a:latin typeface="Times New Roman"/>
                <a:cs typeface="Times New Roman"/>
              </a:endParaRPr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C175A08F-7ADD-D579-61AD-3B78626CD1BE}"/>
                </a:ext>
              </a:extLst>
            </p:cNvPr>
            <p:cNvSpPr/>
            <p:nvPr/>
          </p:nvSpPr>
          <p:spPr>
            <a:xfrm>
              <a:off x="3165710" y="2882688"/>
              <a:ext cx="127306" cy="137277"/>
            </a:xfrm>
            <a:custGeom>
              <a:avLst/>
              <a:gdLst/>
              <a:ahLst/>
              <a:cxnLst/>
              <a:rect l="l" t="t" r="r" b="b"/>
              <a:pathLst>
                <a:path w="183514" h="196850">
                  <a:moveTo>
                    <a:pt x="0" y="0"/>
                  </a:moveTo>
                  <a:lnTo>
                    <a:pt x="183045" y="0"/>
                  </a:lnTo>
                  <a:lnTo>
                    <a:pt x="183045" y="196253"/>
                  </a:lnTo>
                  <a:lnTo>
                    <a:pt x="0" y="196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7AA04BB9-DDBB-DCE2-DA1A-BDDAB6B97A7D}"/>
                </a:ext>
              </a:extLst>
            </p:cNvPr>
            <p:cNvSpPr txBox="1"/>
            <p:nvPr/>
          </p:nvSpPr>
          <p:spPr>
            <a:xfrm>
              <a:off x="3165711" y="2872327"/>
              <a:ext cx="62269" cy="112034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>
                <a:spcBef>
                  <a:spcPts val="50"/>
                </a:spcBef>
                <a:defRPr/>
              </a:pPr>
              <a:r>
                <a:rPr sz="628" spc="-2" dirty="0">
                  <a:latin typeface="Times New Roman"/>
                  <a:cs typeface="Times New Roman"/>
                </a:rPr>
                <a:t>h</a:t>
              </a:r>
              <a:endParaRPr sz="628" dirty="0">
                <a:latin typeface="Times New Roman"/>
                <a:cs typeface="Times New Roman"/>
              </a:endParaRPr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A0FFE092-5AC9-B143-1B90-28D8DC841EE2}"/>
                </a:ext>
              </a:extLst>
            </p:cNvPr>
            <p:cNvSpPr/>
            <p:nvPr/>
          </p:nvSpPr>
          <p:spPr>
            <a:xfrm>
              <a:off x="2909714" y="3225880"/>
              <a:ext cx="128690" cy="137277"/>
            </a:xfrm>
            <a:custGeom>
              <a:avLst/>
              <a:gdLst/>
              <a:ahLst/>
              <a:cxnLst/>
              <a:rect l="l" t="t" r="r" b="b"/>
              <a:pathLst>
                <a:path w="184785" h="196850">
                  <a:moveTo>
                    <a:pt x="0" y="0"/>
                  </a:moveTo>
                  <a:lnTo>
                    <a:pt x="184632" y="0"/>
                  </a:lnTo>
                  <a:lnTo>
                    <a:pt x="184632" y="196253"/>
                  </a:lnTo>
                  <a:lnTo>
                    <a:pt x="0" y="1962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536A44DA-9914-3A1C-E65F-628723249678}"/>
                </a:ext>
              </a:extLst>
            </p:cNvPr>
            <p:cNvSpPr txBox="1"/>
            <p:nvPr/>
          </p:nvSpPr>
          <p:spPr>
            <a:xfrm>
              <a:off x="2909714" y="3214224"/>
              <a:ext cx="62270" cy="112034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>
                <a:spcBef>
                  <a:spcPts val="50"/>
                </a:spcBef>
                <a:defRPr/>
              </a:pPr>
              <a:r>
                <a:rPr sz="628" spc="-2" dirty="0">
                  <a:latin typeface="Times New Roman"/>
                  <a:cs typeface="Times New Roman"/>
                </a:rPr>
                <a:t>g</a:t>
              </a:r>
              <a:endParaRPr sz="628">
                <a:latin typeface="Times New Roman"/>
                <a:cs typeface="Times New Roman"/>
              </a:endParaRPr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938D175E-3F73-7C37-AEE9-8089D5E68AC5}"/>
                </a:ext>
              </a:extLst>
            </p:cNvPr>
            <p:cNvSpPr/>
            <p:nvPr/>
          </p:nvSpPr>
          <p:spPr>
            <a:xfrm>
              <a:off x="3420322" y="3019964"/>
              <a:ext cx="128689" cy="137277"/>
            </a:xfrm>
            <a:custGeom>
              <a:avLst/>
              <a:gdLst/>
              <a:ahLst/>
              <a:cxnLst/>
              <a:rect l="l" t="t" r="r" b="b"/>
              <a:pathLst>
                <a:path w="183514" h="196850">
                  <a:moveTo>
                    <a:pt x="0" y="0"/>
                  </a:moveTo>
                  <a:lnTo>
                    <a:pt x="183032" y="0"/>
                  </a:lnTo>
                  <a:lnTo>
                    <a:pt x="183032" y="196240"/>
                  </a:lnTo>
                  <a:lnTo>
                    <a:pt x="0" y="196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77354837-739E-773D-06D7-4D9A401DC2A9}"/>
                </a:ext>
              </a:extLst>
            </p:cNvPr>
            <p:cNvSpPr txBox="1"/>
            <p:nvPr/>
          </p:nvSpPr>
          <p:spPr>
            <a:xfrm>
              <a:off x="3420322" y="3008309"/>
              <a:ext cx="44280" cy="112034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>
                <a:spcBef>
                  <a:spcPts val="50"/>
                </a:spcBef>
                <a:defRPr/>
              </a:pPr>
              <a:r>
                <a:rPr sz="628" spc="-2" dirty="0">
                  <a:latin typeface="Times New Roman"/>
                  <a:cs typeface="Times New Roman"/>
                </a:rPr>
                <a:t>f</a:t>
              </a:r>
              <a:endParaRPr sz="628">
                <a:latin typeface="Times New Roman"/>
                <a:cs typeface="Times New Roman"/>
              </a:endParaRPr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3C3F0107-06B0-6907-5B92-830CB12CB5C7}"/>
                </a:ext>
              </a:extLst>
            </p:cNvPr>
            <p:cNvSpPr/>
            <p:nvPr/>
          </p:nvSpPr>
          <p:spPr>
            <a:xfrm>
              <a:off x="3229363" y="2472153"/>
              <a:ext cx="128689" cy="137277"/>
            </a:xfrm>
            <a:custGeom>
              <a:avLst/>
              <a:gdLst/>
              <a:ahLst/>
              <a:cxnLst/>
              <a:rect l="l" t="t" r="r" b="b"/>
              <a:pathLst>
                <a:path w="184785" h="196850">
                  <a:moveTo>
                    <a:pt x="0" y="0"/>
                  </a:moveTo>
                  <a:lnTo>
                    <a:pt x="184632" y="0"/>
                  </a:lnTo>
                  <a:lnTo>
                    <a:pt x="184632" y="196240"/>
                  </a:lnTo>
                  <a:lnTo>
                    <a:pt x="0" y="196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F66F9EB7-27F3-6A9A-CD24-DBCA31BA7FA1}"/>
                </a:ext>
              </a:extLst>
            </p:cNvPr>
            <p:cNvSpPr txBox="1"/>
            <p:nvPr/>
          </p:nvSpPr>
          <p:spPr>
            <a:xfrm>
              <a:off x="3229363" y="2461793"/>
              <a:ext cx="55350" cy="112034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>
                <a:spcBef>
                  <a:spcPts val="50"/>
                </a:spcBef>
                <a:defRPr/>
              </a:pPr>
              <a:r>
                <a:rPr sz="628" spc="-2" dirty="0">
                  <a:latin typeface="Times New Roman"/>
                  <a:cs typeface="Times New Roman"/>
                </a:rPr>
                <a:t>e</a:t>
              </a:r>
              <a:endParaRPr sz="628">
                <a:latin typeface="Times New Roman"/>
                <a:cs typeface="Times New Roman"/>
              </a:endParaRPr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1DBC9E9F-AED0-6564-B900-9248FBD61527}"/>
                </a:ext>
              </a:extLst>
            </p:cNvPr>
            <p:cNvSpPr/>
            <p:nvPr/>
          </p:nvSpPr>
          <p:spPr>
            <a:xfrm>
              <a:off x="2782408" y="2403514"/>
              <a:ext cx="127306" cy="137277"/>
            </a:xfrm>
            <a:custGeom>
              <a:avLst/>
              <a:gdLst/>
              <a:ahLst/>
              <a:cxnLst/>
              <a:rect l="l" t="t" r="r" b="b"/>
              <a:pathLst>
                <a:path w="183514" h="196850">
                  <a:moveTo>
                    <a:pt x="0" y="0"/>
                  </a:moveTo>
                  <a:lnTo>
                    <a:pt x="183045" y="0"/>
                  </a:lnTo>
                  <a:lnTo>
                    <a:pt x="183045" y="196240"/>
                  </a:lnTo>
                  <a:lnTo>
                    <a:pt x="0" y="196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59870919-7569-DF0D-5C4D-071DE22D17B0}"/>
                </a:ext>
              </a:extLst>
            </p:cNvPr>
            <p:cNvSpPr txBox="1"/>
            <p:nvPr/>
          </p:nvSpPr>
          <p:spPr>
            <a:xfrm>
              <a:off x="2782408" y="2393154"/>
              <a:ext cx="60885" cy="112034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>
                <a:spcBef>
                  <a:spcPts val="50"/>
                </a:spcBef>
                <a:defRPr/>
              </a:pPr>
              <a:r>
                <a:rPr sz="628" spc="-2" dirty="0">
                  <a:latin typeface="Times New Roman"/>
                  <a:cs typeface="Times New Roman"/>
                </a:rPr>
                <a:t>d</a:t>
              </a:r>
              <a:endParaRPr sz="628">
                <a:latin typeface="Times New Roman"/>
                <a:cs typeface="Times New Roman"/>
              </a:endParaRPr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4EC9D2E7-BCE9-554F-CB65-89008B0BAAE8}"/>
                </a:ext>
              </a:extLst>
            </p:cNvPr>
            <p:cNvSpPr/>
            <p:nvPr/>
          </p:nvSpPr>
          <p:spPr>
            <a:xfrm>
              <a:off x="3485359" y="2678068"/>
              <a:ext cx="127306" cy="137277"/>
            </a:xfrm>
            <a:custGeom>
              <a:avLst/>
              <a:gdLst/>
              <a:ahLst/>
              <a:cxnLst/>
              <a:rect l="l" t="t" r="r" b="b"/>
              <a:pathLst>
                <a:path w="183514" h="196850">
                  <a:moveTo>
                    <a:pt x="0" y="0"/>
                  </a:moveTo>
                  <a:lnTo>
                    <a:pt x="183045" y="0"/>
                  </a:lnTo>
                  <a:lnTo>
                    <a:pt x="183045" y="196240"/>
                  </a:lnTo>
                  <a:lnTo>
                    <a:pt x="0" y="1962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A41D570B-677E-F620-9BE8-CEE836E471DC}"/>
                </a:ext>
              </a:extLst>
            </p:cNvPr>
            <p:cNvSpPr txBox="1"/>
            <p:nvPr/>
          </p:nvSpPr>
          <p:spPr>
            <a:xfrm>
              <a:off x="3485359" y="2666413"/>
              <a:ext cx="56735" cy="112034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>
                <a:spcBef>
                  <a:spcPts val="50"/>
                </a:spcBef>
                <a:defRPr/>
              </a:pPr>
              <a:r>
                <a:rPr sz="628" spc="-2" dirty="0">
                  <a:latin typeface="Times New Roman"/>
                  <a:cs typeface="Times New Roman"/>
                </a:rPr>
                <a:t>c</a:t>
              </a:r>
              <a:endParaRPr sz="628">
                <a:latin typeface="Times New Roman"/>
                <a:cs typeface="Times New Roman"/>
              </a:endParaRPr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E51A13C9-39F4-BFEE-6748-C39E7AEF5448}"/>
                </a:ext>
              </a:extLst>
            </p:cNvPr>
            <p:cNvSpPr/>
            <p:nvPr/>
          </p:nvSpPr>
          <p:spPr>
            <a:xfrm>
              <a:off x="3739970" y="2951327"/>
              <a:ext cx="128690" cy="137277"/>
            </a:xfrm>
            <a:custGeom>
              <a:avLst/>
              <a:gdLst/>
              <a:ahLst/>
              <a:cxnLst/>
              <a:rect l="l" t="t" r="r" b="b"/>
              <a:pathLst>
                <a:path w="183514" h="198120">
                  <a:moveTo>
                    <a:pt x="0" y="0"/>
                  </a:moveTo>
                  <a:lnTo>
                    <a:pt x="183045" y="0"/>
                  </a:lnTo>
                  <a:lnTo>
                    <a:pt x="183045" y="197954"/>
                  </a:lnTo>
                  <a:lnTo>
                    <a:pt x="0" y="1979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943A58BD-5052-E69B-A3DC-751E6FD8052B}"/>
                </a:ext>
              </a:extLst>
            </p:cNvPr>
            <p:cNvSpPr txBox="1"/>
            <p:nvPr/>
          </p:nvSpPr>
          <p:spPr>
            <a:xfrm>
              <a:off x="3739970" y="2940966"/>
              <a:ext cx="62270" cy="112034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>
                <a:spcBef>
                  <a:spcPts val="50"/>
                </a:spcBef>
                <a:defRPr/>
              </a:pPr>
              <a:r>
                <a:rPr sz="628" spc="-2" dirty="0">
                  <a:latin typeface="Times New Roman"/>
                  <a:cs typeface="Times New Roman"/>
                </a:rPr>
                <a:t>b</a:t>
              </a:r>
              <a:endParaRPr sz="628">
                <a:latin typeface="Times New Roman"/>
                <a:cs typeface="Times New Roman"/>
              </a:endParaRPr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CF0123A4-C4DD-DEDB-CDDB-BF91C5E24ED4}"/>
                </a:ext>
              </a:extLst>
            </p:cNvPr>
            <p:cNvSpPr/>
            <p:nvPr/>
          </p:nvSpPr>
          <p:spPr>
            <a:xfrm>
              <a:off x="3038404" y="2403514"/>
              <a:ext cx="639297" cy="753727"/>
            </a:xfrm>
            <a:custGeom>
              <a:avLst/>
              <a:gdLst/>
              <a:ahLst/>
              <a:cxnLst/>
              <a:rect l="l" t="t" r="r" b="b"/>
              <a:pathLst>
                <a:path w="916939" h="1080770">
                  <a:moveTo>
                    <a:pt x="0" y="0"/>
                  </a:moveTo>
                  <a:lnTo>
                    <a:pt x="916803" y="1080202"/>
                  </a:lnTo>
                </a:path>
              </a:pathLst>
            </a:custGeom>
            <a:ln w="1268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77225239-1AA1-67F8-CC08-447407F14100}"/>
                </a:ext>
              </a:extLst>
            </p:cNvPr>
            <p:cNvSpPr/>
            <p:nvPr/>
          </p:nvSpPr>
          <p:spPr>
            <a:xfrm>
              <a:off x="2782408" y="2951327"/>
              <a:ext cx="702950" cy="274553"/>
            </a:xfrm>
            <a:custGeom>
              <a:avLst/>
              <a:gdLst/>
              <a:ahLst/>
              <a:cxnLst/>
              <a:rect l="l" t="t" r="r" b="b"/>
              <a:pathLst>
                <a:path w="1009650" h="394335">
                  <a:moveTo>
                    <a:pt x="1009117" y="0"/>
                  </a:moveTo>
                  <a:lnTo>
                    <a:pt x="0" y="394195"/>
                  </a:lnTo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</p:grpSp>
      <p:sp>
        <p:nvSpPr>
          <p:cNvPr id="44" name="object 2">
            <a:extLst>
              <a:ext uri="{FF2B5EF4-FFF2-40B4-BE49-F238E27FC236}">
                <a16:creationId xmlns:a16="http://schemas.microsoft.com/office/drawing/2014/main" id="{2E8C1E92-310B-7582-93FB-F214C6AB89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88131" y="195263"/>
            <a:ext cx="6725841" cy="365442"/>
          </a:xfrm>
        </p:spPr>
        <p:txBody>
          <a:bodyPr spcFirstLastPara="1" wrap="square" lIns="0" tIns="6308" rIns="0" bIns="0" rtlCol="0" anchor="t" anchorCtr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pc="-2" dirty="0">
                <a:solidFill>
                  <a:schemeClr val="tx1"/>
                </a:solidFill>
              </a:rPr>
              <a:t>Agrupamento -</a:t>
            </a:r>
            <a:r>
              <a:rPr spc="-28" dirty="0">
                <a:solidFill>
                  <a:schemeClr val="tx1"/>
                </a:solidFill>
              </a:rPr>
              <a:t> </a:t>
            </a:r>
            <a:r>
              <a:rPr spc="-2" dirty="0">
                <a:solidFill>
                  <a:schemeClr val="tx1"/>
                </a:solidFill>
              </a:rPr>
              <a:t>Clustering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0208018-1283-BF79-D1CC-A5016C716F5D}"/>
              </a:ext>
            </a:extLst>
          </p:cNvPr>
          <p:cNvSpPr/>
          <p:nvPr/>
        </p:nvSpPr>
        <p:spPr>
          <a:xfrm>
            <a:off x="1978819" y="1977628"/>
            <a:ext cx="5186363" cy="23276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732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8FDF33E0-E4ED-C624-750B-E6D99DF549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88131" y="195263"/>
            <a:ext cx="6725841" cy="365442"/>
          </a:xfrm>
        </p:spPr>
        <p:txBody>
          <a:bodyPr spcFirstLastPara="1" wrap="square" lIns="0" tIns="6308" rIns="0" bIns="0" rtlCol="0" anchor="t" anchorCtr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pc="-2" dirty="0">
                <a:solidFill>
                  <a:schemeClr val="tx1"/>
                </a:solidFill>
              </a:rPr>
              <a:t>Agrupamento -</a:t>
            </a:r>
            <a:r>
              <a:rPr spc="-28" dirty="0">
                <a:solidFill>
                  <a:schemeClr val="tx1"/>
                </a:solidFill>
              </a:rPr>
              <a:t> </a:t>
            </a:r>
            <a:r>
              <a:rPr spc="-2" dirty="0">
                <a:solidFill>
                  <a:schemeClr val="tx1"/>
                </a:solidFill>
              </a:rPr>
              <a:t>Clustering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object 3">
            <a:extLst>
              <a:ext uri="{FF2B5EF4-FFF2-40B4-BE49-F238E27FC236}">
                <a16:creationId xmlns:a16="http://schemas.microsoft.com/office/drawing/2014/main" id="{8D84A76D-F0FD-C1DA-2DC7-1304C0899A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3860" y="1815704"/>
            <a:ext cx="4807744" cy="2093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54445" rIns="0" bIns="0">
            <a:spAutoFit/>
          </a:bodyPr>
          <a:lstStyle>
            <a:lvl1pPr marL="255588" indent="-246063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254000" algn="l"/>
                <a:tab pos="25558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38163" indent="-201613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254000" algn="l"/>
                <a:tab pos="25558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30263" indent="-166688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254000" algn="l"/>
                <a:tab pos="2555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tabLst>
                <a:tab pos="254000" algn="l"/>
                <a:tab pos="2555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tabLst>
                <a:tab pos="254000" algn="l"/>
                <a:tab pos="2555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54000" algn="l"/>
                <a:tab pos="2555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54000" algn="l"/>
                <a:tab pos="2555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54000" algn="l"/>
                <a:tab pos="2555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tabLst>
                <a:tab pos="254000" algn="l"/>
                <a:tab pos="2555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431"/>
              </a:spcBef>
              <a:buFontTx/>
              <a:buChar char="•"/>
            </a:pPr>
            <a:r>
              <a:rPr lang="en-US" altLang="en-US" sz="1650"/>
              <a:t>Como Avaliar um agrupamento?</a:t>
            </a:r>
          </a:p>
          <a:p>
            <a:pPr lvl="1">
              <a:spcBef>
                <a:spcPts val="375"/>
              </a:spcBef>
              <a:buFontTx/>
              <a:buChar char="–"/>
            </a:pPr>
            <a:r>
              <a:rPr lang="en-US" altLang="en-US" sz="1650"/>
              <a:t>Inspeção Manual</a:t>
            </a:r>
          </a:p>
          <a:p>
            <a:pPr lvl="1">
              <a:lnSpc>
                <a:spcPts val="2006"/>
              </a:lnSpc>
              <a:spcBef>
                <a:spcPts val="469"/>
              </a:spcBef>
              <a:buFontTx/>
              <a:buChar char="–"/>
            </a:pPr>
            <a:r>
              <a:rPr lang="en-US" altLang="en-US" sz="1650"/>
              <a:t>Benchmarking (quando se conhece os  grupos)</a:t>
            </a:r>
          </a:p>
          <a:p>
            <a:pPr lvl="1">
              <a:spcBef>
                <a:spcPts val="310"/>
              </a:spcBef>
              <a:buFontTx/>
              <a:buChar char="–"/>
            </a:pPr>
            <a:r>
              <a:rPr lang="en-US" altLang="en-US" sz="1650"/>
              <a:t>Qualidade dos Grupos</a:t>
            </a:r>
          </a:p>
          <a:p>
            <a:pPr lvl="2">
              <a:spcBef>
                <a:spcPts val="347"/>
              </a:spcBef>
              <a:buFontTx/>
              <a:buChar char="•"/>
            </a:pPr>
            <a:r>
              <a:rPr lang="en-US" altLang="en-US" sz="1200"/>
              <a:t>Medidas de Distância</a:t>
            </a:r>
          </a:p>
          <a:p>
            <a:pPr lvl="2">
              <a:lnSpc>
                <a:spcPct val="101000"/>
              </a:lnSpc>
              <a:spcBef>
                <a:spcPts val="244"/>
              </a:spcBef>
              <a:buFontTx/>
              <a:buChar char="•"/>
            </a:pPr>
            <a:r>
              <a:rPr lang="en-US" altLang="en-US" sz="1200"/>
              <a:t>Alta similaridade intra-grupos e baixa similaridade inter-  grupos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75DE5062-0B7F-D53D-9EEA-E684AD7B4D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88131" y="195263"/>
            <a:ext cx="6725841" cy="365442"/>
          </a:xfrm>
        </p:spPr>
        <p:txBody>
          <a:bodyPr spcFirstLastPara="1" wrap="square" lIns="0" tIns="6308" rIns="0" bIns="0" rtlCol="0" anchor="t" anchorCtr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pc="-2" dirty="0">
                <a:solidFill>
                  <a:schemeClr val="tx1"/>
                </a:solidFill>
              </a:rPr>
              <a:t>Agrupamento -</a:t>
            </a:r>
            <a:r>
              <a:rPr spc="-28" dirty="0">
                <a:solidFill>
                  <a:schemeClr val="tx1"/>
                </a:solidFill>
              </a:rPr>
              <a:t> </a:t>
            </a:r>
            <a:r>
              <a:rPr spc="-2" dirty="0">
                <a:solidFill>
                  <a:schemeClr val="tx1"/>
                </a:solidFill>
              </a:rPr>
              <a:t>Clustering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FD689E5-AE52-0E6D-247B-EFE671CD8E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288131" y="195263"/>
            <a:ext cx="6725841" cy="365442"/>
          </a:xfrm>
        </p:spPr>
        <p:txBody>
          <a:bodyPr spcFirstLastPara="1" wrap="square" lIns="0" tIns="6308" rIns="0" bIns="0" rtlCol="0" anchor="t" anchorCtr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pc="-2" dirty="0">
                <a:solidFill>
                  <a:schemeClr val="tx1"/>
                </a:solidFill>
              </a:rPr>
              <a:t>Agrupamento -</a:t>
            </a:r>
            <a:r>
              <a:rPr spc="-28" dirty="0">
                <a:solidFill>
                  <a:schemeClr val="tx1"/>
                </a:solidFill>
              </a:rPr>
              <a:t> </a:t>
            </a:r>
            <a:r>
              <a:rPr spc="-2" dirty="0">
                <a:solidFill>
                  <a:schemeClr val="tx1"/>
                </a:solidFill>
              </a:rPr>
              <a:t>Clustering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2F1ECC3-2DC7-B897-1CED-364FDD817929}"/>
              </a:ext>
            </a:extLst>
          </p:cNvPr>
          <p:cNvSpPr txBox="1"/>
          <p:nvPr/>
        </p:nvSpPr>
        <p:spPr>
          <a:xfrm>
            <a:off x="2601516" y="1781175"/>
            <a:ext cx="4598194" cy="1826590"/>
          </a:xfrm>
          <a:prstGeom prst="rect">
            <a:avLst/>
          </a:prstGeom>
        </p:spPr>
        <p:txBody>
          <a:bodyPr lIns="0" tIns="56769" rIns="0" bIns="0">
            <a:spAutoFit/>
          </a:bodyPr>
          <a:lstStyle/>
          <a:p>
            <a:pPr marL="191893" indent="-185252">
              <a:spcBef>
                <a:spcPts val="447"/>
              </a:spcBef>
              <a:buFontTx/>
              <a:buChar char="•"/>
              <a:tabLst>
                <a:tab pos="191561" algn="l"/>
                <a:tab pos="192224" algn="l"/>
              </a:tabLst>
              <a:defRPr/>
            </a:pPr>
            <a:r>
              <a:rPr sz="1673" spc="-2" dirty="0"/>
              <a:t>Funções de Distância na abordagem</a:t>
            </a:r>
            <a:r>
              <a:rPr sz="1673" spc="-97" dirty="0"/>
              <a:t> </a:t>
            </a:r>
            <a:r>
              <a:rPr sz="1673" spc="-2" dirty="0"/>
              <a:t>Algébrica</a:t>
            </a:r>
            <a:endParaRPr sz="1673" dirty="0"/>
          </a:p>
          <a:p>
            <a:pPr marL="406361" lvl="1" indent="-154377">
              <a:spcBef>
                <a:spcPts val="343"/>
              </a:spcBef>
              <a:buFontTx/>
              <a:buChar char="–"/>
              <a:tabLst>
                <a:tab pos="406693" algn="l"/>
              </a:tabLst>
              <a:defRPr/>
            </a:pPr>
            <a:r>
              <a:rPr sz="1464" spc="-2" dirty="0"/>
              <a:t>Atributos</a:t>
            </a:r>
            <a:r>
              <a:rPr sz="1464" spc="-5" dirty="0"/>
              <a:t> </a:t>
            </a:r>
            <a:r>
              <a:rPr sz="1464" spc="-2" dirty="0"/>
              <a:t>Numéricos:</a:t>
            </a:r>
            <a:endParaRPr sz="1464" dirty="0"/>
          </a:p>
          <a:p>
            <a:pPr marL="620828" lvl="2" indent="-123833">
              <a:spcBef>
                <a:spcPts val="282"/>
              </a:spcBef>
              <a:buFontTx/>
              <a:buChar char="•"/>
              <a:tabLst>
                <a:tab pos="620497" algn="l"/>
                <a:tab pos="621161" algn="l"/>
              </a:tabLst>
              <a:defRPr/>
            </a:pPr>
            <a:r>
              <a:rPr sz="1255" spc="-2" dirty="0"/>
              <a:t>Distância</a:t>
            </a:r>
            <a:r>
              <a:rPr sz="1255" spc="-5" dirty="0"/>
              <a:t> </a:t>
            </a:r>
            <a:r>
              <a:rPr sz="1255" spc="-2" dirty="0"/>
              <a:t>Euclidiana</a:t>
            </a:r>
            <a:endParaRPr sz="1255" dirty="0"/>
          </a:p>
          <a:p>
            <a:pPr marL="406361" lvl="1" indent="-154377">
              <a:spcBef>
                <a:spcPts val="374"/>
              </a:spcBef>
              <a:buFontTx/>
              <a:buChar char="–"/>
              <a:tabLst>
                <a:tab pos="406693" algn="l"/>
              </a:tabLst>
              <a:defRPr/>
            </a:pPr>
            <a:r>
              <a:rPr sz="1464" spc="-2" dirty="0"/>
              <a:t>Atributos</a:t>
            </a:r>
            <a:r>
              <a:rPr sz="1464" spc="-5" dirty="0"/>
              <a:t> </a:t>
            </a:r>
            <a:r>
              <a:rPr sz="1464" spc="-2" dirty="0"/>
              <a:t>Nominais:</a:t>
            </a:r>
            <a:endParaRPr sz="1464" dirty="0"/>
          </a:p>
          <a:p>
            <a:pPr marL="620828" lvl="2" indent="-123833">
              <a:spcBef>
                <a:spcPts val="282"/>
              </a:spcBef>
              <a:buFontTx/>
              <a:buChar char="•"/>
              <a:tabLst>
                <a:tab pos="620497" algn="l"/>
                <a:tab pos="621161" algn="l"/>
              </a:tabLst>
              <a:defRPr/>
            </a:pPr>
            <a:r>
              <a:rPr sz="1255" spc="-2" dirty="0"/>
              <a:t>Simple Matching</a:t>
            </a:r>
            <a:r>
              <a:rPr sz="1255" spc="-74" dirty="0"/>
              <a:t> </a:t>
            </a:r>
            <a:r>
              <a:rPr sz="1255" spc="-2" dirty="0"/>
              <a:t>Approach</a:t>
            </a:r>
            <a:endParaRPr sz="1255" dirty="0"/>
          </a:p>
          <a:p>
            <a:pPr marL="406361" lvl="1" indent="-154377">
              <a:spcBef>
                <a:spcPts val="371"/>
              </a:spcBef>
              <a:buFontTx/>
              <a:buChar char="–"/>
              <a:tabLst>
                <a:tab pos="406693" algn="l"/>
              </a:tabLst>
              <a:defRPr/>
            </a:pPr>
            <a:r>
              <a:rPr sz="1464" spc="-2" dirty="0"/>
              <a:t>Relevância dos</a:t>
            </a:r>
            <a:r>
              <a:rPr sz="1464" spc="-86" dirty="0"/>
              <a:t> </a:t>
            </a:r>
            <a:r>
              <a:rPr sz="1464" spc="-2" dirty="0"/>
              <a:t>Atributos</a:t>
            </a:r>
            <a:endParaRPr sz="1464" dirty="0"/>
          </a:p>
          <a:p>
            <a:pPr marL="620828" lvl="2" indent="-123833">
              <a:spcBef>
                <a:spcPts val="282"/>
              </a:spcBef>
              <a:buFontTx/>
              <a:buChar char="•"/>
              <a:tabLst>
                <a:tab pos="620497" algn="l"/>
                <a:tab pos="621161" algn="l"/>
              </a:tabLst>
              <a:defRPr/>
            </a:pPr>
            <a:r>
              <a:rPr sz="1255" spc="-2" dirty="0"/>
              <a:t>Ponderação</a:t>
            </a:r>
            <a:endParaRPr sz="125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ítulo 1">
            <a:extLst>
              <a:ext uri="{FF2B5EF4-FFF2-40B4-BE49-F238E27FC236}">
                <a16:creationId xmlns:a16="http://schemas.microsoft.com/office/drawing/2014/main" id="{D3FF9899-7E70-67C2-0046-CE9AD9E6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812" y="195263"/>
            <a:ext cx="5454254" cy="378619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pc="-2" dirty="0" err="1"/>
              <a:t>Algoritmo</a:t>
            </a:r>
            <a:r>
              <a:rPr lang="en-US" spc="-2" dirty="0"/>
              <a:t> K-Means</a:t>
            </a:r>
            <a:r>
              <a:rPr lang="en-US" spc="-26" dirty="0"/>
              <a:t> </a:t>
            </a:r>
            <a:r>
              <a:rPr lang="en-US" spc="-2" dirty="0"/>
              <a:t>(K-</a:t>
            </a:r>
            <a:r>
              <a:rPr lang="en-US" spc="-2" dirty="0" err="1"/>
              <a:t>Médias</a:t>
            </a:r>
            <a:r>
              <a:rPr lang="en-US" spc="-2" dirty="0"/>
              <a:t>)</a:t>
            </a:r>
            <a:endParaRPr lang="pt-BR" altLang="en-US" dirty="0"/>
          </a:p>
        </p:txBody>
      </p:sp>
      <p:sp>
        <p:nvSpPr>
          <p:cNvPr id="39938" name="Espaço Reservado para Conteúdo 2">
            <a:extLst>
              <a:ext uri="{FF2B5EF4-FFF2-40B4-BE49-F238E27FC236}">
                <a16:creationId xmlns:a16="http://schemas.microsoft.com/office/drawing/2014/main" id="{35DAEA1E-DFA4-43BE-415C-63DED912F85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331119" y="1168004"/>
            <a:ext cx="6481763" cy="1350169"/>
          </a:xfrm>
        </p:spPr>
        <p:txBody>
          <a:bodyPr anchor="ctr"/>
          <a:lstStyle/>
          <a:p>
            <a:pPr algn="just"/>
            <a:r>
              <a:rPr lang="pt-BR" altLang="en-US"/>
              <a:t>Novo exercício:</a:t>
            </a:r>
          </a:p>
          <a:p>
            <a:pPr lvl="1" algn="just"/>
            <a:r>
              <a:rPr lang="pt-BR" altLang="en-US"/>
              <a:t>Como poderíamos organizar, de maneira orgânica, os personagens a seguir?</a:t>
            </a:r>
          </a:p>
        </p:txBody>
      </p:sp>
      <p:sp>
        <p:nvSpPr>
          <p:cNvPr id="39939" name="Espaço Reservado para Rodapé 3">
            <a:extLst>
              <a:ext uri="{FF2B5EF4-FFF2-40B4-BE49-F238E27FC236}">
                <a16:creationId xmlns:a16="http://schemas.microsoft.com/office/drawing/2014/main" id="{0B7963C8-6CCC-B99C-9F7C-F7666DDAE1B7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1828800" y="4629150"/>
            <a:ext cx="29718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5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  <p:pic>
        <p:nvPicPr>
          <p:cNvPr id="39940" name="Picture 2">
            <a:extLst>
              <a:ext uri="{FF2B5EF4-FFF2-40B4-BE49-F238E27FC236}">
                <a16:creationId xmlns:a16="http://schemas.microsoft.com/office/drawing/2014/main" id="{48EDB192-5552-373B-C4A3-12C0A47A63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678906"/>
            <a:ext cx="6858000" cy="192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ítulo 1">
            <a:extLst>
              <a:ext uri="{FF2B5EF4-FFF2-40B4-BE49-F238E27FC236}">
                <a16:creationId xmlns:a16="http://schemas.microsoft.com/office/drawing/2014/main" id="{1C331594-C606-2FD3-2634-3562D31DE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812" y="195263"/>
            <a:ext cx="5454254" cy="378619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pc="-2" dirty="0" err="1"/>
              <a:t>Algoritmo</a:t>
            </a:r>
            <a:r>
              <a:rPr lang="en-US" spc="-2" dirty="0"/>
              <a:t> K-Means</a:t>
            </a:r>
            <a:r>
              <a:rPr lang="en-US" spc="-26" dirty="0"/>
              <a:t> </a:t>
            </a:r>
            <a:r>
              <a:rPr lang="en-US" spc="-2" dirty="0"/>
              <a:t>(K-</a:t>
            </a:r>
            <a:r>
              <a:rPr lang="en-US" spc="-2" dirty="0" err="1"/>
              <a:t>Médias</a:t>
            </a:r>
            <a:r>
              <a:rPr lang="en-US" spc="-2" dirty="0"/>
              <a:t>)</a:t>
            </a:r>
            <a:endParaRPr lang="pt-BR" altLang="en-US" dirty="0"/>
          </a:p>
        </p:txBody>
      </p:sp>
      <p:sp>
        <p:nvSpPr>
          <p:cNvPr id="40962" name="Espaço Reservado para Conteúdo 2">
            <a:extLst>
              <a:ext uri="{FF2B5EF4-FFF2-40B4-BE49-F238E27FC236}">
                <a16:creationId xmlns:a16="http://schemas.microsoft.com/office/drawing/2014/main" id="{60DC24F8-F636-8EBE-EA88-CDEC6A11E06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331119" y="1168004"/>
            <a:ext cx="6481763" cy="760809"/>
          </a:xfrm>
        </p:spPr>
        <p:txBody>
          <a:bodyPr anchor="ctr"/>
          <a:lstStyle/>
          <a:p>
            <a:pPr algn="just"/>
            <a:r>
              <a:rPr lang="pt-BR" altLang="en-US"/>
              <a:t>Não é uma tarefa simples, não é verdade?</a:t>
            </a:r>
          </a:p>
        </p:txBody>
      </p:sp>
      <p:sp>
        <p:nvSpPr>
          <p:cNvPr id="40963" name="Espaço Reservado para Rodapé 3">
            <a:extLst>
              <a:ext uri="{FF2B5EF4-FFF2-40B4-BE49-F238E27FC236}">
                <a16:creationId xmlns:a16="http://schemas.microsoft.com/office/drawing/2014/main" id="{6388849A-2E81-3642-2777-AE96EAAF50A1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1828800" y="4629150"/>
            <a:ext cx="2971800" cy="34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Font typeface="Arial" panose="020B0604020202020204" pitchFamily="34" charset="0"/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Font typeface="Arial" panose="020B0604020202020204" pitchFamily="34" charset="0"/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050">
              <a:solidFill>
                <a:schemeClr val="tx2"/>
              </a:solidFill>
              <a:latin typeface="Calibri" panose="020F0502020204030204" pitchFamily="34" charset="0"/>
            </a:endParaRPr>
          </a:p>
        </p:txBody>
      </p:sp>
      <p:pic>
        <p:nvPicPr>
          <p:cNvPr id="40964" name="Picture 2">
            <a:extLst>
              <a:ext uri="{FF2B5EF4-FFF2-40B4-BE49-F238E27FC236}">
                <a16:creationId xmlns:a16="http://schemas.microsoft.com/office/drawing/2014/main" id="{9157C403-FC6A-4638-3A53-88297F9B3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3" y="2143125"/>
            <a:ext cx="1496616" cy="1875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3">
            <a:extLst>
              <a:ext uri="{FF2B5EF4-FFF2-40B4-BE49-F238E27FC236}">
                <a16:creationId xmlns:a16="http://schemas.microsoft.com/office/drawing/2014/main" id="{176988F9-B5A4-47FD-955C-CA1A3AE90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13" y="2196704"/>
            <a:ext cx="1359694" cy="1821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6" name="Picture 5">
            <a:extLst>
              <a:ext uri="{FF2B5EF4-FFF2-40B4-BE49-F238E27FC236}">
                <a16:creationId xmlns:a16="http://schemas.microsoft.com/office/drawing/2014/main" id="{F11FBF5B-50F7-EB16-1F7D-87D7780DA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735" y="2196704"/>
            <a:ext cx="1207294" cy="1850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7" name="Picture 6">
            <a:extLst>
              <a:ext uri="{FF2B5EF4-FFF2-40B4-BE49-F238E27FC236}">
                <a16:creationId xmlns:a16="http://schemas.microsoft.com/office/drawing/2014/main" id="{C73FF723-3ECF-E1E0-8105-48FC66B23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9344" y="2250282"/>
            <a:ext cx="1377554" cy="1732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object 3">
            <a:extLst>
              <a:ext uri="{FF2B5EF4-FFF2-40B4-BE49-F238E27FC236}">
                <a16:creationId xmlns:a16="http://schemas.microsoft.com/office/drawing/2014/main" id="{3B04A746-B08D-C7B5-E5BE-66E3CE5D1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5544" y="1575197"/>
            <a:ext cx="4710113" cy="2819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54445" rIns="0" bIns="0">
            <a:spAutoFit/>
          </a:bodyPr>
          <a:lstStyle>
            <a:lvl1pPr marL="7938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431"/>
              </a:spcBef>
              <a:buNone/>
            </a:pPr>
            <a:r>
              <a:rPr lang="en-US" altLang="en-US" sz="1650"/>
              <a:t>Dados Numéricos</a:t>
            </a:r>
          </a:p>
          <a:p>
            <a:pPr>
              <a:lnSpc>
                <a:spcPts val="2006"/>
              </a:lnSpc>
              <a:spcBef>
                <a:spcPts val="375"/>
              </a:spcBef>
              <a:buFontTx/>
              <a:buAutoNum type="arabicParenR"/>
            </a:pPr>
            <a:r>
              <a:rPr lang="en-US" altLang="en-US" sz="1650"/>
              <a:t>Defina	(aleatoriamente)	um	número	K	de</a:t>
            </a:r>
          </a:p>
          <a:p>
            <a:pPr>
              <a:lnSpc>
                <a:spcPts val="2006"/>
              </a:lnSpc>
              <a:spcBef>
                <a:spcPct val="0"/>
              </a:spcBef>
              <a:buNone/>
            </a:pPr>
            <a:r>
              <a:rPr lang="en-US" altLang="en-US" sz="1650"/>
              <a:t>“centroides”</a:t>
            </a:r>
          </a:p>
          <a:p>
            <a:pPr>
              <a:lnSpc>
                <a:spcPts val="2006"/>
              </a:lnSpc>
              <a:spcBef>
                <a:spcPts val="450"/>
              </a:spcBef>
              <a:buFontTx/>
              <a:buAutoNum type="arabicParenR" startAt="2"/>
            </a:pPr>
            <a:r>
              <a:rPr lang="en-US" altLang="en-US" sz="1650"/>
              <a:t>Para	cada	instância,	determine	o	centróide  mais próximo e assinale seu grupo</a:t>
            </a:r>
          </a:p>
          <a:p>
            <a:pPr>
              <a:lnSpc>
                <a:spcPts val="2006"/>
              </a:lnSpc>
              <a:spcBef>
                <a:spcPts val="431"/>
              </a:spcBef>
              <a:buFontTx/>
              <a:buAutoNum type="arabicParenR" startAt="2"/>
            </a:pPr>
            <a:r>
              <a:rPr lang="en-US" altLang="en-US" sz="1650"/>
              <a:t>Redefina os “centroides” pela média de cada  grupo</a:t>
            </a:r>
          </a:p>
          <a:p>
            <a:pPr>
              <a:spcBef>
                <a:spcPts val="310"/>
              </a:spcBef>
              <a:buFontTx/>
              <a:buAutoNum type="arabicParenR" startAt="2"/>
            </a:pPr>
            <a:r>
              <a:rPr lang="en-US" altLang="en-US" sz="1650"/>
              <a:t>Repita os passos 2 e 3 até a convergência</a:t>
            </a: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B5B5700C-DA0D-F1B3-D512-C6912E61E6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19" y="195263"/>
            <a:ext cx="6725841" cy="365442"/>
          </a:xfrm>
        </p:spPr>
        <p:txBody>
          <a:bodyPr spcFirstLastPara="1" wrap="square" lIns="0" tIns="6308" rIns="0" bIns="0" rtlCol="0" anchor="t" anchorCtr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pc="-2" dirty="0">
                <a:solidFill>
                  <a:schemeClr val="tx1"/>
                </a:solidFill>
              </a:rPr>
              <a:t>Algoritmo K-Means</a:t>
            </a:r>
            <a:r>
              <a:rPr spc="-26" dirty="0">
                <a:solidFill>
                  <a:schemeClr val="tx1"/>
                </a:solidFill>
              </a:rPr>
              <a:t> </a:t>
            </a:r>
            <a:r>
              <a:rPr spc="-2" dirty="0">
                <a:solidFill>
                  <a:schemeClr val="tx1"/>
                </a:solidFill>
              </a:rPr>
              <a:t>(K-Médias)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09" name="Agrupar 48">
            <a:extLst>
              <a:ext uri="{FF2B5EF4-FFF2-40B4-BE49-F238E27FC236}">
                <a16:creationId xmlns:a16="http://schemas.microsoft.com/office/drawing/2014/main" id="{E6951ACE-C3F1-AB73-6633-D15CBC55B75D}"/>
              </a:ext>
            </a:extLst>
          </p:cNvPr>
          <p:cNvGrpSpPr>
            <a:grpSpLocks/>
          </p:cNvGrpSpPr>
          <p:nvPr/>
        </p:nvGrpSpPr>
        <p:grpSpPr bwMode="auto">
          <a:xfrm>
            <a:off x="1332310" y="1534716"/>
            <a:ext cx="5308997" cy="2881064"/>
            <a:chOff x="102870" y="814771"/>
            <a:chExt cx="7078407" cy="3840257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A0DAF280-E318-E042-26F2-A0A81391AE35}"/>
                </a:ext>
              </a:extLst>
            </p:cNvPr>
            <p:cNvSpPr txBox="1"/>
            <p:nvPr/>
          </p:nvSpPr>
          <p:spPr>
            <a:xfrm>
              <a:off x="1433147" y="814771"/>
              <a:ext cx="912779" cy="308824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1464" spc="-2" dirty="0"/>
                <a:t>Passo</a:t>
              </a:r>
              <a:r>
                <a:rPr sz="1464" spc="-42" dirty="0"/>
                <a:t> </a:t>
              </a:r>
              <a:r>
                <a:rPr sz="1464" spc="-2" dirty="0"/>
                <a:t>1</a:t>
              </a:r>
              <a:endParaRPr sz="1464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44BB583-8D93-3C61-F457-4F16E6CD9C5A}"/>
                </a:ext>
              </a:extLst>
            </p:cNvPr>
            <p:cNvSpPr/>
            <p:nvPr/>
          </p:nvSpPr>
          <p:spPr>
            <a:xfrm>
              <a:off x="3609531" y="3479377"/>
              <a:ext cx="112709" cy="12061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32563B2-7EC8-1A2D-946B-9C07999F560F}"/>
                </a:ext>
              </a:extLst>
            </p:cNvPr>
            <p:cNvSpPr/>
            <p:nvPr/>
          </p:nvSpPr>
          <p:spPr>
            <a:xfrm>
              <a:off x="3715890" y="3650775"/>
              <a:ext cx="112708" cy="12061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92FA5A5E-6C54-A23C-4931-5A4E745B317D}"/>
                </a:ext>
              </a:extLst>
            </p:cNvPr>
            <p:cNvSpPr/>
            <p:nvPr/>
          </p:nvSpPr>
          <p:spPr>
            <a:xfrm>
              <a:off x="3555558" y="3822173"/>
              <a:ext cx="114296" cy="12061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DDD3D469-C438-E55F-D83F-9D53B91B5F77}"/>
                </a:ext>
              </a:extLst>
            </p:cNvPr>
            <p:cNvSpPr/>
            <p:nvPr/>
          </p:nvSpPr>
          <p:spPr>
            <a:xfrm>
              <a:off x="3396813" y="3307979"/>
              <a:ext cx="112709" cy="12061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C8383240-3AE8-B4C4-4245-2B8FD9C7C0D5}"/>
                </a:ext>
              </a:extLst>
            </p:cNvPr>
            <p:cNvSpPr/>
            <p:nvPr/>
          </p:nvSpPr>
          <p:spPr>
            <a:xfrm>
              <a:off x="3396813" y="1538452"/>
              <a:ext cx="112709" cy="12061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E12F2D91-6818-A114-D201-2ADB31B032F1}"/>
                </a:ext>
              </a:extLst>
            </p:cNvPr>
            <p:cNvSpPr/>
            <p:nvPr/>
          </p:nvSpPr>
          <p:spPr>
            <a:xfrm>
              <a:off x="3396813" y="2679519"/>
              <a:ext cx="112709" cy="1222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47E5E77F-EEE3-937F-EA75-AE462591B5F5}"/>
                </a:ext>
              </a:extLst>
            </p:cNvPr>
            <p:cNvSpPr/>
            <p:nvPr/>
          </p:nvSpPr>
          <p:spPr>
            <a:xfrm>
              <a:off x="3396813" y="3822173"/>
              <a:ext cx="112709" cy="12061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86DEEEAE-AAEC-4ABB-695E-19F477320578}"/>
                </a:ext>
              </a:extLst>
            </p:cNvPr>
            <p:cNvSpPr/>
            <p:nvPr/>
          </p:nvSpPr>
          <p:spPr>
            <a:xfrm>
              <a:off x="3077738" y="3079448"/>
              <a:ext cx="112708" cy="12061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6D802952-FB33-C484-7ED1-AC0C018DE6ED}"/>
                </a:ext>
              </a:extLst>
            </p:cNvPr>
            <p:cNvSpPr/>
            <p:nvPr/>
          </p:nvSpPr>
          <p:spPr>
            <a:xfrm>
              <a:off x="4568346" y="2850917"/>
              <a:ext cx="112709" cy="12220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26DE4D3F-AC90-D254-75F3-71E1BCA0616E}"/>
                </a:ext>
              </a:extLst>
            </p:cNvPr>
            <p:cNvSpPr/>
            <p:nvPr/>
          </p:nvSpPr>
          <p:spPr>
            <a:xfrm>
              <a:off x="6058955" y="1367054"/>
              <a:ext cx="114296" cy="12061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5833EB8F-5353-7DFB-DB26-67FF1CB3D0EF}"/>
                </a:ext>
              </a:extLst>
            </p:cNvPr>
            <p:cNvSpPr/>
            <p:nvPr/>
          </p:nvSpPr>
          <p:spPr>
            <a:xfrm>
              <a:off x="6382794" y="1427361"/>
              <a:ext cx="106358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14"/>
                  </a:lnTo>
                  <a:lnTo>
                    <a:pt x="76403" y="163817"/>
                  </a:lnTo>
                  <a:lnTo>
                    <a:pt x="152806" y="81914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CD665F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1FF464F5-8BC1-40CC-EFEF-8F6826F79F82}"/>
                </a:ext>
              </a:extLst>
            </p:cNvPr>
            <p:cNvSpPr/>
            <p:nvPr/>
          </p:nvSpPr>
          <p:spPr>
            <a:xfrm>
              <a:off x="6382794" y="1427361"/>
              <a:ext cx="106358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027D63CB-D9CA-CB26-C102-F57C23FE26F2}"/>
                </a:ext>
              </a:extLst>
            </p:cNvPr>
            <p:cNvSpPr/>
            <p:nvPr/>
          </p:nvSpPr>
          <p:spPr>
            <a:xfrm>
              <a:off x="6276435" y="1541626"/>
              <a:ext cx="106359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14"/>
                  </a:lnTo>
                  <a:lnTo>
                    <a:pt x="76403" y="163829"/>
                  </a:lnTo>
                  <a:lnTo>
                    <a:pt x="152806" y="81914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CD665F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2763C817-84B5-A917-E87F-5E0189A0B230}"/>
                </a:ext>
              </a:extLst>
            </p:cNvPr>
            <p:cNvSpPr/>
            <p:nvPr/>
          </p:nvSpPr>
          <p:spPr>
            <a:xfrm>
              <a:off x="6276435" y="1541626"/>
              <a:ext cx="106359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A9906821-5F22-0295-1422-48F0BF87FA99}"/>
                </a:ext>
              </a:extLst>
            </p:cNvPr>
            <p:cNvSpPr/>
            <p:nvPr/>
          </p:nvSpPr>
          <p:spPr>
            <a:xfrm>
              <a:off x="6168488" y="1655892"/>
              <a:ext cx="107946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02"/>
                  </a:lnTo>
                  <a:lnTo>
                    <a:pt x="76403" y="163817"/>
                  </a:lnTo>
                  <a:lnTo>
                    <a:pt x="152806" y="81902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CD665F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786DB822-C7E0-463D-2631-FD50772477C8}"/>
                </a:ext>
              </a:extLst>
            </p:cNvPr>
            <p:cNvSpPr/>
            <p:nvPr/>
          </p:nvSpPr>
          <p:spPr>
            <a:xfrm>
              <a:off x="6168488" y="1655892"/>
              <a:ext cx="107946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5BD9AE20-EF10-D590-506C-2ECDD45D0781}"/>
                </a:ext>
              </a:extLst>
            </p:cNvPr>
            <p:cNvSpPr/>
            <p:nvPr/>
          </p:nvSpPr>
          <p:spPr>
            <a:xfrm>
              <a:off x="6382794" y="1770157"/>
              <a:ext cx="106358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14"/>
                  </a:lnTo>
                  <a:lnTo>
                    <a:pt x="76403" y="163817"/>
                  </a:lnTo>
                  <a:lnTo>
                    <a:pt x="152806" y="81914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CD665F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F656E091-9DE4-4EBA-D135-BDFCF6CAF170}"/>
                </a:ext>
              </a:extLst>
            </p:cNvPr>
            <p:cNvSpPr/>
            <p:nvPr/>
          </p:nvSpPr>
          <p:spPr>
            <a:xfrm>
              <a:off x="6382794" y="1770157"/>
              <a:ext cx="106358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91325488-1184-F5C2-EB69-AB35806462A5}"/>
                </a:ext>
              </a:extLst>
            </p:cNvPr>
            <p:cNvSpPr/>
            <p:nvPr/>
          </p:nvSpPr>
          <p:spPr>
            <a:xfrm>
              <a:off x="6592336" y="2052647"/>
              <a:ext cx="112708" cy="12061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7EBD4B39-59C8-E8AD-16F4-19B37A7CBE25}"/>
                </a:ext>
              </a:extLst>
            </p:cNvPr>
            <p:cNvSpPr/>
            <p:nvPr/>
          </p:nvSpPr>
          <p:spPr>
            <a:xfrm>
              <a:off x="5366830" y="1367054"/>
              <a:ext cx="112708" cy="12061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AB8BE21E-CC7A-832A-C78D-C8E1360FDC48}"/>
                </a:ext>
              </a:extLst>
            </p:cNvPr>
            <p:cNvSpPr/>
            <p:nvPr/>
          </p:nvSpPr>
          <p:spPr>
            <a:xfrm>
              <a:off x="5579548" y="2452576"/>
              <a:ext cx="114296" cy="12061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42840DA8-1E65-C7BB-4E63-191DFDDC7DD9}"/>
                </a:ext>
              </a:extLst>
            </p:cNvPr>
            <p:cNvSpPr/>
            <p:nvPr/>
          </p:nvSpPr>
          <p:spPr>
            <a:xfrm>
              <a:off x="5579548" y="3593643"/>
              <a:ext cx="114296" cy="12061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C7FD151A-9459-91E8-0F56-6E9DE94D4CC4}"/>
                </a:ext>
              </a:extLst>
            </p:cNvPr>
            <p:cNvSpPr/>
            <p:nvPr/>
          </p:nvSpPr>
          <p:spPr>
            <a:xfrm>
              <a:off x="5846238" y="3822173"/>
              <a:ext cx="112708" cy="12061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7A2468A0-70E4-48DC-BE9F-F0F12BA4F0B0}"/>
                </a:ext>
              </a:extLst>
            </p:cNvPr>
            <p:cNvSpPr/>
            <p:nvPr/>
          </p:nvSpPr>
          <p:spPr>
            <a:xfrm>
              <a:off x="6112928" y="3250846"/>
              <a:ext cx="112708" cy="12061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B7CBDC29-A946-A94D-3C1C-7D50C6699BBE}"/>
                </a:ext>
              </a:extLst>
            </p:cNvPr>
            <p:cNvSpPr/>
            <p:nvPr/>
          </p:nvSpPr>
          <p:spPr>
            <a:xfrm>
              <a:off x="5527162" y="2793784"/>
              <a:ext cx="112709" cy="12220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099B142A-5488-FB66-CA0C-224903037B40}"/>
                </a:ext>
              </a:extLst>
            </p:cNvPr>
            <p:cNvSpPr/>
            <p:nvPr/>
          </p:nvSpPr>
          <p:spPr>
            <a:xfrm>
              <a:off x="4993781" y="3136581"/>
              <a:ext cx="114296" cy="12061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E85D3ED8-7C4B-FB28-A761-25877FF5AA9B}"/>
                </a:ext>
              </a:extLst>
            </p:cNvPr>
            <p:cNvSpPr/>
            <p:nvPr/>
          </p:nvSpPr>
          <p:spPr>
            <a:xfrm>
              <a:off x="6379619" y="3479377"/>
              <a:ext cx="112708" cy="12061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ABAE9903-D38A-B55D-B52B-A3BC4AEF89D1}"/>
                </a:ext>
              </a:extLst>
            </p:cNvPr>
            <p:cNvSpPr/>
            <p:nvPr/>
          </p:nvSpPr>
          <p:spPr>
            <a:xfrm>
              <a:off x="6271673" y="3765041"/>
              <a:ext cx="114296" cy="12061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37CE0446-71B5-AAB5-82FC-B4B10F3C0351}"/>
                </a:ext>
              </a:extLst>
            </p:cNvPr>
            <p:cNvSpPr/>
            <p:nvPr/>
          </p:nvSpPr>
          <p:spPr>
            <a:xfrm>
              <a:off x="6165314" y="3022315"/>
              <a:ext cx="114296" cy="12061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EED2864E-6AAA-EDD9-7F9E-E84356038D9A}"/>
                </a:ext>
              </a:extLst>
            </p:cNvPr>
            <p:cNvSpPr/>
            <p:nvPr/>
          </p:nvSpPr>
          <p:spPr>
            <a:xfrm>
              <a:off x="6592336" y="3936439"/>
              <a:ext cx="112708" cy="12061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70A94CC3-E174-D3FF-32F1-AC8760CEA651}"/>
                </a:ext>
              </a:extLst>
            </p:cNvPr>
            <p:cNvSpPr/>
            <p:nvPr/>
          </p:nvSpPr>
          <p:spPr>
            <a:xfrm>
              <a:off x="6006569" y="1938381"/>
              <a:ext cx="112709" cy="12061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BC67566E-8138-1646-9F34-43AE7509C7F8}"/>
                </a:ext>
              </a:extLst>
            </p:cNvPr>
            <p:cNvSpPr/>
            <p:nvPr/>
          </p:nvSpPr>
          <p:spPr>
            <a:xfrm>
              <a:off x="4465163" y="1713024"/>
              <a:ext cx="160331" cy="17139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2C6B2F80-FFD7-3986-96FE-E4CD09F216EE}"/>
                </a:ext>
              </a:extLst>
            </p:cNvPr>
            <p:cNvSpPr/>
            <p:nvPr/>
          </p:nvSpPr>
          <p:spPr>
            <a:xfrm>
              <a:off x="4465163" y="1713024"/>
              <a:ext cx="160331" cy="171398"/>
            </a:xfrm>
            <a:custGeom>
              <a:avLst/>
              <a:gdLst/>
              <a:ahLst/>
              <a:cxnLst/>
              <a:rect l="l" t="t" r="r" b="b"/>
              <a:pathLst>
                <a:path w="229235" h="245744">
                  <a:moveTo>
                    <a:pt x="0" y="122866"/>
                  </a:moveTo>
                  <a:lnTo>
                    <a:pt x="9005" y="75041"/>
                  </a:lnTo>
                  <a:lnTo>
                    <a:pt x="33565" y="35986"/>
                  </a:lnTo>
                  <a:lnTo>
                    <a:pt x="69992" y="9655"/>
                  </a:lnTo>
                  <a:lnTo>
                    <a:pt x="114600" y="0"/>
                  </a:lnTo>
                  <a:lnTo>
                    <a:pt x="159208" y="9655"/>
                  </a:lnTo>
                  <a:lnTo>
                    <a:pt x="195636" y="35986"/>
                  </a:lnTo>
                  <a:lnTo>
                    <a:pt x="220196" y="75041"/>
                  </a:lnTo>
                  <a:lnTo>
                    <a:pt x="229201" y="122866"/>
                  </a:lnTo>
                  <a:lnTo>
                    <a:pt x="220196" y="170691"/>
                  </a:lnTo>
                  <a:lnTo>
                    <a:pt x="195636" y="209746"/>
                  </a:lnTo>
                  <a:lnTo>
                    <a:pt x="159208" y="236077"/>
                  </a:lnTo>
                  <a:lnTo>
                    <a:pt x="114600" y="245733"/>
                  </a:lnTo>
                  <a:lnTo>
                    <a:pt x="69992" y="236077"/>
                  </a:lnTo>
                  <a:lnTo>
                    <a:pt x="33565" y="209746"/>
                  </a:lnTo>
                  <a:lnTo>
                    <a:pt x="9005" y="170691"/>
                  </a:lnTo>
                  <a:lnTo>
                    <a:pt x="0" y="122866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FF7CB434-85FD-20CB-76D0-D22AED25CCB5}"/>
                </a:ext>
              </a:extLst>
            </p:cNvPr>
            <p:cNvSpPr txBox="1"/>
            <p:nvPr/>
          </p:nvSpPr>
          <p:spPr>
            <a:xfrm>
              <a:off x="4627083" y="1792375"/>
              <a:ext cx="150807" cy="212160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spc="-53" dirty="0">
                  <a:latin typeface="Trebuchet MS"/>
                  <a:cs typeface="Trebuchet MS"/>
                </a:rPr>
                <a:t>k</a:t>
              </a:r>
              <a:r>
                <a:rPr sz="980" spc="-11" baseline="-20000" dirty="0">
                  <a:latin typeface="Trebuchet MS"/>
                  <a:cs typeface="Trebuchet MS"/>
                </a:rPr>
                <a:t>1</a:t>
              </a:r>
              <a:endParaRPr sz="980" baseline="-20000">
                <a:latin typeface="Trebuchet MS"/>
                <a:cs typeface="Trebuchet MS"/>
              </a:endParaRPr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8A050B25-0475-F2D3-2F98-5724C24E09C6}"/>
                </a:ext>
              </a:extLst>
            </p:cNvPr>
            <p:cNvSpPr/>
            <p:nvPr/>
          </p:nvSpPr>
          <p:spPr>
            <a:xfrm>
              <a:off x="3931782" y="2570015"/>
              <a:ext cx="160331" cy="1713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62A86CF8-FCAF-263A-540A-7CB741A91DB5}"/>
                </a:ext>
              </a:extLst>
            </p:cNvPr>
            <p:cNvSpPr/>
            <p:nvPr/>
          </p:nvSpPr>
          <p:spPr>
            <a:xfrm>
              <a:off x="3931782" y="2570015"/>
              <a:ext cx="160331" cy="171398"/>
            </a:xfrm>
            <a:custGeom>
              <a:avLst/>
              <a:gdLst/>
              <a:ahLst/>
              <a:cxnLst/>
              <a:rect l="l" t="t" r="r" b="b"/>
              <a:pathLst>
                <a:path w="229235" h="245745">
                  <a:moveTo>
                    <a:pt x="0" y="122866"/>
                  </a:moveTo>
                  <a:lnTo>
                    <a:pt x="9005" y="75041"/>
                  </a:lnTo>
                  <a:lnTo>
                    <a:pt x="33565" y="35986"/>
                  </a:lnTo>
                  <a:lnTo>
                    <a:pt x="69993" y="9655"/>
                  </a:lnTo>
                  <a:lnTo>
                    <a:pt x="114600" y="0"/>
                  </a:lnTo>
                  <a:lnTo>
                    <a:pt x="159209" y="9655"/>
                  </a:lnTo>
                  <a:lnTo>
                    <a:pt x="195636" y="35986"/>
                  </a:lnTo>
                  <a:lnTo>
                    <a:pt x="220196" y="75041"/>
                  </a:lnTo>
                  <a:lnTo>
                    <a:pt x="229202" y="122866"/>
                  </a:lnTo>
                  <a:lnTo>
                    <a:pt x="220196" y="170691"/>
                  </a:lnTo>
                  <a:lnTo>
                    <a:pt x="195636" y="209746"/>
                  </a:lnTo>
                  <a:lnTo>
                    <a:pt x="159209" y="236077"/>
                  </a:lnTo>
                  <a:lnTo>
                    <a:pt x="114600" y="245733"/>
                  </a:lnTo>
                  <a:lnTo>
                    <a:pt x="69993" y="236077"/>
                  </a:lnTo>
                  <a:lnTo>
                    <a:pt x="33565" y="209746"/>
                  </a:lnTo>
                  <a:lnTo>
                    <a:pt x="9005" y="170691"/>
                  </a:lnTo>
                  <a:lnTo>
                    <a:pt x="0" y="122866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2013A40C-8C28-0ED0-B8E2-6F9CF671FF2F}"/>
                </a:ext>
              </a:extLst>
            </p:cNvPr>
            <p:cNvSpPr txBox="1"/>
            <p:nvPr/>
          </p:nvSpPr>
          <p:spPr>
            <a:xfrm>
              <a:off x="4093701" y="2649365"/>
              <a:ext cx="150807" cy="212160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spc="-53" dirty="0">
                  <a:latin typeface="Trebuchet MS"/>
                  <a:cs typeface="Trebuchet MS"/>
                </a:rPr>
                <a:t>k</a:t>
              </a:r>
              <a:r>
                <a:rPr sz="980" spc="-11" baseline="-20000" dirty="0">
                  <a:latin typeface="Trebuchet MS"/>
                  <a:cs typeface="Trebuchet MS"/>
                </a:rPr>
                <a:t>2</a:t>
              </a:r>
              <a:endParaRPr sz="980" baseline="-20000">
                <a:latin typeface="Trebuchet MS"/>
                <a:cs typeface="Trebuchet MS"/>
              </a:endParaRPr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10D645A4-989D-BE49-DABF-A2A52E0D3D9F}"/>
                </a:ext>
              </a:extLst>
            </p:cNvPr>
            <p:cNvSpPr/>
            <p:nvPr/>
          </p:nvSpPr>
          <p:spPr>
            <a:xfrm>
              <a:off x="5370005" y="3768215"/>
              <a:ext cx="160331" cy="17139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0289ED63-84C4-D9C3-5718-937A16203B77}"/>
                </a:ext>
              </a:extLst>
            </p:cNvPr>
            <p:cNvSpPr/>
            <p:nvPr/>
          </p:nvSpPr>
          <p:spPr>
            <a:xfrm>
              <a:off x="5370005" y="3768215"/>
              <a:ext cx="160331" cy="171398"/>
            </a:xfrm>
            <a:custGeom>
              <a:avLst/>
              <a:gdLst/>
              <a:ahLst/>
              <a:cxnLst/>
              <a:rect l="l" t="t" r="r" b="b"/>
              <a:pathLst>
                <a:path w="229235" h="245745">
                  <a:moveTo>
                    <a:pt x="0" y="122866"/>
                  </a:moveTo>
                  <a:lnTo>
                    <a:pt x="9005" y="75041"/>
                  </a:lnTo>
                  <a:lnTo>
                    <a:pt x="33565" y="35986"/>
                  </a:lnTo>
                  <a:lnTo>
                    <a:pt x="69993" y="9655"/>
                  </a:lnTo>
                  <a:lnTo>
                    <a:pt x="114600" y="0"/>
                  </a:lnTo>
                  <a:lnTo>
                    <a:pt x="159209" y="9655"/>
                  </a:lnTo>
                  <a:lnTo>
                    <a:pt x="195636" y="35986"/>
                  </a:lnTo>
                  <a:lnTo>
                    <a:pt x="220196" y="75041"/>
                  </a:lnTo>
                  <a:lnTo>
                    <a:pt x="229202" y="122866"/>
                  </a:lnTo>
                  <a:lnTo>
                    <a:pt x="220196" y="170691"/>
                  </a:lnTo>
                  <a:lnTo>
                    <a:pt x="195636" y="209746"/>
                  </a:lnTo>
                  <a:lnTo>
                    <a:pt x="159209" y="236077"/>
                  </a:lnTo>
                  <a:lnTo>
                    <a:pt x="114600" y="245733"/>
                  </a:lnTo>
                  <a:lnTo>
                    <a:pt x="69993" y="236077"/>
                  </a:lnTo>
                  <a:lnTo>
                    <a:pt x="33565" y="209746"/>
                  </a:lnTo>
                  <a:lnTo>
                    <a:pt x="9005" y="170691"/>
                  </a:lnTo>
                  <a:lnTo>
                    <a:pt x="0" y="122866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7178E267-7C63-ED73-6AE3-68712ECD2F5C}"/>
                </a:ext>
              </a:extLst>
            </p:cNvPr>
            <p:cNvSpPr txBox="1"/>
            <p:nvPr/>
          </p:nvSpPr>
          <p:spPr>
            <a:xfrm>
              <a:off x="5531925" y="3849153"/>
              <a:ext cx="150807" cy="212160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spc="-53" dirty="0">
                  <a:latin typeface="Trebuchet MS"/>
                  <a:cs typeface="Trebuchet MS"/>
                </a:rPr>
                <a:t>k</a:t>
              </a:r>
              <a:r>
                <a:rPr sz="980" spc="-11" baseline="-20000" dirty="0">
                  <a:latin typeface="Trebuchet MS"/>
                  <a:cs typeface="Trebuchet MS"/>
                </a:rPr>
                <a:t>3</a:t>
              </a:r>
              <a:endParaRPr sz="980" baseline="-20000">
                <a:latin typeface="Trebuchet MS"/>
                <a:cs typeface="Trebuchet MS"/>
              </a:endParaRPr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F6E4E3F7-6653-C5E4-94F0-A4521CD78210}"/>
                </a:ext>
              </a:extLst>
            </p:cNvPr>
            <p:cNvSpPr/>
            <p:nvPr/>
          </p:nvSpPr>
          <p:spPr>
            <a:xfrm>
              <a:off x="3026940" y="1084564"/>
              <a:ext cx="0" cy="3140712"/>
            </a:xfrm>
            <a:custGeom>
              <a:avLst/>
              <a:gdLst/>
              <a:ahLst/>
              <a:cxnLst/>
              <a:rect l="l" t="t" r="r" b="b"/>
              <a:pathLst>
                <a:path h="4505325">
                  <a:moveTo>
                    <a:pt x="0" y="0"/>
                  </a:moveTo>
                  <a:lnTo>
                    <a:pt x="0" y="4505102"/>
                  </a:lnTo>
                </a:path>
              </a:pathLst>
            </a:custGeom>
            <a:ln w="9512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BE108640-D9C7-3665-DD35-4D773CB9405A}"/>
                </a:ext>
              </a:extLst>
            </p:cNvPr>
            <p:cNvSpPr/>
            <p:nvPr/>
          </p:nvSpPr>
          <p:spPr>
            <a:xfrm>
              <a:off x="3026940" y="4225277"/>
              <a:ext cx="4154337" cy="0"/>
            </a:xfrm>
            <a:custGeom>
              <a:avLst/>
              <a:gdLst/>
              <a:ahLst/>
              <a:cxnLst/>
              <a:rect l="l" t="t" r="r" b="b"/>
              <a:pathLst>
                <a:path w="5959475">
                  <a:moveTo>
                    <a:pt x="0" y="0"/>
                  </a:moveTo>
                  <a:lnTo>
                    <a:pt x="5959224" y="0"/>
                  </a:lnTo>
                </a:path>
              </a:pathLst>
            </a:custGeom>
            <a:ln w="9514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3054" name="object 46">
              <a:extLst>
                <a:ext uri="{FF2B5EF4-FFF2-40B4-BE49-F238E27FC236}">
                  <a16:creationId xmlns:a16="http://schemas.microsoft.com/office/drawing/2014/main" id="{9FD685A8-E34D-996A-AA2C-145B358B43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870" y="2109779"/>
              <a:ext cx="2712939" cy="1156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6308" rIns="0" bIns="0">
              <a:spAutoFit/>
            </a:bodyPr>
            <a:lstStyle>
              <a:lvl1pPr marL="952500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ts val="47"/>
                </a:spcBef>
                <a:buNone/>
              </a:pPr>
              <a:r>
                <a:rPr lang="en-US" alt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  <a:p>
              <a:pPr>
                <a:lnSpc>
                  <a:spcPct val="99000"/>
                </a:lnSpc>
                <a:spcBef>
                  <a:spcPts val="1031"/>
                </a:spcBef>
                <a:buNone/>
              </a:pPr>
              <a:r>
                <a:rPr lang="en-US" alt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Inicie com 3  centroides  aleatórios</a:t>
              </a:r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2950B417-0207-72B9-7764-DB3A5B73378F}"/>
                </a:ext>
              </a:extLst>
            </p:cNvPr>
            <p:cNvSpPr txBox="1"/>
            <p:nvPr/>
          </p:nvSpPr>
          <p:spPr>
            <a:xfrm>
              <a:off x="4987431" y="4415719"/>
              <a:ext cx="171444" cy="239309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6640">
                <a:lnSpc>
                  <a:spcPts val="1420"/>
                </a:lnSpc>
                <a:defRPr/>
              </a:pPr>
              <a:r>
                <a:rPr sz="1255" spc="-2" dirty="0">
                  <a:latin typeface="Times New Roman"/>
                  <a:cs typeface="Times New Roman"/>
                </a:rPr>
                <a:t>X</a:t>
              </a:r>
              <a:endParaRPr sz="1255">
                <a:latin typeface="Times New Roman"/>
                <a:cs typeface="Times New Roman"/>
              </a:endParaRPr>
            </a:p>
          </p:txBody>
        </p:sp>
      </p:grpSp>
      <p:sp>
        <p:nvSpPr>
          <p:cNvPr id="51" name="object 2">
            <a:extLst>
              <a:ext uri="{FF2B5EF4-FFF2-40B4-BE49-F238E27FC236}">
                <a16:creationId xmlns:a16="http://schemas.microsoft.com/office/drawing/2014/main" id="{DC0283B9-CC03-F398-1117-8875D644E8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19" y="195263"/>
            <a:ext cx="6725841" cy="365442"/>
          </a:xfrm>
        </p:spPr>
        <p:txBody>
          <a:bodyPr spcFirstLastPara="1" wrap="square" lIns="0" tIns="6308" rIns="0" bIns="0" rtlCol="0" anchor="t" anchorCtr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pc="-2" dirty="0">
                <a:solidFill>
                  <a:schemeClr val="tx1"/>
                </a:solidFill>
              </a:rPr>
              <a:t>Algoritmo K-Means</a:t>
            </a:r>
            <a:r>
              <a:rPr spc="-26" dirty="0">
                <a:solidFill>
                  <a:schemeClr val="tx1"/>
                </a:solidFill>
              </a:rPr>
              <a:t> </a:t>
            </a:r>
            <a:r>
              <a:rPr spc="-2" dirty="0">
                <a:solidFill>
                  <a:schemeClr val="tx1"/>
                </a:solidFill>
              </a:rPr>
              <a:t>(K-Médias)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3" name="Agrupar 48">
            <a:extLst>
              <a:ext uri="{FF2B5EF4-FFF2-40B4-BE49-F238E27FC236}">
                <a16:creationId xmlns:a16="http://schemas.microsoft.com/office/drawing/2014/main" id="{DE9E8ADA-54EE-205E-DF9B-D38E26A5DE6C}"/>
              </a:ext>
            </a:extLst>
          </p:cNvPr>
          <p:cNvGrpSpPr>
            <a:grpSpLocks/>
          </p:cNvGrpSpPr>
          <p:nvPr/>
        </p:nvGrpSpPr>
        <p:grpSpPr bwMode="auto">
          <a:xfrm>
            <a:off x="2416969" y="1519237"/>
            <a:ext cx="4310063" cy="2881065"/>
            <a:chOff x="1433147" y="814771"/>
            <a:chExt cx="5748130" cy="3841843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B62E3FCA-D285-7628-99AE-B9D08922372B}"/>
                </a:ext>
              </a:extLst>
            </p:cNvPr>
            <p:cNvSpPr txBox="1"/>
            <p:nvPr/>
          </p:nvSpPr>
          <p:spPr>
            <a:xfrm>
              <a:off x="1433147" y="814771"/>
              <a:ext cx="913032" cy="308951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1464" spc="-2" dirty="0"/>
                <a:t>Passo</a:t>
              </a:r>
              <a:r>
                <a:rPr sz="1464" spc="-42" dirty="0"/>
                <a:t> </a:t>
              </a:r>
              <a:r>
                <a:rPr sz="1464" spc="-2" dirty="0"/>
                <a:t>2</a:t>
              </a:r>
              <a:endParaRPr sz="1464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1CBCBAC-B7DC-91C7-3842-CA637C44D707}"/>
                </a:ext>
              </a:extLst>
            </p:cNvPr>
            <p:cNvSpPr/>
            <p:nvPr/>
          </p:nvSpPr>
          <p:spPr>
            <a:xfrm>
              <a:off x="4464413" y="1713395"/>
              <a:ext cx="160376" cy="17146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F0DF82D-BA36-ED04-0048-8C1D76BDF6EE}"/>
                </a:ext>
              </a:extLst>
            </p:cNvPr>
            <p:cNvSpPr/>
            <p:nvPr/>
          </p:nvSpPr>
          <p:spPr>
            <a:xfrm>
              <a:off x="4464413" y="1713395"/>
              <a:ext cx="160376" cy="171469"/>
            </a:xfrm>
            <a:custGeom>
              <a:avLst/>
              <a:gdLst/>
              <a:ahLst/>
              <a:cxnLst/>
              <a:rect l="l" t="t" r="r" b="b"/>
              <a:pathLst>
                <a:path w="229235" h="245744">
                  <a:moveTo>
                    <a:pt x="0" y="122866"/>
                  </a:moveTo>
                  <a:lnTo>
                    <a:pt x="9005" y="75041"/>
                  </a:lnTo>
                  <a:lnTo>
                    <a:pt x="33565" y="35986"/>
                  </a:lnTo>
                  <a:lnTo>
                    <a:pt x="69992" y="9655"/>
                  </a:lnTo>
                  <a:lnTo>
                    <a:pt x="114600" y="0"/>
                  </a:lnTo>
                  <a:lnTo>
                    <a:pt x="159208" y="9655"/>
                  </a:lnTo>
                  <a:lnTo>
                    <a:pt x="195636" y="35986"/>
                  </a:lnTo>
                  <a:lnTo>
                    <a:pt x="220196" y="75041"/>
                  </a:lnTo>
                  <a:lnTo>
                    <a:pt x="229201" y="122866"/>
                  </a:lnTo>
                  <a:lnTo>
                    <a:pt x="220196" y="170691"/>
                  </a:lnTo>
                  <a:lnTo>
                    <a:pt x="195636" y="209746"/>
                  </a:lnTo>
                  <a:lnTo>
                    <a:pt x="159208" y="236077"/>
                  </a:lnTo>
                  <a:lnTo>
                    <a:pt x="114600" y="245733"/>
                  </a:lnTo>
                  <a:lnTo>
                    <a:pt x="69992" y="236077"/>
                  </a:lnTo>
                  <a:lnTo>
                    <a:pt x="33565" y="209746"/>
                  </a:lnTo>
                  <a:lnTo>
                    <a:pt x="9005" y="170691"/>
                  </a:lnTo>
                  <a:lnTo>
                    <a:pt x="0" y="122866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CC41262-84C5-02BF-0C3F-BE13E6EAC789}"/>
                </a:ext>
              </a:extLst>
            </p:cNvPr>
            <p:cNvSpPr txBox="1"/>
            <p:nvPr/>
          </p:nvSpPr>
          <p:spPr>
            <a:xfrm>
              <a:off x="4626377" y="1792779"/>
              <a:ext cx="150848" cy="212247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spc="-53" dirty="0">
                  <a:latin typeface="Trebuchet MS"/>
                  <a:cs typeface="Trebuchet MS"/>
                </a:rPr>
                <a:t>k</a:t>
              </a:r>
              <a:r>
                <a:rPr sz="980" spc="-11" baseline="-20000" dirty="0">
                  <a:latin typeface="Trebuchet MS"/>
                  <a:cs typeface="Trebuchet MS"/>
                </a:rPr>
                <a:t>1</a:t>
              </a:r>
              <a:endParaRPr sz="980" baseline="-20000">
                <a:latin typeface="Trebuchet MS"/>
                <a:cs typeface="Trebuchet MS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76C0454D-2979-3A97-8054-A3D0B8C8560F}"/>
                </a:ext>
              </a:extLst>
            </p:cNvPr>
            <p:cNvSpPr/>
            <p:nvPr/>
          </p:nvSpPr>
          <p:spPr>
            <a:xfrm>
              <a:off x="3932472" y="2569152"/>
              <a:ext cx="160377" cy="17146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4DCF94D0-5D3E-9C48-CBB4-B7B449ABE904}"/>
                </a:ext>
              </a:extLst>
            </p:cNvPr>
            <p:cNvSpPr txBox="1"/>
            <p:nvPr/>
          </p:nvSpPr>
          <p:spPr>
            <a:xfrm>
              <a:off x="4094436" y="2688228"/>
              <a:ext cx="150850" cy="212247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spc="-53" dirty="0">
                  <a:latin typeface="Trebuchet MS"/>
                  <a:cs typeface="Trebuchet MS"/>
                </a:rPr>
                <a:t>k</a:t>
              </a:r>
              <a:r>
                <a:rPr sz="980" spc="-11" baseline="-20000" dirty="0">
                  <a:latin typeface="Trebuchet MS"/>
                  <a:cs typeface="Trebuchet MS"/>
                </a:rPr>
                <a:t>2</a:t>
              </a:r>
              <a:endParaRPr sz="980" baseline="-20000">
                <a:latin typeface="Trebuchet MS"/>
                <a:cs typeface="Trebuchet MS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7DEB100A-5543-43A8-2578-C0E82FA43756}"/>
                </a:ext>
              </a:extLst>
            </p:cNvPr>
            <p:cNvSpPr/>
            <p:nvPr/>
          </p:nvSpPr>
          <p:spPr>
            <a:xfrm>
              <a:off x="5371092" y="3767847"/>
              <a:ext cx="158788" cy="17146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3475FE8A-513D-12D3-AACF-E3B4E637CCAA}"/>
                </a:ext>
              </a:extLst>
            </p:cNvPr>
            <p:cNvSpPr/>
            <p:nvPr/>
          </p:nvSpPr>
          <p:spPr>
            <a:xfrm>
              <a:off x="5371092" y="3767847"/>
              <a:ext cx="158788" cy="171469"/>
            </a:xfrm>
            <a:custGeom>
              <a:avLst/>
              <a:gdLst/>
              <a:ahLst/>
              <a:cxnLst/>
              <a:rect l="l" t="t" r="r" b="b"/>
              <a:pathLst>
                <a:path w="229235" h="245745">
                  <a:moveTo>
                    <a:pt x="0" y="122866"/>
                  </a:moveTo>
                  <a:lnTo>
                    <a:pt x="9005" y="75041"/>
                  </a:lnTo>
                  <a:lnTo>
                    <a:pt x="33565" y="35986"/>
                  </a:lnTo>
                  <a:lnTo>
                    <a:pt x="69993" y="9655"/>
                  </a:lnTo>
                  <a:lnTo>
                    <a:pt x="114600" y="0"/>
                  </a:lnTo>
                  <a:lnTo>
                    <a:pt x="159209" y="9655"/>
                  </a:lnTo>
                  <a:lnTo>
                    <a:pt x="195636" y="35986"/>
                  </a:lnTo>
                  <a:lnTo>
                    <a:pt x="220196" y="75041"/>
                  </a:lnTo>
                  <a:lnTo>
                    <a:pt x="229202" y="122866"/>
                  </a:lnTo>
                  <a:lnTo>
                    <a:pt x="220196" y="170691"/>
                  </a:lnTo>
                  <a:lnTo>
                    <a:pt x="195636" y="209746"/>
                  </a:lnTo>
                  <a:lnTo>
                    <a:pt x="159209" y="236077"/>
                  </a:lnTo>
                  <a:lnTo>
                    <a:pt x="114600" y="245732"/>
                  </a:lnTo>
                  <a:lnTo>
                    <a:pt x="69993" y="236077"/>
                  </a:lnTo>
                  <a:lnTo>
                    <a:pt x="33565" y="209746"/>
                  </a:lnTo>
                  <a:lnTo>
                    <a:pt x="9005" y="170691"/>
                  </a:lnTo>
                  <a:lnTo>
                    <a:pt x="0" y="122866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FEB6BA22-50DA-3C13-E407-37EFC87AA046}"/>
                </a:ext>
              </a:extLst>
            </p:cNvPr>
            <p:cNvSpPr txBox="1"/>
            <p:nvPr/>
          </p:nvSpPr>
          <p:spPr>
            <a:xfrm>
              <a:off x="5531469" y="3886923"/>
              <a:ext cx="150848" cy="212247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spc="-53" dirty="0">
                  <a:latin typeface="Trebuchet MS"/>
                  <a:cs typeface="Trebuchet MS"/>
                </a:rPr>
                <a:t>k</a:t>
              </a:r>
              <a:r>
                <a:rPr sz="980" spc="-11" baseline="-20000" dirty="0">
                  <a:latin typeface="Trebuchet MS"/>
                  <a:cs typeface="Trebuchet MS"/>
                </a:rPr>
                <a:t>3</a:t>
              </a:r>
              <a:endParaRPr sz="980" baseline="-20000">
                <a:latin typeface="Trebuchet MS"/>
                <a:cs typeface="Trebuchet MS"/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D520AE8E-457A-E211-46B1-6C84507702DB}"/>
                </a:ext>
              </a:extLst>
            </p:cNvPr>
            <p:cNvSpPr/>
            <p:nvPr/>
          </p:nvSpPr>
          <p:spPr>
            <a:xfrm>
              <a:off x="3610133" y="3478890"/>
              <a:ext cx="112739" cy="12225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1E7111F2-D8BE-1212-B666-B4D035FAAEA5}"/>
                </a:ext>
              </a:extLst>
            </p:cNvPr>
            <p:cNvSpPr/>
            <p:nvPr/>
          </p:nvSpPr>
          <p:spPr>
            <a:xfrm>
              <a:off x="3716520" y="3650359"/>
              <a:ext cx="112740" cy="12066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0F35EC56-F78C-A103-47CE-7138F6212F79}"/>
                </a:ext>
              </a:extLst>
            </p:cNvPr>
            <p:cNvSpPr/>
            <p:nvPr/>
          </p:nvSpPr>
          <p:spPr>
            <a:xfrm>
              <a:off x="3556145" y="3821828"/>
              <a:ext cx="112739" cy="12066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C07A2E94-B8DB-1A84-5FFA-1D19C83B0DAF}"/>
                </a:ext>
              </a:extLst>
            </p:cNvPr>
            <p:cNvSpPr/>
            <p:nvPr/>
          </p:nvSpPr>
          <p:spPr>
            <a:xfrm>
              <a:off x="3395768" y="3309009"/>
              <a:ext cx="114327" cy="12066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B16FD5EE-70A2-C176-613E-AC7AB21951B3}"/>
                </a:ext>
              </a:extLst>
            </p:cNvPr>
            <p:cNvSpPr/>
            <p:nvPr/>
          </p:nvSpPr>
          <p:spPr>
            <a:xfrm>
              <a:off x="3395768" y="1538751"/>
              <a:ext cx="114327" cy="12066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F0888A9C-F6DF-21C1-B845-5E2645E63CB7}"/>
                </a:ext>
              </a:extLst>
            </p:cNvPr>
            <p:cNvSpPr/>
            <p:nvPr/>
          </p:nvSpPr>
          <p:spPr>
            <a:xfrm>
              <a:off x="3395768" y="2680290"/>
              <a:ext cx="114327" cy="12066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4609CC7A-B7AF-AFBC-2F37-3731A043404E}"/>
                </a:ext>
              </a:extLst>
            </p:cNvPr>
            <p:cNvSpPr/>
            <p:nvPr/>
          </p:nvSpPr>
          <p:spPr>
            <a:xfrm>
              <a:off x="3395768" y="3821828"/>
              <a:ext cx="114327" cy="12066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64E6E8D1-D591-EFD5-D504-1FC46071FB70}"/>
                </a:ext>
              </a:extLst>
            </p:cNvPr>
            <p:cNvSpPr/>
            <p:nvPr/>
          </p:nvSpPr>
          <p:spPr>
            <a:xfrm>
              <a:off x="3076605" y="3080384"/>
              <a:ext cx="114327" cy="12066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86983086-615D-0933-6C8E-A72B387F7C45}"/>
                </a:ext>
              </a:extLst>
            </p:cNvPr>
            <p:cNvSpPr/>
            <p:nvPr/>
          </p:nvSpPr>
          <p:spPr>
            <a:xfrm>
              <a:off x="4567625" y="2851759"/>
              <a:ext cx="114327" cy="12066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B973FF24-680C-2791-CF49-D6836EED53F6}"/>
                </a:ext>
              </a:extLst>
            </p:cNvPr>
            <p:cNvSpPr/>
            <p:nvPr/>
          </p:nvSpPr>
          <p:spPr>
            <a:xfrm>
              <a:off x="6058645" y="1367282"/>
              <a:ext cx="114327" cy="1206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7E601A93-7570-498A-A22E-5029BA2591A2}"/>
                </a:ext>
              </a:extLst>
            </p:cNvPr>
            <p:cNvSpPr/>
            <p:nvPr/>
          </p:nvSpPr>
          <p:spPr>
            <a:xfrm>
              <a:off x="6382573" y="1427614"/>
              <a:ext cx="106388" cy="114313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14"/>
                  </a:lnTo>
                  <a:lnTo>
                    <a:pt x="76403" y="163817"/>
                  </a:lnTo>
                  <a:lnTo>
                    <a:pt x="152806" y="81914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78419CBD-0ED1-A2FD-A555-7D13D408F941}"/>
                </a:ext>
              </a:extLst>
            </p:cNvPr>
            <p:cNvSpPr/>
            <p:nvPr/>
          </p:nvSpPr>
          <p:spPr>
            <a:xfrm>
              <a:off x="6382573" y="1427614"/>
              <a:ext cx="106388" cy="114313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5A9ED589-7FE0-935A-385A-14EE2CC57CCE}"/>
                </a:ext>
              </a:extLst>
            </p:cNvPr>
            <p:cNvSpPr/>
            <p:nvPr/>
          </p:nvSpPr>
          <p:spPr>
            <a:xfrm>
              <a:off x="6276185" y="1541926"/>
              <a:ext cx="106389" cy="114313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14"/>
                  </a:lnTo>
                  <a:lnTo>
                    <a:pt x="76403" y="163829"/>
                  </a:lnTo>
                  <a:lnTo>
                    <a:pt x="152806" y="81914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477F3412-C887-00E3-2D19-83D906489923}"/>
                </a:ext>
              </a:extLst>
            </p:cNvPr>
            <p:cNvSpPr/>
            <p:nvPr/>
          </p:nvSpPr>
          <p:spPr>
            <a:xfrm>
              <a:off x="6276185" y="1541926"/>
              <a:ext cx="106389" cy="114313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9CBC249F-1EF5-9C9F-5721-95379A2B515C}"/>
                </a:ext>
              </a:extLst>
            </p:cNvPr>
            <p:cNvSpPr/>
            <p:nvPr/>
          </p:nvSpPr>
          <p:spPr>
            <a:xfrm>
              <a:off x="6169797" y="1656239"/>
              <a:ext cx="106388" cy="114313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02"/>
                  </a:lnTo>
                  <a:lnTo>
                    <a:pt x="76403" y="163817"/>
                  </a:lnTo>
                  <a:lnTo>
                    <a:pt x="152806" y="81902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C4640B99-B446-B2DD-FC98-F2A4778882F1}"/>
                </a:ext>
              </a:extLst>
            </p:cNvPr>
            <p:cNvSpPr/>
            <p:nvPr/>
          </p:nvSpPr>
          <p:spPr>
            <a:xfrm>
              <a:off x="6169797" y="1656239"/>
              <a:ext cx="106388" cy="114313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8F24E79C-D4A9-011D-D1DC-98F67EFD4D45}"/>
                </a:ext>
              </a:extLst>
            </p:cNvPr>
            <p:cNvSpPr/>
            <p:nvPr/>
          </p:nvSpPr>
          <p:spPr>
            <a:xfrm>
              <a:off x="6382573" y="1770551"/>
              <a:ext cx="106388" cy="114313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14"/>
                  </a:lnTo>
                  <a:lnTo>
                    <a:pt x="76403" y="163817"/>
                  </a:lnTo>
                  <a:lnTo>
                    <a:pt x="152806" y="81914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83ECF81A-C1DA-7D9E-8330-C3F5FC9B79CC}"/>
                </a:ext>
              </a:extLst>
            </p:cNvPr>
            <p:cNvSpPr/>
            <p:nvPr/>
          </p:nvSpPr>
          <p:spPr>
            <a:xfrm>
              <a:off x="6382573" y="1770551"/>
              <a:ext cx="106388" cy="114313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D6AB2372-2F03-E3D3-9B7A-976DFE759C9D}"/>
                </a:ext>
              </a:extLst>
            </p:cNvPr>
            <p:cNvSpPr/>
            <p:nvPr/>
          </p:nvSpPr>
          <p:spPr>
            <a:xfrm>
              <a:off x="6592174" y="2051570"/>
              <a:ext cx="112739" cy="12225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D645CA19-D6D0-E4FF-CE1D-0545A6A06B58}"/>
                </a:ext>
              </a:extLst>
            </p:cNvPr>
            <p:cNvSpPr/>
            <p:nvPr/>
          </p:nvSpPr>
          <p:spPr>
            <a:xfrm>
              <a:off x="5366329" y="1367282"/>
              <a:ext cx="114327" cy="1206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6535EE50-C153-DD7C-CEB7-4EA5F2C39034}"/>
                </a:ext>
              </a:extLst>
            </p:cNvPr>
            <p:cNvSpPr/>
            <p:nvPr/>
          </p:nvSpPr>
          <p:spPr>
            <a:xfrm>
              <a:off x="5580693" y="2451664"/>
              <a:ext cx="112740" cy="12066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FF40FA40-5B90-A58A-9BFB-93667CD2263A}"/>
                </a:ext>
              </a:extLst>
            </p:cNvPr>
            <p:cNvSpPr/>
            <p:nvPr/>
          </p:nvSpPr>
          <p:spPr>
            <a:xfrm>
              <a:off x="5580693" y="3593202"/>
              <a:ext cx="112740" cy="12225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A778BDF7-392F-35A4-3F13-403193357B84}"/>
                </a:ext>
              </a:extLst>
            </p:cNvPr>
            <p:cNvSpPr/>
            <p:nvPr/>
          </p:nvSpPr>
          <p:spPr>
            <a:xfrm>
              <a:off x="5845869" y="3821828"/>
              <a:ext cx="114327" cy="12066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3046DF23-CFCD-218F-6DCD-49A1E1D4A888}"/>
                </a:ext>
              </a:extLst>
            </p:cNvPr>
            <p:cNvSpPr/>
            <p:nvPr/>
          </p:nvSpPr>
          <p:spPr>
            <a:xfrm>
              <a:off x="6112633" y="3251853"/>
              <a:ext cx="112739" cy="12066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70258154-6727-2181-F473-AA43A14C3A31}"/>
                </a:ext>
              </a:extLst>
            </p:cNvPr>
            <p:cNvSpPr/>
            <p:nvPr/>
          </p:nvSpPr>
          <p:spPr>
            <a:xfrm>
              <a:off x="5526705" y="2794602"/>
              <a:ext cx="112740" cy="12066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E12EDDD1-4AA5-64E2-55C1-37D5795BEA21}"/>
                </a:ext>
              </a:extLst>
            </p:cNvPr>
            <p:cNvSpPr/>
            <p:nvPr/>
          </p:nvSpPr>
          <p:spPr>
            <a:xfrm>
              <a:off x="4994765" y="3137540"/>
              <a:ext cx="112739" cy="12066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F5FE0C47-F787-D0BE-FE98-9C281C9CA03E}"/>
                </a:ext>
              </a:extLst>
            </p:cNvPr>
            <p:cNvSpPr/>
            <p:nvPr/>
          </p:nvSpPr>
          <p:spPr>
            <a:xfrm>
              <a:off x="6379397" y="3478890"/>
              <a:ext cx="112739" cy="122251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468F8D33-C418-0B45-E66F-025650F42A86}"/>
                </a:ext>
              </a:extLst>
            </p:cNvPr>
            <p:cNvSpPr/>
            <p:nvPr/>
          </p:nvSpPr>
          <p:spPr>
            <a:xfrm>
              <a:off x="6273009" y="3764671"/>
              <a:ext cx="112740" cy="120663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CB041EBB-657E-CB3F-C315-9ED956035442}"/>
                </a:ext>
              </a:extLst>
            </p:cNvPr>
            <p:cNvSpPr/>
            <p:nvPr/>
          </p:nvSpPr>
          <p:spPr>
            <a:xfrm>
              <a:off x="6166621" y="3023228"/>
              <a:ext cx="112739" cy="12066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9DC8E7F6-1505-C022-55D6-8D8076F26DB7}"/>
                </a:ext>
              </a:extLst>
            </p:cNvPr>
            <p:cNvSpPr/>
            <p:nvPr/>
          </p:nvSpPr>
          <p:spPr>
            <a:xfrm>
              <a:off x="6592174" y="3936140"/>
              <a:ext cx="112739" cy="12066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11A411ED-BB1D-6373-B984-85D6CDA3EDBB}"/>
                </a:ext>
              </a:extLst>
            </p:cNvPr>
            <p:cNvSpPr/>
            <p:nvPr/>
          </p:nvSpPr>
          <p:spPr>
            <a:xfrm>
              <a:off x="6006245" y="1937258"/>
              <a:ext cx="112740" cy="12225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99B6D618-83C0-92BF-B512-9222DBE1D815}"/>
                </a:ext>
              </a:extLst>
            </p:cNvPr>
            <p:cNvSpPr/>
            <p:nvPr/>
          </p:nvSpPr>
          <p:spPr>
            <a:xfrm>
              <a:off x="3027380" y="1084676"/>
              <a:ext cx="0" cy="3140421"/>
            </a:xfrm>
            <a:custGeom>
              <a:avLst/>
              <a:gdLst/>
              <a:ahLst/>
              <a:cxnLst/>
              <a:rect l="l" t="t" r="r" b="b"/>
              <a:pathLst>
                <a:path h="4505325">
                  <a:moveTo>
                    <a:pt x="0" y="0"/>
                  </a:moveTo>
                  <a:lnTo>
                    <a:pt x="0" y="4505102"/>
                  </a:lnTo>
                </a:path>
              </a:pathLst>
            </a:custGeom>
            <a:ln w="9512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86AAA968-B889-F3F3-1B4D-8B46FF3EC773}"/>
                </a:ext>
              </a:extLst>
            </p:cNvPr>
            <p:cNvSpPr/>
            <p:nvPr/>
          </p:nvSpPr>
          <p:spPr>
            <a:xfrm>
              <a:off x="3027380" y="4225097"/>
              <a:ext cx="4153897" cy="0"/>
            </a:xfrm>
            <a:custGeom>
              <a:avLst/>
              <a:gdLst/>
              <a:ahLst/>
              <a:cxnLst/>
              <a:rect l="l" t="t" r="r" b="b"/>
              <a:pathLst>
                <a:path w="5959475">
                  <a:moveTo>
                    <a:pt x="0" y="0"/>
                  </a:moveTo>
                  <a:lnTo>
                    <a:pt x="5959224" y="0"/>
                  </a:lnTo>
                </a:path>
              </a:pathLst>
            </a:custGeom>
            <a:ln w="9514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2FCBFFDE-952F-E6A5-7A34-4B02C4308D29}"/>
                </a:ext>
              </a:extLst>
            </p:cNvPr>
            <p:cNvSpPr txBox="1"/>
            <p:nvPr/>
          </p:nvSpPr>
          <p:spPr>
            <a:xfrm>
              <a:off x="2644700" y="2108727"/>
              <a:ext cx="171490" cy="266028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1255" spc="-2" dirty="0">
                  <a:latin typeface="Times New Roman"/>
                  <a:cs typeface="Times New Roman"/>
                </a:rPr>
                <a:t>Y</a:t>
              </a:r>
              <a:endParaRPr sz="1255">
                <a:latin typeface="Times New Roman"/>
                <a:cs typeface="Times New Roman"/>
              </a:endParaRPr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8270714D-2FCD-ED4A-DF5E-06B9EA6581C1}"/>
                </a:ext>
              </a:extLst>
            </p:cNvPr>
            <p:cNvSpPr txBox="1"/>
            <p:nvPr/>
          </p:nvSpPr>
          <p:spPr>
            <a:xfrm>
              <a:off x="4988413" y="4417206"/>
              <a:ext cx="171490" cy="239408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6640">
                <a:lnSpc>
                  <a:spcPts val="1420"/>
                </a:lnSpc>
                <a:defRPr/>
              </a:pPr>
              <a:r>
                <a:rPr sz="1255" spc="-2" dirty="0">
                  <a:latin typeface="Times New Roman"/>
                  <a:cs typeface="Times New Roman"/>
                </a:rPr>
                <a:t>X</a:t>
              </a:r>
              <a:endParaRPr sz="1255">
                <a:latin typeface="Times New Roman"/>
                <a:cs typeface="Times New Roman"/>
              </a:endParaRPr>
            </a:p>
          </p:txBody>
        </p:sp>
        <p:sp>
          <p:nvSpPr>
            <p:cNvPr id="44079" name="object 46">
              <a:extLst>
                <a:ext uri="{FF2B5EF4-FFF2-40B4-BE49-F238E27FC236}">
                  <a16:creationId xmlns:a16="http://schemas.microsoft.com/office/drawing/2014/main" id="{2E579046-DD52-72CE-AF17-FBCF80A7A3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9911" y="2764436"/>
              <a:ext cx="1071820" cy="1486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6640" rIns="0" bIns="0">
              <a:spAutoFit/>
            </a:bodyPr>
            <a:lstStyle>
              <a:lvl1pPr marL="7938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ts val="56"/>
                </a:spcBef>
                <a:buNone/>
              </a:pPr>
              <a:r>
                <a:rPr lang="en-US" alt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Determine o  centroide  mais  próximo de  cada  instância</a:t>
              </a:r>
            </a:p>
          </p:txBody>
        </p:sp>
      </p:grpSp>
      <p:sp>
        <p:nvSpPr>
          <p:cNvPr id="51" name="object 2">
            <a:extLst>
              <a:ext uri="{FF2B5EF4-FFF2-40B4-BE49-F238E27FC236}">
                <a16:creationId xmlns:a16="http://schemas.microsoft.com/office/drawing/2014/main" id="{E7E303A1-9298-52D6-8463-15324B22AF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19" y="195263"/>
            <a:ext cx="6725841" cy="365442"/>
          </a:xfrm>
        </p:spPr>
        <p:txBody>
          <a:bodyPr spcFirstLastPara="1" wrap="square" lIns="0" tIns="6308" rIns="0" bIns="0" rtlCol="0" anchor="t" anchorCtr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pc="-2" dirty="0">
                <a:solidFill>
                  <a:schemeClr val="tx1"/>
                </a:solidFill>
              </a:rPr>
              <a:t>Algoritmo K-Means</a:t>
            </a:r>
            <a:r>
              <a:rPr spc="-26" dirty="0">
                <a:solidFill>
                  <a:schemeClr val="tx1"/>
                </a:solidFill>
              </a:rPr>
              <a:t> </a:t>
            </a:r>
            <a:r>
              <a:rPr spc="-2" dirty="0">
                <a:solidFill>
                  <a:schemeClr val="tx1"/>
                </a:solidFill>
              </a:rPr>
              <a:t>(K-Médias)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7" name="Agrupar 62">
            <a:extLst>
              <a:ext uri="{FF2B5EF4-FFF2-40B4-BE49-F238E27FC236}">
                <a16:creationId xmlns:a16="http://schemas.microsoft.com/office/drawing/2014/main" id="{61B85279-5A48-22FD-637F-8F6B009A5719}"/>
              </a:ext>
            </a:extLst>
          </p:cNvPr>
          <p:cNvGrpSpPr>
            <a:grpSpLocks/>
          </p:cNvGrpSpPr>
          <p:nvPr/>
        </p:nvGrpSpPr>
        <p:grpSpPr bwMode="auto">
          <a:xfrm>
            <a:off x="2445544" y="1543050"/>
            <a:ext cx="4311254" cy="2881065"/>
            <a:chOff x="1433147" y="814771"/>
            <a:chExt cx="5748130" cy="3840257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7150796D-5202-446B-F4FA-8CEB9DF270C7}"/>
                </a:ext>
              </a:extLst>
            </p:cNvPr>
            <p:cNvSpPr txBox="1"/>
            <p:nvPr/>
          </p:nvSpPr>
          <p:spPr>
            <a:xfrm>
              <a:off x="1433147" y="814771"/>
              <a:ext cx="912780" cy="308824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1464" spc="-2" dirty="0"/>
                <a:t>Passo</a:t>
              </a:r>
              <a:r>
                <a:rPr sz="1464" spc="-42" dirty="0"/>
                <a:t> </a:t>
              </a:r>
              <a:r>
                <a:rPr sz="1464" spc="-2" dirty="0"/>
                <a:t>3</a:t>
              </a:r>
              <a:endParaRPr sz="1464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6308B6A-740D-85E4-3F21-A2B4F6AFD57C}"/>
                </a:ext>
              </a:extLst>
            </p:cNvPr>
            <p:cNvSpPr/>
            <p:nvPr/>
          </p:nvSpPr>
          <p:spPr>
            <a:xfrm>
              <a:off x="3609531" y="3479377"/>
              <a:ext cx="112708" cy="12061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93B1BEF-6894-79C2-ED5C-A8ABC007C502}"/>
                </a:ext>
              </a:extLst>
            </p:cNvPr>
            <p:cNvSpPr/>
            <p:nvPr/>
          </p:nvSpPr>
          <p:spPr>
            <a:xfrm>
              <a:off x="3715889" y="3650776"/>
              <a:ext cx="112709" cy="12061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33A92B0-15FD-2D62-05DE-73571F6CE815}"/>
                </a:ext>
              </a:extLst>
            </p:cNvPr>
            <p:cNvSpPr/>
            <p:nvPr/>
          </p:nvSpPr>
          <p:spPr>
            <a:xfrm>
              <a:off x="3555558" y="3822174"/>
              <a:ext cx="114296" cy="12061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7C7AB1C7-2B25-D622-EAB9-34DF5CBBFCFE}"/>
                </a:ext>
              </a:extLst>
            </p:cNvPr>
            <p:cNvSpPr/>
            <p:nvPr/>
          </p:nvSpPr>
          <p:spPr>
            <a:xfrm>
              <a:off x="3396814" y="3307979"/>
              <a:ext cx="112708" cy="12061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49AAE944-2D9B-4B80-6518-7EF6E7A26A31}"/>
                </a:ext>
              </a:extLst>
            </p:cNvPr>
            <p:cNvSpPr/>
            <p:nvPr/>
          </p:nvSpPr>
          <p:spPr>
            <a:xfrm>
              <a:off x="3396814" y="1538452"/>
              <a:ext cx="112708" cy="12061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C8513442-0006-F6A6-0931-A6EE7B450B83}"/>
                </a:ext>
              </a:extLst>
            </p:cNvPr>
            <p:cNvSpPr/>
            <p:nvPr/>
          </p:nvSpPr>
          <p:spPr>
            <a:xfrm>
              <a:off x="3396814" y="2679520"/>
              <a:ext cx="112708" cy="1222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8A243714-F317-29A3-EEBD-646580E7C7E7}"/>
                </a:ext>
              </a:extLst>
            </p:cNvPr>
            <p:cNvSpPr/>
            <p:nvPr/>
          </p:nvSpPr>
          <p:spPr>
            <a:xfrm>
              <a:off x="3396814" y="3822174"/>
              <a:ext cx="112708" cy="12061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E7DCCD30-4E59-6038-5826-1D5A3C5E82C0}"/>
                </a:ext>
              </a:extLst>
            </p:cNvPr>
            <p:cNvSpPr/>
            <p:nvPr/>
          </p:nvSpPr>
          <p:spPr>
            <a:xfrm>
              <a:off x="3077737" y="3079448"/>
              <a:ext cx="112709" cy="12061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0F7C64D-D37C-DB96-AE65-53CE6AB7DDC9}"/>
                </a:ext>
              </a:extLst>
            </p:cNvPr>
            <p:cNvSpPr/>
            <p:nvPr/>
          </p:nvSpPr>
          <p:spPr>
            <a:xfrm>
              <a:off x="4568347" y="2850918"/>
              <a:ext cx="112708" cy="122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79410CCE-15DD-3BD8-FBC6-11874C147CCD}"/>
                </a:ext>
              </a:extLst>
            </p:cNvPr>
            <p:cNvSpPr/>
            <p:nvPr/>
          </p:nvSpPr>
          <p:spPr>
            <a:xfrm>
              <a:off x="6058955" y="1367054"/>
              <a:ext cx="114296" cy="12061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F5907123-AEBF-0647-1E3D-77C509742CD6}"/>
                </a:ext>
              </a:extLst>
            </p:cNvPr>
            <p:cNvSpPr/>
            <p:nvPr/>
          </p:nvSpPr>
          <p:spPr>
            <a:xfrm>
              <a:off x="6382793" y="1427361"/>
              <a:ext cx="106359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14"/>
                  </a:lnTo>
                  <a:lnTo>
                    <a:pt x="76403" y="163817"/>
                  </a:lnTo>
                  <a:lnTo>
                    <a:pt x="152806" y="81914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3A3C47C9-BC0D-03CF-1D1B-3B3D20516F8F}"/>
                </a:ext>
              </a:extLst>
            </p:cNvPr>
            <p:cNvSpPr/>
            <p:nvPr/>
          </p:nvSpPr>
          <p:spPr>
            <a:xfrm>
              <a:off x="6382793" y="1427361"/>
              <a:ext cx="106359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DB391BB5-8361-E170-4600-D7F936A16857}"/>
                </a:ext>
              </a:extLst>
            </p:cNvPr>
            <p:cNvSpPr/>
            <p:nvPr/>
          </p:nvSpPr>
          <p:spPr>
            <a:xfrm>
              <a:off x="6276435" y="1541626"/>
              <a:ext cx="106358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14"/>
                  </a:lnTo>
                  <a:lnTo>
                    <a:pt x="76403" y="163829"/>
                  </a:lnTo>
                  <a:lnTo>
                    <a:pt x="152806" y="81914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636C0877-8512-B0DE-E0BD-CC5C3C95E91B}"/>
                </a:ext>
              </a:extLst>
            </p:cNvPr>
            <p:cNvSpPr/>
            <p:nvPr/>
          </p:nvSpPr>
          <p:spPr>
            <a:xfrm>
              <a:off x="6276435" y="1541626"/>
              <a:ext cx="106358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9036D0F6-2BFB-4DDC-CC12-E82C46FCA8D0}"/>
                </a:ext>
              </a:extLst>
            </p:cNvPr>
            <p:cNvSpPr/>
            <p:nvPr/>
          </p:nvSpPr>
          <p:spPr>
            <a:xfrm>
              <a:off x="6168489" y="1655891"/>
              <a:ext cx="107946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02"/>
                  </a:lnTo>
                  <a:lnTo>
                    <a:pt x="76403" y="163817"/>
                  </a:lnTo>
                  <a:lnTo>
                    <a:pt x="152806" y="81902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BB107FF6-9941-6D12-6637-C4E48F7F9575}"/>
                </a:ext>
              </a:extLst>
            </p:cNvPr>
            <p:cNvSpPr/>
            <p:nvPr/>
          </p:nvSpPr>
          <p:spPr>
            <a:xfrm>
              <a:off x="6168489" y="1655891"/>
              <a:ext cx="107946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6F9A31C7-90FB-ED5C-473B-2271C21612EF}"/>
                </a:ext>
              </a:extLst>
            </p:cNvPr>
            <p:cNvSpPr/>
            <p:nvPr/>
          </p:nvSpPr>
          <p:spPr>
            <a:xfrm>
              <a:off x="6382793" y="1770157"/>
              <a:ext cx="106359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14"/>
                  </a:lnTo>
                  <a:lnTo>
                    <a:pt x="76403" y="163817"/>
                  </a:lnTo>
                  <a:lnTo>
                    <a:pt x="152806" y="81914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72349D93-3D97-BF1F-44A5-287601ECE50F}"/>
                </a:ext>
              </a:extLst>
            </p:cNvPr>
            <p:cNvSpPr/>
            <p:nvPr/>
          </p:nvSpPr>
          <p:spPr>
            <a:xfrm>
              <a:off x="6382793" y="1770157"/>
              <a:ext cx="106359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D3EAE894-FF9C-72A3-E49B-A2F6836C79E0}"/>
                </a:ext>
              </a:extLst>
            </p:cNvPr>
            <p:cNvSpPr/>
            <p:nvPr/>
          </p:nvSpPr>
          <p:spPr>
            <a:xfrm>
              <a:off x="6592335" y="2052646"/>
              <a:ext cx="112709" cy="12061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C5D12BBB-5777-75B2-F4B7-3E6A9D8D7C7B}"/>
                </a:ext>
              </a:extLst>
            </p:cNvPr>
            <p:cNvSpPr/>
            <p:nvPr/>
          </p:nvSpPr>
          <p:spPr>
            <a:xfrm>
              <a:off x="5366830" y="1367054"/>
              <a:ext cx="112709" cy="12061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5CEEF3C8-4124-4EC7-B598-B254F80B81C2}"/>
                </a:ext>
              </a:extLst>
            </p:cNvPr>
            <p:cNvSpPr/>
            <p:nvPr/>
          </p:nvSpPr>
          <p:spPr>
            <a:xfrm>
              <a:off x="5579547" y="2452575"/>
              <a:ext cx="114296" cy="12061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EE5EB5CE-4578-053D-B073-C16AA357EF8E}"/>
                </a:ext>
              </a:extLst>
            </p:cNvPr>
            <p:cNvSpPr/>
            <p:nvPr/>
          </p:nvSpPr>
          <p:spPr>
            <a:xfrm>
              <a:off x="5579547" y="3593643"/>
              <a:ext cx="114296" cy="12061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52E8BDCA-8375-6CA5-F57F-F6AA0F52F166}"/>
                </a:ext>
              </a:extLst>
            </p:cNvPr>
            <p:cNvSpPr/>
            <p:nvPr/>
          </p:nvSpPr>
          <p:spPr>
            <a:xfrm>
              <a:off x="5846237" y="3822174"/>
              <a:ext cx="112709" cy="12061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9FD9719A-B280-BA1E-85FE-775C2048BE49}"/>
                </a:ext>
              </a:extLst>
            </p:cNvPr>
            <p:cNvSpPr/>
            <p:nvPr/>
          </p:nvSpPr>
          <p:spPr>
            <a:xfrm>
              <a:off x="6112928" y="3250847"/>
              <a:ext cx="112709" cy="12061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79ABAB1D-61FF-0E49-940A-1146A33EF6CA}"/>
                </a:ext>
              </a:extLst>
            </p:cNvPr>
            <p:cNvSpPr/>
            <p:nvPr/>
          </p:nvSpPr>
          <p:spPr>
            <a:xfrm>
              <a:off x="5527162" y="2793785"/>
              <a:ext cx="112708" cy="1222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A0D44FEB-3A25-D583-4244-17641EF1B46F}"/>
                </a:ext>
              </a:extLst>
            </p:cNvPr>
            <p:cNvSpPr/>
            <p:nvPr/>
          </p:nvSpPr>
          <p:spPr>
            <a:xfrm>
              <a:off x="4993781" y="3136581"/>
              <a:ext cx="114296" cy="12061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3D735958-9E7A-5364-5A1E-D7E8042F8A17}"/>
                </a:ext>
              </a:extLst>
            </p:cNvPr>
            <p:cNvSpPr/>
            <p:nvPr/>
          </p:nvSpPr>
          <p:spPr>
            <a:xfrm>
              <a:off x="6379618" y="3479377"/>
              <a:ext cx="112709" cy="12061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F060C5F0-6BDE-D00E-567B-B83637A67A90}"/>
                </a:ext>
              </a:extLst>
            </p:cNvPr>
            <p:cNvSpPr/>
            <p:nvPr/>
          </p:nvSpPr>
          <p:spPr>
            <a:xfrm>
              <a:off x="6271672" y="3765041"/>
              <a:ext cx="114296" cy="12061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92590BF6-ADE6-4F09-5A3B-72A678BA07CC}"/>
                </a:ext>
              </a:extLst>
            </p:cNvPr>
            <p:cNvSpPr/>
            <p:nvPr/>
          </p:nvSpPr>
          <p:spPr>
            <a:xfrm>
              <a:off x="6165314" y="3022316"/>
              <a:ext cx="114296" cy="12061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4E380CFF-BF77-644E-75BE-FD201AE4924C}"/>
                </a:ext>
              </a:extLst>
            </p:cNvPr>
            <p:cNvSpPr/>
            <p:nvPr/>
          </p:nvSpPr>
          <p:spPr>
            <a:xfrm>
              <a:off x="6592335" y="3936439"/>
              <a:ext cx="112709" cy="12061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7B1E7571-5E83-82F5-2383-BD7A27CDB188}"/>
                </a:ext>
              </a:extLst>
            </p:cNvPr>
            <p:cNvSpPr/>
            <p:nvPr/>
          </p:nvSpPr>
          <p:spPr>
            <a:xfrm>
              <a:off x="6006570" y="1938381"/>
              <a:ext cx="112708" cy="12061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08EAED5C-0A03-2E51-CF01-82F4115947A8}"/>
                </a:ext>
              </a:extLst>
            </p:cNvPr>
            <p:cNvSpPr/>
            <p:nvPr/>
          </p:nvSpPr>
          <p:spPr>
            <a:xfrm>
              <a:off x="4677880" y="1827290"/>
              <a:ext cx="1025488" cy="0"/>
            </a:xfrm>
            <a:custGeom>
              <a:avLst/>
              <a:gdLst/>
              <a:ahLst/>
              <a:cxnLst/>
              <a:rect l="l" t="t" r="r" b="b"/>
              <a:pathLst>
                <a:path w="1471295">
                  <a:moveTo>
                    <a:pt x="0" y="0"/>
                  </a:moveTo>
                  <a:lnTo>
                    <a:pt x="1470899" y="0"/>
                  </a:lnTo>
                </a:path>
              </a:pathLst>
            </a:custGeom>
            <a:ln w="57085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976F5D82-74D5-D66C-F9A9-1FF4433DCD42}"/>
                </a:ext>
              </a:extLst>
            </p:cNvPr>
            <p:cNvSpPr/>
            <p:nvPr/>
          </p:nvSpPr>
          <p:spPr>
            <a:xfrm>
              <a:off x="5623995" y="1766983"/>
              <a:ext cx="119059" cy="120613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0" y="0"/>
                  </a:moveTo>
                  <a:lnTo>
                    <a:pt x="0" y="171259"/>
                  </a:lnTo>
                  <a:lnTo>
                    <a:pt x="171221" y="856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F37F8071-F951-75AA-5B4C-207A766F436E}"/>
                </a:ext>
              </a:extLst>
            </p:cNvPr>
            <p:cNvSpPr/>
            <p:nvPr/>
          </p:nvSpPr>
          <p:spPr>
            <a:xfrm>
              <a:off x="3838123" y="2798546"/>
              <a:ext cx="142870" cy="418973"/>
            </a:xfrm>
            <a:custGeom>
              <a:avLst/>
              <a:gdLst/>
              <a:ahLst/>
              <a:cxnLst/>
              <a:rect l="l" t="t" r="r" b="b"/>
              <a:pathLst>
                <a:path w="204470" h="601345">
                  <a:moveTo>
                    <a:pt x="204455" y="0"/>
                  </a:moveTo>
                  <a:lnTo>
                    <a:pt x="0" y="601242"/>
                  </a:lnTo>
                </a:path>
              </a:pathLst>
            </a:custGeom>
            <a:ln w="5707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66B5BA9E-C12B-B086-5220-312D65D8E48F}"/>
                </a:ext>
              </a:extLst>
            </p:cNvPr>
            <p:cNvSpPr/>
            <p:nvPr/>
          </p:nvSpPr>
          <p:spPr>
            <a:xfrm>
              <a:off x="3807961" y="3122298"/>
              <a:ext cx="112709" cy="131723"/>
            </a:xfrm>
            <a:custGeom>
              <a:avLst/>
              <a:gdLst/>
              <a:ahLst/>
              <a:cxnLst/>
              <a:rect l="l" t="t" r="r" b="b"/>
              <a:pathLst>
                <a:path w="162560" h="189864">
                  <a:moveTo>
                    <a:pt x="0" y="0"/>
                  </a:moveTo>
                  <a:lnTo>
                    <a:pt x="25920" y="189699"/>
                  </a:lnTo>
                  <a:lnTo>
                    <a:pt x="162102" y="551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65A736B3-0C79-D381-CD26-DDF8998B2601}"/>
                </a:ext>
              </a:extLst>
            </p:cNvPr>
            <p:cNvSpPr/>
            <p:nvPr/>
          </p:nvSpPr>
          <p:spPr>
            <a:xfrm>
              <a:off x="5530337" y="3231802"/>
              <a:ext cx="300026" cy="536413"/>
            </a:xfrm>
            <a:custGeom>
              <a:avLst/>
              <a:gdLst/>
              <a:ahLst/>
              <a:cxnLst/>
              <a:rect l="l" t="t" r="r" b="b"/>
              <a:pathLst>
                <a:path w="431164" h="769620">
                  <a:moveTo>
                    <a:pt x="0" y="769534"/>
                  </a:moveTo>
                  <a:lnTo>
                    <a:pt x="430898" y="0"/>
                  </a:lnTo>
                </a:path>
              </a:pathLst>
            </a:custGeom>
            <a:ln w="57075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911155A5-2CC6-9B11-ADDE-0643AEF9A9FA}"/>
                </a:ext>
              </a:extLst>
            </p:cNvPr>
            <p:cNvSpPr/>
            <p:nvPr/>
          </p:nvSpPr>
          <p:spPr>
            <a:xfrm>
              <a:off x="5739879" y="3196888"/>
              <a:ext cx="111121" cy="134896"/>
            </a:xfrm>
            <a:custGeom>
              <a:avLst/>
              <a:gdLst/>
              <a:ahLst/>
              <a:cxnLst/>
              <a:rect l="l" t="t" r="r" b="b"/>
              <a:pathLst>
                <a:path w="158750" h="191770">
                  <a:moveTo>
                    <a:pt x="158368" y="0"/>
                  </a:moveTo>
                  <a:lnTo>
                    <a:pt x="0" y="107581"/>
                  </a:lnTo>
                  <a:lnTo>
                    <a:pt x="149390" y="191262"/>
                  </a:lnTo>
                  <a:lnTo>
                    <a:pt x="1583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CAFCA1AD-DF03-034C-AF1B-889CAAD07C18}"/>
                </a:ext>
              </a:extLst>
            </p:cNvPr>
            <p:cNvSpPr/>
            <p:nvPr/>
          </p:nvSpPr>
          <p:spPr>
            <a:xfrm>
              <a:off x="3026939" y="1084564"/>
              <a:ext cx="0" cy="3140712"/>
            </a:xfrm>
            <a:custGeom>
              <a:avLst/>
              <a:gdLst/>
              <a:ahLst/>
              <a:cxnLst/>
              <a:rect l="l" t="t" r="r" b="b"/>
              <a:pathLst>
                <a:path h="4505325">
                  <a:moveTo>
                    <a:pt x="0" y="0"/>
                  </a:moveTo>
                  <a:lnTo>
                    <a:pt x="0" y="4505102"/>
                  </a:lnTo>
                </a:path>
              </a:pathLst>
            </a:custGeom>
            <a:ln w="9512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541DDA9C-00CC-9A85-67F2-E7F55A622D3B}"/>
                </a:ext>
              </a:extLst>
            </p:cNvPr>
            <p:cNvSpPr/>
            <p:nvPr/>
          </p:nvSpPr>
          <p:spPr>
            <a:xfrm>
              <a:off x="3026939" y="4225277"/>
              <a:ext cx="4154338" cy="0"/>
            </a:xfrm>
            <a:custGeom>
              <a:avLst/>
              <a:gdLst/>
              <a:ahLst/>
              <a:cxnLst/>
              <a:rect l="l" t="t" r="r" b="b"/>
              <a:pathLst>
                <a:path w="5959475">
                  <a:moveTo>
                    <a:pt x="0" y="0"/>
                  </a:moveTo>
                  <a:lnTo>
                    <a:pt x="5959224" y="0"/>
                  </a:lnTo>
                </a:path>
              </a:pathLst>
            </a:custGeom>
            <a:ln w="9514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937A0E85-21DD-98DD-FD3B-1D5038A20CC9}"/>
                </a:ext>
              </a:extLst>
            </p:cNvPr>
            <p:cNvSpPr txBox="1"/>
            <p:nvPr/>
          </p:nvSpPr>
          <p:spPr>
            <a:xfrm>
              <a:off x="2644366" y="2109779"/>
              <a:ext cx="171444" cy="265918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1255" spc="-2" dirty="0">
                  <a:latin typeface="Times New Roman"/>
                  <a:cs typeface="Times New Roman"/>
                </a:rPr>
                <a:t>Y</a:t>
              </a:r>
              <a:endParaRPr sz="1255">
                <a:latin typeface="Times New Roman"/>
                <a:cs typeface="Times New Roman"/>
              </a:endParaRPr>
            </a:p>
          </p:txBody>
        </p:sp>
        <p:sp>
          <p:nvSpPr>
            <p:cNvPr id="45100" name="object 44">
              <a:extLst>
                <a:ext uri="{FF2B5EF4-FFF2-40B4-BE49-F238E27FC236}">
                  <a16:creationId xmlns:a16="http://schemas.microsoft.com/office/drawing/2014/main" id="{69A763E6-9B81-77BC-1F11-FC5D29973A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3479" y="2650952"/>
              <a:ext cx="1371550" cy="98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7636" rIns="0" bIns="0">
              <a:spAutoFit/>
            </a:bodyPr>
            <a:lstStyle>
              <a:lvl1pPr marL="7938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99000"/>
                </a:lnSpc>
                <a:spcBef>
                  <a:spcPts val="56"/>
                </a:spcBef>
                <a:buNone/>
              </a:pPr>
              <a:r>
                <a:rPr lang="en-US" alt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Mova cada  centroide para a  média de cada  grupo</a:t>
              </a:r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FAB1D7A9-0C9F-D293-9DB5-1E546F85E845}"/>
                </a:ext>
              </a:extLst>
            </p:cNvPr>
            <p:cNvSpPr/>
            <p:nvPr/>
          </p:nvSpPr>
          <p:spPr>
            <a:xfrm>
              <a:off x="5690668" y="1713024"/>
              <a:ext cx="158744" cy="17139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85255BA6-52C0-D0B0-096D-A6D5ED3179AD}"/>
                </a:ext>
              </a:extLst>
            </p:cNvPr>
            <p:cNvSpPr/>
            <p:nvPr/>
          </p:nvSpPr>
          <p:spPr>
            <a:xfrm>
              <a:off x="5690668" y="1713024"/>
              <a:ext cx="158744" cy="171398"/>
            </a:xfrm>
            <a:custGeom>
              <a:avLst/>
              <a:gdLst/>
              <a:ahLst/>
              <a:cxnLst/>
              <a:rect l="l" t="t" r="r" b="b"/>
              <a:pathLst>
                <a:path w="229235" h="245744">
                  <a:moveTo>
                    <a:pt x="0" y="122866"/>
                  </a:moveTo>
                  <a:lnTo>
                    <a:pt x="9005" y="75041"/>
                  </a:lnTo>
                  <a:lnTo>
                    <a:pt x="33565" y="35986"/>
                  </a:lnTo>
                  <a:lnTo>
                    <a:pt x="69992" y="9655"/>
                  </a:lnTo>
                  <a:lnTo>
                    <a:pt x="114600" y="0"/>
                  </a:lnTo>
                  <a:lnTo>
                    <a:pt x="159208" y="9655"/>
                  </a:lnTo>
                  <a:lnTo>
                    <a:pt x="195636" y="35986"/>
                  </a:lnTo>
                  <a:lnTo>
                    <a:pt x="220196" y="75041"/>
                  </a:lnTo>
                  <a:lnTo>
                    <a:pt x="229201" y="122866"/>
                  </a:lnTo>
                  <a:lnTo>
                    <a:pt x="220196" y="170691"/>
                  </a:lnTo>
                  <a:lnTo>
                    <a:pt x="195636" y="209746"/>
                  </a:lnTo>
                  <a:lnTo>
                    <a:pt x="159208" y="236077"/>
                  </a:lnTo>
                  <a:lnTo>
                    <a:pt x="114600" y="245733"/>
                  </a:lnTo>
                  <a:lnTo>
                    <a:pt x="69992" y="236077"/>
                  </a:lnTo>
                  <a:lnTo>
                    <a:pt x="33565" y="209746"/>
                  </a:lnTo>
                  <a:lnTo>
                    <a:pt x="9005" y="170691"/>
                  </a:lnTo>
                  <a:lnTo>
                    <a:pt x="0" y="122866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612EAFCF-EE56-A15D-A8CD-21610B6DAA2A}"/>
                </a:ext>
              </a:extLst>
            </p:cNvPr>
            <p:cNvSpPr txBox="1"/>
            <p:nvPr/>
          </p:nvSpPr>
          <p:spPr>
            <a:xfrm>
              <a:off x="5851000" y="1792375"/>
              <a:ext cx="155569" cy="212160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b="1" spc="-71" dirty="0">
                  <a:latin typeface="Trebuchet MS"/>
                  <a:cs typeface="Trebuchet MS"/>
                </a:rPr>
                <a:t>k</a:t>
              </a:r>
              <a:r>
                <a:rPr sz="980" b="1" spc="-74" baseline="-20000" dirty="0">
                  <a:latin typeface="Trebuchet MS"/>
                  <a:cs typeface="Trebuchet MS"/>
                </a:rPr>
                <a:t>1</a:t>
              </a:r>
              <a:endParaRPr sz="980" baseline="-20000">
                <a:latin typeface="Trebuchet MS"/>
                <a:cs typeface="Trebuchet MS"/>
              </a:endParaRPr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3317A44A-85E8-52FC-D40D-AF050106444A}"/>
                </a:ext>
              </a:extLst>
            </p:cNvPr>
            <p:cNvSpPr/>
            <p:nvPr/>
          </p:nvSpPr>
          <p:spPr>
            <a:xfrm>
              <a:off x="3931782" y="2570015"/>
              <a:ext cx="160332" cy="17139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1EA51BC4-7732-0408-9481-2931BBBB1C4B}"/>
                </a:ext>
              </a:extLst>
            </p:cNvPr>
            <p:cNvSpPr txBox="1"/>
            <p:nvPr/>
          </p:nvSpPr>
          <p:spPr>
            <a:xfrm>
              <a:off x="4093701" y="2687455"/>
              <a:ext cx="150808" cy="212160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spc="-53" dirty="0">
                  <a:latin typeface="Trebuchet MS"/>
                  <a:cs typeface="Trebuchet MS"/>
                </a:rPr>
                <a:t>k</a:t>
              </a:r>
              <a:r>
                <a:rPr sz="980" spc="-11" baseline="-20000" dirty="0">
                  <a:latin typeface="Trebuchet MS"/>
                  <a:cs typeface="Trebuchet MS"/>
                </a:rPr>
                <a:t>2</a:t>
              </a:r>
              <a:endParaRPr sz="980" baseline="-20000">
                <a:latin typeface="Trebuchet MS"/>
                <a:cs typeface="Trebuchet MS"/>
              </a:endParaRPr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091FB99B-F6C4-90BC-8076-95EE6C49A9F5}"/>
                </a:ext>
              </a:extLst>
            </p:cNvPr>
            <p:cNvSpPr/>
            <p:nvPr/>
          </p:nvSpPr>
          <p:spPr>
            <a:xfrm>
              <a:off x="3773037" y="3254021"/>
              <a:ext cx="158744" cy="171398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CFEB4C5B-381B-93AF-16B2-0EFA492303FA}"/>
                </a:ext>
              </a:extLst>
            </p:cNvPr>
            <p:cNvSpPr txBox="1"/>
            <p:nvPr/>
          </p:nvSpPr>
          <p:spPr>
            <a:xfrm>
              <a:off x="3933370" y="3373047"/>
              <a:ext cx="155569" cy="212160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b="1" spc="-71" dirty="0">
                  <a:latin typeface="Trebuchet MS"/>
                  <a:cs typeface="Trebuchet MS"/>
                </a:rPr>
                <a:t>k</a:t>
              </a:r>
              <a:r>
                <a:rPr sz="980" b="1" spc="-74" baseline="-20000" dirty="0">
                  <a:latin typeface="Trebuchet MS"/>
                  <a:cs typeface="Trebuchet MS"/>
                </a:rPr>
                <a:t>2</a:t>
              </a:r>
              <a:endParaRPr sz="980" baseline="-20000">
                <a:latin typeface="Trebuchet MS"/>
                <a:cs typeface="Trebuchet MS"/>
              </a:endParaRPr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40B7F992-ACAB-2BF7-38F3-58E5C2EBF961}"/>
                </a:ext>
              </a:extLst>
            </p:cNvPr>
            <p:cNvSpPr/>
            <p:nvPr/>
          </p:nvSpPr>
          <p:spPr>
            <a:xfrm>
              <a:off x="4465162" y="1713024"/>
              <a:ext cx="160332" cy="17139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F47DA1F1-6979-324A-7FB6-874B019B5164}"/>
                </a:ext>
              </a:extLst>
            </p:cNvPr>
            <p:cNvSpPr/>
            <p:nvPr/>
          </p:nvSpPr>
          <p:spPr>
            <a:xfrm>
              <a:off x="4465162" y="1713024"/>
              <a:ext cx="160332" cy="171398"/>
            </a:xfrm>
            <a:custGeom>
              <a:avLst/>
              <a:gdLst/>
              <a:ahLst/>
              <a:cxnLst/>
              <a:rect l="l" t="t" r="r" b="b"/>
              <a:pathLst>
                <a:path w="229235" h="245744">
                  <a:moveTo>
                    <a:pt x="0" y="122866"/>
                  </a:moveTo>
                  <a:lnTo>
                    <a:pt x="9005" y="75041"/>
                  </a:lnTo>
                  <a:lnTo>
                    <a:pt x="33565" y="35986"/>
                  </a:lnTo>
                  <a:lnTo>
                    <a:pt x="69992" y="9655"/>
                  </a:lnTo>
                  <a:lnTo>
                    <a:pt x="114600" y="0"/>
                  </a:lnTo>
                  <a:lnTo>
                    <a:pt x="159208" y="9655"/>
                  </a:lnTo>
                  <a:lnTo>
                    <a:pt x="195636" y="35986"/>
                  </a:lnTo>
                  <a:lnTo>
                    <a:pt x="220196" y="75041"/>
                  </a:lnTo>
                  <a:lnTo>
                    <a:pt x="229201" y="122866"/>
                  </a:lnTo>
                  <a:lnTo>
                    <a:pt x="220196" y="170691"/>
                  </a:lnTo>
                  <a:lnTo>
                    <a:pt x="195636" y="209746"/>
                  </a:lnTo>
                  <a:lnTo>
                    <a:pt x="159208" y="236077"/>
                  </a:lnTo>
                  <a:lnTo>
                    <a:pt x="114600" y="245733"/>
                  </a:lnTo>
                  <a:lnTo>
                    <a:pt x="69992" y="236077"/>
                  </a:lnTo>
                  <a:lnTo>
                    <a:pt x="33565" y="209746"/>
                  </a:lnTo>
                  <a:lnTo>
                    <a:pt x="9005" y="170691"/>
                  </a:lnTo>
                  <a:lnTo>
                    <a:pt x="0" y="122866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4" name="object 54">
              <a:extLst>
                <a:ext uri="{FF2B5EF4-FFF2-40B4-BE49-F238E27FC236}">
                  <a16:creationId xmlns:a16="http://schemas.microsoft.com/office/drawing/2014/main" id="{5CEAC11A-BB8D-59C7-8232-46749BED3E76}"/>
                </a:ext>
              </a:extLst>
            </p:cNvPr>
            <p:cNvSpPr txBox="1"/>
            <p:nvPr/>
          </p:nvSpPr>
          <p:spPr>
            <a:xfrm>
              <a:off x="4627080" y="1792375"/>
              <a:ext cx="150808" cy="212160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spc="-53" dirty="0">
                  <a:latin typeface="Trebuchet MS"/>
                  <a:cs typeface="Trebuchet MS"/>
                </a:rPr>
                <a:t>k</a:t>
              </a:r>
              <a:r>
                <a:rPr sz="980" spc="-11" baseline="-20000" dirty="0">
                  <a:latin typeface="Trebuchet MS"/>
                  <a:cs typeface="Trebuchet MS"/>
                </a:rPr>
                <a:t>1</a:t>
              </a:r>
              <a:endParaRPr sz="980" baseline="-20000">
                <a:latin typeface="Trebuchet MS"/>
                <a:cs typeface="Trebuchet MS"/>
              </a:endParaRPr>
            </a:p>
          </p:txBody>
        </p:sp>
        <p:sp>
          <p:nvSpPr>
            <p:cNvPr id="55" name="object 55">
              <a:extLst>
                <a:ext uri="{FF2B5EF4-FFF2-40B4-BE49-F238E27FC236}">
                  <a16:creationId xmlns:a16="http://schemas.microsoft.com/office/drawing/2014/main" id="{A54E4A09-3DB4-8D70-8998-47AEDC20B4D1}"/>
                </a:ext>
              </a:extLst>
            </p:cNvPr>
            <p:cNvSpPr/>
            <p:nvPr/>
          </p:nvSpPr>
          <p:spPr>
            <a:xfrm>
              <a:off x="5370005" y="3768215"/>
              <a:ext cx="160332" cy="17139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6" name="object 56">
              <a:extLst>
                <a:ext uri="{FF2B5EF4-FFF2-40B4-BE49-F238E27FC236}">
                  <a16:creationId xmlns:a16="http://schemas.microsoft.com/office/drawing/2014/main" id="{248AAD48-A5D3-AE52-471A-A1CBB094234D}"/>
                </a:ext>
              </a:extLst>
            </p:cNvPr>
            <p:cNvSpPr/>
            <p:nvPr/>
          </p:nvSpPr>
          <p:spPr>
            <a:xfrm>
              <a:off x="5370005" y="3768215"/>
              <a:ext cx="160332" cy="171398"/>
            </a:xfrm>
            <a:custGeom>
              <a:avLst/>
              <a:gdLst/>
              <a:ahLst/>
              <a:cxnLst/>
              <a:rect l="l" t="t" r="r" b="b"/>
              <a:pathLst>
                <a:path w="229235" h="245745">
                  <a:moveTo>
                    <a:pt x="0" y="122866"/>
                  </a:moveTo>
                  <a:lnTo>
                    <a:pt x="9005" y="75041"/>
                  </a:lnTo>
                  <a:lnTo>
                    <a:pt x="33565" y="35986"/>
                  </a:lnTo>
                  <a:lnTo>
                    <a:pt x="69993" y="9655"/>
                  </a:lnTo>
                  <a:lnTo>
                    <a:pt x="114600" y="0"/>
                  </a:lnTo>
                  <a:lnTo>
                    <a:pt x="159209" y="9655"/>
                  </a:lnTo>
                  <a:lnTo>
                    <a:pt x="195636" y="35986"/>
                  </a:lnTo>
                  <a:lnTo>
                    <a:pt x="220196" y="75041"/>
                  </a:lnTo>
                  <a:lnTo>
                    <a:pt x="229202" y="122866"/>
                  </a:lnTo>
                  <a:lnTo>
                    <a:pt x="220196" y="170691"/>
                  </a:lnTo>
                  <a:lnTo>
                    <a:pt x="195636" y="209746"/>
                  </a:lnTo>
                  <a:lnTo>
                    <a:pt x="159209" y="236077"/>
                  </a:lnTo>
                  <a:lnTo>
                    <a:pt x="114600" y="245732"/>
                  </a:lnTo>
                  <a:lnTo>
                    <a:pt x="69993" y="236077"/>
                  </a:lnTo>
                  <a:lnTo>
                    <a:pt x="33565" y="209746"/>
                  </a:lnTo>
                  <a:lnTo>
                    <a:pt x="9005" y="170691"/>
                  </a:lnTo>
                  <a:lnTo>
                    <a:pt x="0" y="122866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7" name="object 57">
              <a:extLst>
                <a:ext uri="{FF2B5EF4-FFF2-40B4-BE49-F238E27FC236}">
                  <a16:creationId xmlns:a16="http://schemas.microsoft.com/office/drawing/2014/main" id="{4C732AF9-314B-559B-5AF4-2AFA1757D70A}"/>
                </a:ext>
              </a:extLst>
            </p:cNvPr>
            <p:cNvSpPr txBox="1"/>
            <p:nvPr/>
          </p:nvSpPr>
          <p:spPr>
            <a:xfrm>
              <a:off x="5531924" y="3887241"/>
              <a:ext cx="150808" cy="212160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spc="-53" dirty="0">
                  <a:latin typeface="Trebuchet MS"/>
                  <a:cs typeface="Trebuchet MS"/>
                </a:rPr>
                <a:t>k</a:t>
              </a:r>
              <a:r>
                <a:rPr sz="980" spc="-11" baseline="-20000" dirty="0">
                  <a:latin typeface="Trebuchet MS"/>
                  <a:cs typeface="Trebuchet MS"/>
                </a:rPr>
                <a:t>3</a:t>
              </a:r>
              <a:endParaRPr sz="980" baseline="-20000">
                <a:latin typeface="Trebuchet MS"/>
                <a:cs typeface="Trebuchet MS"/>
              </a:endParaRPr>
            </a:p>
          </p:txBody>
        </p:sp>
        <p:sp>
          <p:nvSpPr>
            <p:cNvPr id="58" name="object 58">
              <a:extLst>
                <a:ext uri="{FF2B5EF4-FFF2-40B4-BE49-F238E27FC236}">
                  <a16:creationId xmlns:a16="http://schemas.microsoft.com/office/drawing/2014/main" id="{2D118D04-0F21-D1BC-B6A2-25D71A4779ED}"/>
                </a:ext>
              </a:extLst>
            </p:cNvPr>
            <p:cNvSpPr/>
            <p:nvPr/>
          </p:nvSpPr>
          <p:spPr>
            <a:xfrm>
              <a:off x="5797027" y="3025490"/>
              <a:ext cx="158744" cy="171398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9" name="object 59">
              <a:extLst>
                <a:ext uri="{FF2B5EF4-FFF2-40B4-BE49-F238E27FC236}">
                  <a16:creationId xmlns:a16="http://schemas.microsoft.com/office/drawing/2014/main" id="{9F715843-3A71-99B1-0634-5F09EE96E070}"/>
                </a:ext>
              </a:extLst>
            </p:cNvPr>
            <p:cNvSpPr/>
            <p:nvPr/>
          </p:nvSpPr>
          <p:spPr>
            <a:xfrm>
              <a:off x="5797027" y="3025490"/>
              <a:ext cx="158744" cy="171398"/>
            </a:xfrm>
            <a:custGeom>
              <a:avLst/>
              <a:gdLst/>
              <a:ahLst/>
              <a:cxnLst/>
              <a:rect l="l" t="t" r="r" b="b"/>
              <a:pathLst>
                <a:path w="229234" h="245745">
                  <a:moveTo>
                    <a:pt x="0" y="122866"/>
                  </a:moveTo>
                  <a:lnTo>
                    <a:pt x="9005" y="75041"/>
                  </a:lnTo>
                  <a:lnTo>
                    <a:pt x="33565" y="35986"/>
                  </a:lnTo>
                  <a:lnTo>
                    <a:pt x="69993" y="9655"/>
                  </a:lnTo>
                  <a:lnTo>
                    <a:pt x="114600" y="0"/>
                  </a:lnTo>
                  <a:lnTo>
                    <a:pt x="159209" y="9655"/>
                  </a:lnTo>
                  <a:lnTo>
                    <a:pt x="195636" y="35986"/>
                  </a:lnTo>
                  <a:lnTo>
                    <a:pt x="220196" y="75041"/>
                  </a:lnTo>
                  <a:lnTo>
                    <a:pt x="229202" y="122866"/>
                  </a:lnTo>
                  <a:lnTo>
                    <a:pt x="220196" y="170691"/>
                  </a:lnTo>
                  <a:lnTo>
                    <a:pt x="195636" y="209746"/>
                  </a:lnTo>
                  <a:lnTo>
                    <a:pt x="159209" y="236077"/>
                  </a:lnTo>
                  <a:lnTo>
                    <a:pt x="114600" y="245733"/>
                  </a:lnTo>
                  <a:lnTo>
                    <a:pt x="69993" y="236077"/>
                  </a:lnTo>
                  <a:lnTo>
                    <a:pt x="33565" y="209746"/>
                  </a:lnTo>
                  <a:lnTo>
                    <a:pt x="9005" y="170691"/>
                  </a:lnTo>
                  <a:lnTo>
                    <a:pt x="0" y="122866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0" name="object 60">
              <a:extLst>
                <a:ext uri="{FF2B5EF4-FFF2-40B4-BE49-F238E27FC236}">
                  <a16:creationId xmlns:a16="http://schemas.microsoft.com/office/drawing/2014/main" id="{FAF088F4-1EED-22F4-E625-486A6655D563}"/>
                </a:ext>
              </a:extLst>
            </p:cNvPr>
            <p:cNvSpPr txBox="1"/>
            <p:nvPr/>
          </p:nvSpPr>
          <p:spPr>
            <a:xfrm>
              <a:off x="5957357" y="3144516"/>
              <a:ext cx="155569" cy="212160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b="1" spc="-71" dirty="0">
                  <a:latin typeface="Trebuchet MS"/>
                  <a:cs typeface="Trebuchet MS"/>
                </a:rPr>
                <a:t>k</a:t>
              </a:r>
              <a:r>
                <a:rPr sz="980" b="1" spc="-74" baseline="-20000" dirty="0">
                  <a:latin typeface="Trebuchet MS"/>
                  <a:cs typeface="Trebuchet MS"/>
                </a:rPr>
                <a:t>3</a:t>
              </a:r>
              <a:endParaRPr sz="980" baseline="-20000">
                <a:latin typeface="Trebuchet MS"/>
                <a:cs typeface="Trebuchet MS"/>
              </a:endParaRPr>
            </a:p>
          </p:txBody>
        </p:sp>
        <p:sp>
          <p:nvSpPr>
            <p:cNvPr id="61" name="object 61">
              <a:extLst>
                <a:ext uri="{FF2B5EF4-FFF2-40B4-BE49-F238E27FC236}">
                  <a16:creationId xmlns:a16="http://schemas.microsoft.com/office/drawing/2014/main" id="{82A5F748-A3EE-55C7-E68C-2D039C0C8E6A}"/>
                </a:ext>
              </a:extLst>
            </p:cNvPr>
            <p:cNvSpPr txBox="1"/>
            <p:nvPr/>
          </p:nvSpPr>
          <p:spPr>
            <a:xfrm>
              <a:off x="4987431" y="4415719"/>
              <a:ext cx="171444" cy="239309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6640">
                <a:lnSpc>
                  <a:spcPts val="1420"/>
                </a:lnSpc>
                <a:defRPr/>
              </a:pPr>
              <a:r>
                <a:rPr sz="1255" spc="-2" dirty="0">
                  <a:latin typeface="Times New Roman"/>
                  <a:cs typeface="Times New Roman"/>
                </a:rPr>
                <a:t>X</a:t>
              </a:r>
              <a:endParaRPr sz="1255">
                <a:latin typeface="Times New Roman"/>
                <a:cs typeface="Times New Roman"/>
              </a:endParaRPr>
            </a:p>
          </p:txBody>
        </p:sp>
      </p:grpSp>
      <p:sp>
        <p:nvSpPr>
          <p:cNvPr id="65" name="object 2">
            <a:extLst>
              <a:ext uri="{FF2B5EF4-FFF2-40B4-BE49-F238E27FC236}">
                <a16:creationId xmlns:a16="http://schemas.microsoft.com/office/drawing/2014/main" id="{9D773E35-5415-8F49-0A37-26AE00CE49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19" y="195263"/>
            <a:ext cx="6725841" cy="365442"/>
          </a:xfrm>
        </p:spPr>
        <p:txBody>
          <a:bodyPr spcFirstLastPara="1" wrap="square" lIns="0" tIns="6308" rIns="0" bIns="0" rtlCol="0" anchor="t" anchorCtr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pc="-2" dirty="0">
                <a:solidFill>
                  <a:schemeClr val="tx1"/>
                </a:solidFill>
              </a:rPr>
              <a:t>Algoritmo K-Means</a:t>
            </a:r>
            <a:r>
              <a:rPr spc="-26" dirty="0">
                <a:solidFill>
                  <a:schemeClr val="tx1"/>
                </a:solidFill>
              </a:rPr>
              <a:t> </a:t>
            </a:r>
            <a:r>
              <a:rPr spc="-2" dirty="0">
                <a:solidFill>
                  <a:schemeClr val="tx1"/>
                </a:solidFill>
              </a:rPr>
              <a:t>(K-Médias)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1" name="Agrupar 47">
            <a:extLst>
              <a:ext uri="{FF2B5EF4-FFF2-40B4-BE49-F238E27FC236}">
                <a16:creationId xmlns:a16="http://schemas.microsoft.com/office/drawing/2014/main" id="{2F5E1A28-A422-C20C-FD98-5A36CE91A377}"/>
              </a:ext>
            </a:extLst>
          </p:cNvPr>
          <p:cNvGrpSpPr>
            <a:grpSpLocks/>
          </p:cNvGrpSpPr>
          <p:nvPr/>
        </p:nvGrpSpPr>
        <p:grpSpPr bwMode="auto">
          <a:xfrm>
            <a:off x="2472928" y="1566862"/>
            <a:ext cx="4310063" cy="2881065"/>
            <a:chOff x="1433147" y="814771"/>
            <a:chExt cx="5748130" cy="3840257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C411E93B-6457-C085-4859-7AA5CCC62D54}"/>
                </a:ext>
              </a:extLst>
            </p:cNvPr>
            <p:cNvSpPr/>
            <p:nvPr/>
          </p:nvSpPr>
          <p:spPr>
            <a:xfrm>
              <a:off x="3610132" y="3479377"/>
              <a:ext cx="112740" cy="12061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D9A5DDA-2616-A412-482D-D6CB7A40AFEF}"/>
                </a:ext>
              </a:extLst>
            </p:cNvPr>
            <p:cNvSpPr/>
            <p:nvPr/>
          </p:nvSpPr>
          <p:spPr>
            <a:xfrm>
              <a:off x="3716520" y="3650776"/>
              <a:ext cx="112739" cy="12061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2609890-EF43-A080-1064-3D178D839579}"/>
                </a:ext>
              </a:extLst>
            </p:cNvPr>
            <p:cNvSpPr/>
            <p:nvPr/>
          </p:nvSpPr>
          <p:spPr>
            <a:xfrm>
              <a:off x="3556144" y="3822174"/>
              <a:ext cx="112740" cy="12061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7F38CFAE-C7FD-507D-2616-57DA3DDF5094}"/>
                </a:ext>
              </a:extLst>
            </p:cNvPr>
            <p:cNvSpPr/>
            <p:nvPr/>
          </p:nvSpPr>
          <p:spPr>
            <a:xfrm>
              <a:off x="3395768" y="3307979"/>
              <a:ext cx="114327" cy="12061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937665B-4935-75C3-DA7F-C5839550A98E}"/>
                </a:ext>
              </a:extLst>
            </p:cNvPr>
            <p:cNvSpPr/>
            <p:nvPr/>
          </p:nvSpPr>
          <p:spPr>
            <a:xfrm>
              <a:off x="3395768" y="1538452"/>
              <a:ext cx="114327" cy="12061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164DCFC7-DA49-7EEA-4206-2F012E84BB82}"/>
                </a:ext>
              </a:extLst>
            </p:cNvPr>
            <p:cNvSpPr/>
            <p:nvPr/>
          </p:nvSpPr>
          <p:spPr>
            <a:xfrm>
              <a:off x="3395768" y="2679520"/>
              <a:ext cx="114327" cy="1222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CA183149-EF6C-ABC3-18B5-09CF2CF0212B}"/>
                </a:ext>
              </a:extLst>
            </p:cNvPr>
            <p:cNvSpPr/>
            <p:nvPr/>
          </p:nvSpPr>
          <p:spPr>
            <a:xfrm>
              <a:off x="3395768" y="3822174"/>
              <a:ext cx="114327" cy="12061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E091B5A8-2588-481E-1FA9-9822A2942CD7}"/>
                </a:ext>
              </a:extLst>
            </p:cNvPr>
            <p:cNvSpPr/>
            <p:nvPr/>
          </p:nvSpPr>
          <p:spPr>
            <a:xfrm>
              <a:off x="3076604" y="3079448"/>
              <a:ext cx="114327" cy="12061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56C61BAF-7B60-C454-7B65-3A56F9EDFB36}"/>
                </a:ext>
              </a:extLst>
            </p:cNvPr>
            <p:cNvSpPr/>
            <p:nvPr/>
          </p:nvSpPr>
          <p:spPr>
            <a:xfrm>
              <a:off x="4567625" y="2850918"/>
              <a:ext cx="114327" cy="1222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9E111065-39F3-E2F3-F3C3-3466E9ABDE1B}"/>
                </a:ext>
              </a:extLst>
            </p:cNvPr>
            <p:cNvSpPr/>
            <p:nvPr/>
          </p:nvSpPr>
          <p:spPr>
            <a:xfrm>
              <a:off x="6058644" y="1367054"/>
              <a:ext cx="114327" cy="12061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7578C3CC-49B7-7F42-F575-8C900302B829}"/>
                </a:ext>
              </a:extLst>
            </p:cNvPr>
            <p:cNvSpPr/>
            <p:nvPr/>
          </p:nvSpPr>
          <p:spPr>
            <a:xfrm>
              <a:off x="6382572" y="1427361"/>
              <a:ext cx="106389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14"/>
                  </a:lnTo>
                  <a:lnTo>
                    <a:pt x="76403" y="163817"/>
                  </a:lnTo>
                  <a:lnTo>
                    <a:pt x="152806" y="81914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A6636F8B-9036-683A-FFB5-193C877854E1}"/>
                </a:ext>
              </a:extLst>
            </p:cNvPr>
            <p:cNvSpPr/>
            <p:nvPr/>
          </p:nvSpPr>
          <p:spPr>
            <a:xfrm>
              <a:off x="6382572" y="1427361"/>
              <a:ext cx="106389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AAE1EE74-9885-5491-9BE6-19270F0A9513}"/>
                </a:ext>
              </a:extLst>
            </p:cNvPr>
            <p:cNvSpPr/>
            <p:nvPr/>
          </p:nvSpPr>
          <p:spPr>
            <a:xfrm>
              <a:off x="6276185" y="1541626"/>
              <a:ext cx="106388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14"/>
                  </a:lnTo>
                  <a:lnTo>
                    <a:pt x="76403" y="163829"/>
                  </a:lnTo>
                  <a:lnTo>
                    <a:pt x="152806" y="81914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48CFB1B6-BC38-743A-065D-8310E58A11FB}"/>
                </a:ext>
              </a:extLst>
            </p:cNvPr>
            <p:cNvSpPr/>
            <p:nvPr/>
          </p:nvSpPr>
          <p:spPr>
            <a:xfrm>
              <a:off x="6276185" y="1541626"/>
              <a:ext cx="106388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37DCF74C-6115-3F4A-6001-0F77644A7DF1}"/>
                </a:ext>
              </a:extLst>
            </p:cNvPr>
            <p:cNvSpPr/>
            <p:nvPr/>
          </p:nvSpPr>
          <p:spPr>
            <a:xfrm>
              <a:off x="6169796" y="1655891"/>
              <a:ext cx="106389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02"/>
                  </a:lnTo>
                  <a:lnTo>
                    <a:pt x="76403" y="163817"/>
                  </a:lnTo>
                  <a:lnTo>
                    <a:pt x="152806" y="81902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01FA3A43-04D7-228E-CC19-40DB512F935B}"/>
                </a:ext>
              </a:extLst>
            </p:cNvPr>
            <p:cNvSpPr/>
            <p:nvPr/>
          </p:nvSpPr>
          <p:spPr>
            <a:xfrm>
              <a:off x="6169796" y="1655891"/>
              <a:ext cx="106389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41605135-02B6-C80A-955A-281DD9378A7B}"/>
                </a:ext>
              </a:extLst>
            </p:cNvPr>
            <p:cNvSpPr/>
            <p:nvPr/>
          </p:nvSpPr>
          <p:spPr>
            <a:xfrm>
              <a:off x="6382572" y="1770157"/>
              <a:ext cx="106389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14"/>
                  </a:lnTo>
                  <a:lnTo>
                    <a:pt x="76403" y="163817"/>
                  </a:lnTo>
                  <a:lnTo>
                    <a:pt x="152806" y="81914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8A260E4A-644F-6B5A-9294-B347536E0C5D}"/>
                </a:ext>
              </a:extLst>
            </p:cNvPr>
            <p:cNvSpPr/>
            <p:nvPr/>
          </p:nvSpPr>
          <p:spPr>
            <a:xfrm>
              <a:off x="6382572" y="1770157"/>
              <a:ext cx="106389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2992BF96-C3C9-2456-B9EA-BEE96F06B899}"/>
                </a:ext>
              </a:extLst>
            </p:cNvPr>
            <p:cNvSpPr/>
            <p:nvPr/>
          </p:nvSpPr>
          <p:spPr>
            <a:xfrm>
              <a:off x="6592173" y="2052646"/>
              <a:ext cx="112740" cy="12061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764B11B6-BC9E-664F-D3D9-52AEA60B05BA}"/>
                </a:ext>
              </a:extLst>
            </p:cNvPr>
            <p:cNvSpPr/>
            <p:nvPr/>
          </p:nvSpPr>
          <p:spPr>
            <a:xfrm>
              <a:off x="5366328" y="1367054"/>
              <a:ext cx="114327" cy="12061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93FB98E6-899B-8FF4-7658-F238E7CB9ABB}"/>
                </a:ext>
              </a:extLst>
            </p:cNvPr>
            <p:cNvSpPr/>
            <p:nvPr/>
          </p:nvSpPr>
          <p:spPr>
            <a:xfrm>
              <a:off x="5580693" y="2452575"/>
              <a:ext cx="112739" cy="12061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12FACB53-B4F6-BCE9-A06B-B0BE1C3A6ADB}"/>
                </a:ext>
              </a:extLst>
            </p:cNvPr>
            <p:cNvSpPr/>
            <p:nvPr/>
          </p:nvSpPr>
          <p:spPr>
            <a:xfrm>
              <a:off x="5580693" y="3593643"/>
              <a:ext cx="112739" cy="12061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F04BC1DA-5888-9158-D1E0-C69674122A33}"/>
                </a:ext>
              </a:extLst>
            </p:cNvPr>
            <p:cNvSpPr/>
            <p:nvPr/>
          </p:nvSpPr>
          <p:spPr>
            <a:xfrm>
              <a:off x="5845868" y="3822174"/>
              <a:ext cx="114327" cy="12061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B46D5827-A67C-0642-B213-EE0A3F019F1F}"/>
                </a:ext>
              </a:extLst>
            </p:cNvPr>
            <p:cNvSpPr/>
            <p:nvPr/>
          </p:nvSpPr>
          <p:spPr>
            <a:xfrm>
              <a:off x="6112632" y="3250847"/>
              <a:ext cx="112740" cy="12061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9AC279D3-4036-281A-B735-4F3182ED91B6}"/>
                </a:ext>
              </a:extLst>
            </p:cNvPr>
            <p:cNvSpPr/>
            <p:nvPr/>
          </p:nvSpPr>
          <p:spPr>
            <a:xfrm>
              <a:off x="5526705" y="2793785"/>
              <a:ext cx="112739" cy="122200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D3B4475B-5695-8CFD-EA06-1245F92D097E}"/>
                </a:ext>
              </a:extLst>
            </p:cNvPr>
            <p:cNvSpPr/>
            <p:nvPr/>
          </p:nvSpPr>
          <p:spPr>
            <a:xfrm>
              <a:off x="4994764" y="3136581"/>
              <a:ext cx="112740" cy="12061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3FE0CE63-DE85-ABDC-FB96-D497D17FCC13}"/>
                </a:ext>
              </a:extLst>
            </p:cNvPr>
            <p:cNvSpPr/>
            <p:nvPr/>
          </p:nvSpPr>
          <p:spPr>
            <a:xfrm>
              <a:off x="6379396" y="3479377"/>
              <a:ext cx="112740" cy="12061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737734E9-1462-6AF6-AD24-BF81AFFB3C81}"/>
                </a:ext>
              </a:extLst>
            </p:cNvPr>
            <p:cNvSpPr/>
            <p:nvPr/>
          </p:nvSpPr>
          <p:spPr>
            <a:xfrm>
              <a:off x="6273009" y="3765041"/>
              <a:ext cx="112739" cy="12061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C720948F-20FE-E0CE-7AB9-922FAC4E7384}"/>
                </a:ext>
              </a:extLst>
            </p:cNvPr>
            <p:cNvSpPr/>
            <p:nvPr/>
          </p:nvSpPr>
          <p:spPr>
            <a:xfrm>
              <a:off x="6166620" y="3022316"/>
              <a:ext cx="112740" cy="12061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7A04D694-E56F-7E87-928A-B8F1648C6B05}"/>
                </a:ext>
              </a:extLst>
            </p:cNvPr>
            <p:cNvSpPr/>
            <p:nvPr/>
          </p:nvSpPr>
          <p:spPr>
            <a:xfrm>
              <a:off x="6592173" y="3936439"/>
              <a:ext cx="112740" cy="12061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B7810049-5465-1126-51BA-122FDA8AE8A8}"/>
                </a:ext>
              </a:extLst>
            </p:cNvPr>
            <p:cNvSpPr/>
            <p:nvPr/>
          </p:nvSpPr>
          <p:spPr>
            <a:xfrm>
              <a:off x="6006245" y="1938381"/>
              <a:ext cx="112739" cy="12061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FAB8B19E-CCAA-108E-115D-C57A564F6ED7}"/>
                </a:ext>
              </a:extLst>
            </p:cNvPr>
            <p:cNvSpPr/>
            <p:nvPr/>
          </p:nvSpPr>
          <p:spPr>
            <a:xfrm>
              <a:off x="3027380" y="1084564"/>
              <a:ext cx="0" cy="3140712"/>
            </a:xfrm>
            <a:custGeom>
              <a:avLst/>
              <a:gdLst/>
              <a:ahLst/>
              <a:cxnLst/>
              <a:rect l="l" t="t" r="r" b="b"/>
              <a:pathLst>
                <a:path h="4505325">
                  <a:moveTo>
                    <a:pt x="0" y="0"/>
                  </a:moveTo>
                  <a:lnTo>
                    <a:pt x="0" y="4505102"/>
                  </a:lnTo>
                </a:path>
              </a:pathLst>
            </a:custGeom>
            <a:ln w="9512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1E1B7A4E-3640-4809-E4FE-7F24493A8BFC}"/>
                </a:ext>
              </a:extLst>
            </p:cNvPr>
            <p:cNvSpPr/>
            <p:nvPr/>
          </p:nvSpPr>
          <p:spPr>
            <a:xfrm>
              <a:off x="3027380" y="4225277"/>
              <a:ext cx="4153897" cy="0"/>
            </a:xfrm>
            <a:custGeom>
              <a:avLst/>
              <a:gdLst/>
              <a:ahLst/>
              <a:cxnLst/>
              <a:rect l="l" t="t" r="r" b="b"/>
              <a:pathLst>
                <a:path w="5959475">
                  <a:moveTo>
                    <a:pt x="0" y="0"/>
                  </a:moveTo>
                  <a:lnTo>
                    <a:pt x="5959224" y="0"/>
                  </a:lnTo>
                </a:path>
              </a:pathLst>
            </a:custGeom>
            <a:ln w="9514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6116" name="object 36">
              <a:extLst>
                <a:ext uri="{FF2B5EF4-FFF2-40B4-BE49-F238E27FC236}">
                  <a16:creationId xmlns:a16="http://schemas.microsoft.com/office/drawing/2014/main" id="{D690E64F-AFF7-08C8-0352-2A2B3F1FAE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3147" y="814771"/>
              <a:ext cx="1449735" cy="1525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35854" rIns="0" bIns="0">
              <a:spAutoFit/>
            </a:bodyPr>
            <a:lstStyle>
              <a:lvl1pPr marL="114300" indent="-106363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7000"/>
                </a:lnSpc>
                <a:spcBef>
                  <a:spcPts val="281"/>
                </a:spcBef>
                <a:buNone/>
              </a:pPr>
              <a:r>
                <a:rPr lang="en-US" altLang="en-US" sz="1425"/>
                <a:t>Passo 4  </a:t>
              </a:r>
              <a:r>
                <a:rPr lang="en-US" alt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Redefina os  centroides mais</a:t>
              </a:r>
            </a:p>
            <a:p>
              <a:pPr>
                <a:lnSpc>
                  <a:spcPct val="101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próximos de  cada instância</a:t>
              </a:r>
            </a:p>
            <a:p>
              <a:pPr algn="r">
                <a:spcBef>
                  <a:spcPts val="254"/>
                </a:spcBef>
                <a:buNone/>
              </a:pPr>
              <a:r>
                <a:rPr lang="en-US" alt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46117" name="object 37">
              <a:extLst>
                <a:ext uri="{FF2B5EF4-FFF2-40B4-BE49-F238E27FC236}">
                  <a16:creationId xmlns:a16="http://schemas.microsoft.com/office/drawing/2014/main" id="{7D13499A-8019-3020-EA2C-02143EE739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9535" y="2573189"/>
              <a:ext cx="1356051" cy="739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5312" rIns="0" bIns="0">
              <a:spAutoFit/>
            </a:bodyPr>
            <a:lstStyle>
              <a:lvl1pPr marL="7938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1000"/>
                </a:lnSpc>
                <a:spcBef>
                  <a:spcPts val="38"/>
                </a:spcBef>
                <a:buNone/>
              </a:pPr>
              <a:r>
                <a:rPr lang="en-US" altLang="en-US" sz="12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Quais instâcias  trocam de  grupo?</a:t>
              </a:r>
              <a:endPara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1D8DE243-F336-5578-C48B-E3447FC1C5FB}"/>
                </a:ext>
              </a:extLst>
            </p:cNvPr>
            <p:cNvSpPr/>
            <p:nvPr/>
          </p:nvSpPr>
          <p:spPr>
            <a:xfrm>
              <a:off x="5690256" y="1713024"/>
              <a:ext cx="158788" cy="17139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1CCCB2C5-478C-5183-E0DE-3EA0495C701A}"/>
                </a:ext>
              </a:extLst>
            </p:cNvPr>
            <p:cNvSpPr/>
            <p:nvPr/>
          </p:nvSpPr>
          <p:spPr>
            <a:xfrm>
              <a:off x="5690256" y="1713024"/>
              <a:ext cx="158788" cy="171398"/>
            </a:xfrm>
            <a:custGeom>
              <a:avLst/>
              <a:gdLst/>
              <a:ahLst/>
              <a:cxnLst/>
              <a:rect l="l" t="t" r="r" b="b"/>
              <a:pathLst>
                <a:path w="229235" h="245744">
                  <a:moveTo>
                    <a:pt x="0" y="122866"/>
                  </a:moveTo>
                  <a:lnTo>
                    <a:pt x="9005" y="75041"/>
                  </a:lnTo>
                  <a:lnTo>
                    <a:pt x="33565" y="35986"/>
                  </a:lnTo>
                  <a:lnTo>
                    <a:pt x="69992" y="9655"/>
                  </a:lnTo>
                  <a:lnTo>
                    <a:pt x="114600" y="0"/>
                  </a:lnTo>
                  <a:lnTo>
                    <a:pt x="159208" y="9655"/>
                  </a:lnTo>
                  <a:lnTo>
                    <a:pt x="195636" y="35986"/>
                  </a:lnTo>
                  <a:lnTo>
                    <a:pt x="220196" y="75041"/>
                  </a:lnTo>
                  <a:lnTo>
                    <a:pt x="229201" y="122866"/>
                  </a:lnTo>
                  <a:lnTo>
                    <a:pt x="220196" y="170691"/>
                  </a:lnTo>
                  <a:lnTo>
                    <a:pt x="195636" y="209746"/>
                  </a:lnTo>
                  <a:lnTo>
                    <a:pt x="159208" y="236077"/>
                  </a:lnTo>
                  <a:lnTo>
                    <a:pt x="114600" y="245733"/>
                  </a:lnTo>
                  <a:lnTo>
                    <a:pt x="69992" y="236077"/>
                  </a:lnTo>
                  <a:lnTo>
                    <a:pt x="33565" y="209746"/>
                  </a:lnTo>
                  <a:lnTo>
                    <a:pt x="9005" y="170691"/>
                  </a:lnTo>
                  <a:lnTo>
                    <a:pt x="0" y="122866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C2431734-5340-1D62-EF3B-4B118531646B}"/>
                </a:ext>
              </a:extLst>
            </p:cNvPr>
            <p:cNvSpPr txBox="1"/>
            <p:nvPr/>
          </p:nvSpPr>
          <p:spPr>
            <a:xfrm>
              <a:off x="5850632" y="1792375"/>
              <a:ext cx="150848" cy="212160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spc="-53" dirty="0">
                  <a:latin typeface="Trebuchet MS"/>
                  <a:cs typeface="Trebuchet MS"/>
                </a:rPr>
                <a:t>k</a:t>
              </a:r>
              <a:r>
                <a:rPr sz="980" spc="-11" baseline="-20000" dirty="0">
                  <a:latin typeface="Trebuchet MS"/>
                  <a:cs typeface="Trebuchet MS"/>
                </a:rPr>
                <a:t>1</a:t>
              </a:r>
              <a:endParaRPr sz="980" baseline="-20000">
                <a:latin typeface="Trebuchet MS"/>
                <a:cs typeface="Trebuchet MS"/>
              </a:endParaRPr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742EB964-B78B-0E16-3448-EDCF8B9C16CB}"/>
                </a:ext>
              </a:extLst>
            </p:cNvPr>
            <p:cNvSpPr/>
            <p:nvPr/>
          </p:nvSpPr>
          <p:spPr>
            <a:xfrm>
              <a:off x="3772096" y="3254021"/>
              <a:ext cx="160377" cy="17139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44280BF6-90A1-291E-6C76-3EF3FCF36493}"/>
                </a:ext>
              </a:extLst>
            </p:cNvPr>
            <p:cNvSpPr txBox="1"/>
            <p:nvPr/>
          </p:nvSpPr>
          <p:spPr>
            <a:xfrm>
              <a:off x="3934059" y="3373047"/>
              <a:ext cx="150850" cy="212160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spc="-53" dirty="0">
                  <a:latin typeface="Trebuchet MS"/>
                  <a:cs typeface="Trebuchet MS"/>
                </a:rPr>
                <a:t>k</a:t>
              </a:r>
              <a:r>
                <a:rPr sz="980" spc="-11" baseline="-20000" dirty="0">
                  <a:latin typeface="Trebuchet MS"/>
                  <a:cs typeface="Trebuchet MS"/>
                </a:rPr>
                <a:t>2</a:t>
              </a:r>
              <a:endParaRPr sz="980" baseline="-20000">
                <a:latin typeface="Trebuchet MS"/>
                <a:cs typeface="Trebuchet MS"/>
              </a:endParaRPr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5A6226F5-8A47-BE86-AD28-DDFB9E1F57C4}"/>
                </a:ext>
              </a:extLst>
            </p:cNvPr>
            <p:cNvSpPr/>
            <p:nvPr/>
          </p:nvSpPr>
          <p:spPr>
            <a:xfrm>
              <a:off x="5796645" y="3025490"/>
              <a:ext cx="158788" cy="171398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90455424-5099-DADA-AA28-B4C21EB3A8E9}"/>
                </a:ext>
              </a:extLst>
            </p:cNvPr>
            <p:cNvSpPr/>
            <p:nvPr/>
          </p:nvSpPr>
          <p:spPr>
            <a:xfrm>
              <a:off x="5796645" y="3025490"/>
              <a:ext cx="160376" cy="171398"/>
            </a:xfrm>
            <a:custGeom>
              <a:avLst/>
              <a:gdLst/>
              <a:ahLst/>
              <a:cxnLst/>
              <a:rect l="l" t="t" r="r" b="b"/>
              <a:pathLst>
                <a:path w="229234" h="245745">
                  <a:moveTo>
                    <a:pt x="0" y="122866"/>
                  </a:moveTo>
                  <a:lnTo>
                    <a:pt x="9005" y="75041"/>
                  </a:lnTo>
                  <a:lnTo>
                    <a:pt x="33565" y="35986"/>
                  </a:lnTo>
                  <a:lnTo>
                    <a:pt x="69993" y="9655"/>
                  </a:lnTo>
                  <a:lnTo>
                    <a:pt x="114600" y="0"/>
                  </a:lnTo>
                  <a:lnTo>
                    <a:pt x="159209" y="9655"/>
                  </a:lnTo>
                  <a:lnTo>
                    <a:pt x="195636" y="35986"/>
                  </a:lnTo>
                  <a:lnTo>
                    <a:pt x="220196" y="75041"/>
                  </a:lnTo>
                  <a:lnTo>
                    <a:pt x="229202" y="122866"/>
                  </a:lnTo>
                  <a:lnTo>
                    <a:pt x="220196" y="170691"/>
                  </a:lnTo>
                  <a:lnTo>
                    <a:pt x="195636" y="209746"/>
                  </a:lnTo>
                  <a:lnTo>
                    <a:pt x="159209" y="236077"/>
                  </a:lnTo>
                  <a:lnTo>
                    <a:pt x="114600" y="245733"/>
                  </a:lnTo>
                  <a:lnTo>
                    <a:pt x="69993" y="236077"/>
                  </a:lnTo>
                  <a:lnTo>
                    <a:pt x="33565" y="209746"/>
                  </a:lnTo>
                  <a:lnTo>
                    <a:pt x="9005" y="170691"/>
                  </a:lnTo>
                  <a:lnTo>
                    <a:pt x="0" y="122866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FC2C3AAA-FB81-1B46-BF66-58B34A6FE64A}"/>
                </a:ext>
              </a:extLst>
            </p:cNvPr>
            <p:cNvSpPr txBox="1"/>
            <p:nvPr/>
          </p:nvSpPr>
          <p:spPr>
            <a:xfrm>
              <a:off x="5957021" y="3144516"/>
              <a:ext cx="152437" cy="212160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spc="-53" dirty="0">
                  <a:latin typeface="Trebuchet MS"/>
                  <a:cs typeface="Trebuchet MS"/>
                </a:rPr>
                <a:t>k</a:t>
              </a:r>
              <a:r>
                <a:rPr sz="980" spc="-11" baseline="-20000" dirty="0">
                  <a:latin typeface="Trebuchet MS"/>
                  <a:cs typeface="Trebuchet MS"/>
                </a:rPr>
                <a:t>3</a:t>
              </a:r>
              <a:endParaRPr sz="980" baseline="-20000">
                <a:latin typeface="Trebuchet MS"/>
                <a:cs typeface="Trebuchet MS"/>
              </a:endParaRPr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286DF41F-8CDE-BC65-6AEF-3A18C225E201}"/>
                </a:ext>
              </a:extLst>
            </p:cNvPr>
            <p:cNvSpPr txBox="1"/>
            <p:nvPr/>
          </p:nvSpPr>
          <p:spPr>
            <a:xfrm>
              <a:off x="4988413" y="4415719"/>
              <a:ext cx="171490" cy="239309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6640">
                <a:lnSpc>
                  <a:spcPts val="1420"/>
                </a:lnSpc>
                <a:defRPr/>
              </a:pPr>
              <a:r>
                <a:rPr sz="1255" spc="-2" dirty="0">
                  <a:latin typeface="Times New Roman"/>
                  <a:cs typeface="Times New Roman"/>
                </a:rPr>
                <a:t>X</a:t>
              </a:r>
              <a:endParaRPr sz="1255">
                <a:latin typeface="Times New Roman"/>
                <a:cs typeface="Times New Roman"/>
              </a:endParaRPr>
            </a:p>
          </p:txBody>
        </p:sp>
      </p:grpSp>
      <p:sp>
        <p:nvSpPr>
          <p:cNvPr id="50" name="object 2">
            <a:extLst>
              <a:ext uri="{FF2B5EF4-FFF2-40B4-BE49-F238E27FC236}">
                <a16:creationId xmlns:a16="http://schemas.microsoft.com/office/drawing/2014/main" id="{213FCCA1-466B-68BB-DC85-8F3199DEF9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19" y="195263"/>
            <a:ext cx="6725841" cy="365442"/>
          </a:xfrm>
        </p:spPr>
        <p:txBody>
          <a:bodyPr spcFirstLastPara="1" wrap="square" lIns="0" tIns="6308" rIns="0" bIns="0" rtlCol="0" anchor="t" anchorCtr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pc="-2" dirty="0">
                <a:solidFill>
                  <a:schemeClr val="tx1"/>
                </a:solidFill>
              </a:rPr>
              <a:t>Algoritmo K-Means</a:t>
            </a:r>
            <a:r>
              <a:rPr spc="-26" dirty="0">
                <a:solidFill>
                  <a:schemeClr val="tx1"/>
                </a:solidFill>
              </a:rPr>
              <a:t> </a:t>
            </a:r>
            <a:r>
              <a:rPr spc="-2" dirty="0">
                <a:solidFill>
                  <a:schemeClr val="tx1"/>
                </a:solidFill>
              </a:rPr>
              <a:t>(K-Médias)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105" name="Agrupar 53">
            <a:extLst>
              <a:ext uri="{FF2B5EF4-FFF2-40B4-BE49-F238E27FC236}">
                <a16:creationId xmlns:a16="http://schemas.microsoft.com/office/drawing/2014/main" id="{1E9D11C0-8F5A-FD24-687B-F3D581F74010}"/>
              </a:ext>
            </a:extLst>
          </p:cNvPr>
          <p:cNvGrpSpPr>
            <a:grpSpLocks/>
          </p:cNvGrpSpPr>
          <p:nvPr/>
        </p:nvGrpSpPr>
        <p:grpSpPr bwMode="auto">
          <a:xfrm>
            <a:off x="2475310" y="1543050"/>
            <a:ext cx="4311253" cy="2881065"/>
            <a:chOff x="1433147" y="814771"/>
            <a:chExt cx="5748130" cy="3840257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16EA8D67-D9A7-310C-C1EE-CC64B3523732}"/>
                </a:ext>
              </a:extLst>
            </p:cNvPr>
            <p:cNvSpPr txBox="1"/>
            <p:nvPr/>
          </p:nvSpPr>
          <p:spPr>
            <a:xfrm>
              <a:off x="1433147" y="814771"/>
              <a:ext cx="912779" cy="308824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1464" spc="-2" dirty="0"/>
                <a:t>Passo</a:t>
              </a:r>
              <a:r>
                <a:rPr sz="1464" spc="-42" dirty="0"/>
                <a:t> </a:t>
              </a:r>
              <a:r>
                <a:rPr sz="1464" spc="-2" dirty="0"/>
                <a:t>4</a:t>
              </a:r>
              <a:endParaRPr sz="1464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DB2C299-44DB-0992-79DE-57EFFC230346}"/>
                </a:ext>
              </a:extLst>
            </p:cNvPr>
            <p:cNvSpPr/>
            <p:nvPr/>
          </p:nvSpPr>
          <p:spPr>
            <a:xfrm>
              <a:off x="3609531" y="3479377"/>
              <a:ext cx="112709" cy="12061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E4F0E66-1A91-CAD1-47C4-1592736AD14A}"/>
                </a:ext>
              </a:extLst>
            </p:cNvPr>
            <p:cNvSpPr/>
            <p:nvPr/>
          </p:nvSpPr>
          <p:spPr>
            <a:xfrm>
              <a:off x="3715890" y="3650776"/>
              <a:ext cx="112708" cy="12061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EA4B6EB-5C52-A1F9-86D4-C2CA171614C4}"/>
                </a:ext>
              </a:extLst>
            </p:cNvPr>
            <p:cNvSpPr/>
            <p:nvPr/>
          </p:nvSpPr>
          <p:spPr>
            <a:xfrm>
              <a:off x="3555558" y="3822174"/>
              <a:ext cx="114296" cy="12061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E692906D-95A1-EF87-D373-36B6974DCE94}"/>
                </a:ext>
              </a:extLst>
            </p:cNvPr>
            <p:cNvSpPr/>
            <p:nvPr/>
          </p:nvSpPr>
          <p:spPr>
            <a:xfrm>
              <a:off x="3396813" y="3307979"/>
              <a:ext cx="112709" cy="12061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08CFDCF6-516E-C6E7-233D-2872950DDAB6}"/>
                </a:ext>
              </a:extLst>
            </p:cNvPr>
            <p:cNvSpPr/>
            <p:nvPr/>
          </p:nvSpPr>
          <p:spPr>
            <a:xfrm>
              <a:off x="3396813" y="1538452"/>
              <a:ext cx="112709" cy="12061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36CFD713-16BC-7CAA-1E80-3023BDE7B4E3}"/>
                </a:ext>
              </a:extLst>
            </p:cNvPr>
            <p:cNvSpPr/>
            <p:nvPr/>
          </p:nvSpPr>
          <p:spPr>
            <a:xfrm>
              <a:off x="3396813" y="2679520"/>
              <a:ext cx="112709" cy="1222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5439CC76-64B2-B137-8B70-A835733C1073}"/>
                </a:ext>
              </a:extLst>
            </p:cNvPr>
            <p:cNvSpPr/>
            <p:nvPr/>
          </p:nvSpPr>
          <p:spPr>
            <a:xfrm>
              <a:off x="3396813" y="3822174"/>
              <a:ext cx="112709" cy="12061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C37DE66C-C82B-D3DE-3A9A-BDA6F8DBAE9C}"/>
                </a:ext>
              </a:extLst>
            </p:cNvPr>
            <p:cNvSpPr/>
            <p:nvPr/>
          </p:nvSpPr>
          <p:spPr>
            <a:xfrm>
              <a:off x="3077738" y="3079448"/>
              <a:ext cx="112708" cy="12061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6A5BCC73-39D7-5660-64C8-3C32DC80AAC6}"/>
                </a:ext>
              </a:extLst>
            </p:cNvPr>
            <p:cNvSpPr/>
            <p:nvPr/>
          </p:nvSpPr>
          <p:spPr>
            <a:xfrm>
              <a:off x="4568346" y="2850918"/>
              <a:ext cx="112709" cy="12220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F54A2D56-605C-10B2-46BC-547B682E3D40}"/>
                </a:ext>
              </a:extLst>
            </p:cNvPr>
            <p:cNvSpPr/>
            <p:nvPr/>
          </p:nvSpPr>
          <p:spPr>
            <a:xfrm>
              <a:off x="6058955" y="1367054"/>
              <a:ext cx="114296" cy="12061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5C77F3C7-3491-F998-E2C4-E900BE6F6617}"/>
                </a:ext>
              </a:extLst>
            </p:cNvPr>
            <p:cNvSpPr/>
            <p:nvPr/>
          </p:nvSpPr>
          <p:spPr>
            <a:xfrm>
              <a:off x="6382794" y="1427361"/>
              <a:ext cx="106358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14"/>
                  </a:lnTo>
                  <a:lnTo>
                    <a:pt x="76403" y="163817"/>
                  </a:lnTo>
                  <a:lnTo>
                    <a:pt x="152806" y="81914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72C015D4-5214-726F-C748-7144268A2787}"/>
                </a:ext>
              </a:extLst>
            </p:cNvPr>
            <p:cNvSpPr/>
            <p:nvPr/>
          </p:nvSpPr>
          <p:spPr>
            <a:xfrm>
              <a:off x="6382794" y="1427361"/>
              <a:ext cx="106358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AA5D464B-1BEE-E4E7-6142-4F6B8118F0AF}"/>
                </a:ext>
              </a:extLst>
            </p:cNvPr>
            <p:cNvSpPr/>
            <p:nvPr/>
          </p:nvSpPr>
          <p:spPr>
            <a:xfrm>
              <a:off x="6276435" y="1541626"/>
              <a:ext cx="106359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14"/>
                  </a:lnTo>
                  <a:lnTo>
                    <a:pt x="76403" y="163829"/>
                  </a:lnTo>
                  <a:lnTo>
                    <a:pt x="152806" y="81914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BA760AF8-1BF8-DEEE-4770-7EF48BD40ADB}"/>
                </a:ext>
              </a:extLst>
            </p:cNvPr>
            <p:cNvSpPr/>
            <p:nvPr/>
          </p:nvSpPr>
          <p:spPr>
            <a:xfrm>
              <a:off x="6276435" y="1541626"/>
              <a:ext cx="106359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4EE55040-A042-B92B-4630-E4258794B201}"/>
                </a:ext>
              </a:extLst>
            </p:cNvPr>
            <p:cNvSpPr/>
            <p:nvPr/>
          </p:nvSpPr>
          <p:spPr>
            <a:xfrm>
              <a:off x="6168488" y="1655891"/>
              <a:ext cx="107946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02"/>
                  </a:lnTo>
                  <a:lnTo>
                    <a:pt x="76403" y="163817"/>
                  </a:lnTo>
                  <a:lnTo>
                    <a:pt x="152806" y="81902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8083655B-75EE-2E3E-B31D-A205078EDCAC}"/>
                </a:ext>
              </a:extLst>
            </p:cNvPr>
            <p:cNvSpPr/>
            <p:nvPr/>
          </p:nvSpPr>
          <p:spPr>
            <a:xfrm>
              <a:off x="6168488" y="1655891"/>
              <a:ext cx="107946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36FF353B-5E3A-EE08-6874-AE4761B51A3B}"/>
                </a:ext>
              </a:extLst>
            </p:cNvPr>
            <p:cNvSpPr/>
            <p:nvPr/>
          </p:nvSpPr>
          <p:spPr>
            <a:xfrm>
              <a:off x="6382794" y="1770157"/>
              <a:ext cx="106358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14"/>
                  </a:lnTo>
                  <a:lnTo>
                    <a:pt x="76403" y="163817"/>
                  </a:lnTo>
                  <a:lnTo>
                    <a:pt x="152806" y="81914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1B6955AA-B68C-324E-15F5-AFCE0F4D27D2}"/>
                </a:ext>
              </a:extLst>
            </p:cNvPr>
            <p:cNvSpPr/>
            <p:nvPr/>
          </p:nvSpPr>
          <p:spPr>
            <a:xfrm>
              <a:off x="6382794" y="1770157"/>
              <a:ext cx="106358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414A2ABE-8A09-978E-9DD4-CEF76448B962}"/>
                </a:ext>
              </a:extLst>
            </p:cNvPr>
            <p:cNvSpPr/>
            <p:nvPr/>
          </p:nvSpPr>
          <p:spPr>
            <a:xfrm>
              <a:off x="6592336" y="2052646"/>
              <a:ext cx="112708" cy="12061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7FBDFED7-6DA5-781A-8625-903C4CD3581A}"/>
                </a:ext>
              </a:extLst>
            </p:cNvPr>
            <p:cNvSpPr/>
            <p:nvPr/>
          </p:nvSpPr>
          <p:spPr>
            <a:xfrm>
              <a:off x="5366830" y="1367054"/>
              <a:ext cx="112708" cy="12061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996B8D64-8EBB-A8E0-B9B1-ED47A1C73E69}"/>
                </a:ext>
              </a:extLst>
            </p:cNvPr>
            <p:cNvSpPr/>
            <p:nvPr/>
          </p:nvSpPr>
          <p:spPr>
            <a:xfrm>
              <a:off x="5579548" y="2452575"/>
              <a:ext cx="114296" cy="12061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57F6D9B8-7D3A-1209-1B15-6CF72E001A39}"/>
                </a:ext>
              </a:extLst>
            </p:cNvPr>
            <p:cNvSpPr/>
            <p:nvPr/>
          </p:nvSpPr>
          <p:spPr>
            <a:xfrm>
              <a:off x="5579548" y="3593643"/>
              <a:ext cx="114296" cy="12061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F5AC5662-7F0F-CCF5-4F42-FE8F9A9C8A75}"/>
                </a:ext>
              </a:extLst>
            </p:cNvPr>
            <p:cNvSpPr/>
            <p:nvPr/>
          </p:nvSpPr>
          <p:spPr>
            <a:xfrm>
              <a:off x="5846238" y="3822174"/>
              <a:ext cx="112708" cy="12061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B87AB5E7-9B1D-EFB3-06E8-598DEF9B1260}"/>
                </a:ext>
              </a:extLst>
            </p:cNvPr>
            <p:cNvSpPr/>
            <p:nvPr/>
          </p:nvSpPr>
          <p:spPr>
            <a:xfrm>
              <a:off x="6112928" y="3250847"/>
              <a:ext cx="112708" cy="12061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2C6E9393-24F4-51A9-3697-10D3C9874E79}"/>
                </a:ext>
              </a:extLst>
            </p:cNvPr>
            <p:cNvSpPr/>
            <p:nvPr/>
          </p:nvSpPr>
          <p:spPr>
            <a:xfrm>
              <a:off x="5527162" y="2793785"/>
              <a:ext cx="112709" cy="12220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589EFCB2-ECEC-F081-EA0A-5B2001FB46C4}"/>
                </a:ext>
              </a:extLst>
            </p:cNvPr>
            <p:cNvSpPr/>
            <p:nvPr/>
          </p:nvSpPr>
          <p:spPr>
            <a:xfrm>
              <a:off x="4993781" y="3136581"/>
              <a:ext cx="114296" cy="12061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C83BF6D9-CEEA-CD6D-E761-A071AAC04410}"/>
                </a:ext>
              </a:extLst>
            </p:cNvPr>
            <p:cNvSpPr/>
            <p:nvPr/>
          </p:nvSpPr>
          <p:spPr>
            <a:xfrm>
              <a:off x="6379619" y="3479377"/>
              <a:ext cx="112708" cy="12061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9C4FC1C9-BC03-DF7D-A80E-896303A55734}"/>
                </a:ext>
              </a:extLst>
            </p:cNvPr>
            <p:cNvSpPr/>
            <p:nvPr/>
          </p:nvSpPr>
          <p:spPr>
            <a:xfrm>
              <a:off x="6271673" y="3765041"/>
              <a:ext cx="114296" cy="12061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E2541037-1231-3EF9-7076-7CA9699E83C1}"/>
                </a:ext>
              </a:extLst>
            </p:cNvPr>
            <p:cNvSpPr/>
            <p:nvPr/>
          </p:nvSpPr>
          <p:spPr>
            <a:xfrm>
              <a:off x="6165314" y="3022316"/>
              <a:ext cx="114296" cy="12061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F6CBF918-6155-0A44-B1D5-132E7A2F78AE}"/>
                </a:ext>
              </a:extLst>
            </p:cNvPr>
            <p:cNvSpPr/>
            <p:nvPr/>
          </p:nvSpPr>
          <p:spPr>
            <a:xfrm>
              <a:off x="6592336" y="3936439"/>
              <a:ext cx="112708" cy="12061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3A125068-C599-3DEA-980A-089746E1A7E5}"/>
                </a:ext>
              </a:extLst>
            </p:cNvPr>
            <p:cNvSpPr/>
            <p:nvPr/>
          </p:nvSpPr>
          <p:spPr>
            <a:xfrm>
              <a:off x="6006569" y="1938381"/>
              <a:ext cx="112709" cy="12061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1E587BA7-EBB6-E7CE-495F-3353F6B4664F}"/>
                </a:ext>
              </a:extLst>
            </p:cNvPr>
            <p:cNvSpPr/>
            <p:nvPr/>
          </p:nvSpPr>
          <p:spPr>
            <a:xfrm>
              <a:off x="3026940" y="1084564"/>
              <a:ext cx="0" cy="3140712"/>
            </a:xfrm>
            <a:custGeom>
              <a:avLst/>
              <a:gdLst/>
              <a:ahLst/>
              <a:cxnLst/>
              <a:rect l="l" t="t" r="r" b="b"/>
              <a:pathLst>
                <a:path h="4505325">
                  <a:moveTo>
                    <a:pt x="0" y="0"/>
                  </a:moveTo>
                  <a:lnTo>
                    <a:pt x="0" y="4505102"/>
                  </a:lnTo>
                </a:path>
              </a:pathLst>
            </a:custGeom>
            <a:ln w="9512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18367C79-C7D7-DDE4-6805-C69DD13B3BB4}"/>
                </a:ext>
              </a:extLst>
            </p:cNvPr>
            <p:cNvSpPr/>
            <p:nvPr/>
          </p:nvSpPr>
          <p:spPr>
            <a:xfrm>
              <a:off x="3026940" y="4225277"/>
              <a:ext cx="4154337" cy="0"/>
            </a:xfrm>
            <a:custGeom>
              <a:avLst/>
              <a:gdLst/>
              <a:ahLst/>
              <a:cxnLst/>
              <a:rect l="l" t="t" r="r" b="b"/>
              <a:pathLst>
                <a:path w="5959475">
                  <a:moveTo>
                    <a:pt x="0" y="0"/>
                  </a:moveTo>
                  <a:lnTo>
                    <a:pt x="5959224" y="0"/>
                  </a:lnTo>
                </a:path>
              </a:pathLst>
            </a:custGeom>
            <a:ln w="9514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7141" name="object 37">
              <a:extLst>
                <a:ext uri="{FF2B5EF4-FFF2-40B4-BE49-F238E27FC236}">
                  <a16:creationId xmlns:a16="http://schemas.microsoft.com/office/drawing/2014/main" id="{20754276-5C7C-1988-8B6C-A44CD64A78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5865" y="1993927"/>
              <a:ext cx="1169944" cy="10043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92623" rIns="0" bIns="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r">
                <a:spcBef>
                  <a:spcPts val="731"/>
                </a:spcBef>
                <a:buNone/>
              </a:pPr>
              <a:r>
                <a:rPr lang="en-US" alt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  <a:p>
              <a:pPr>
                <a:lnSpc>
                  <a:spcPts val="1463"/>
                </a:lnSpc>
                <a:spcBef>
                  <a:spcPts val="760"/>
                </a:spcBef>
                <a:buNone/>
              </a:pPr>
              <a:r>
                <a:rPr lang="en-US" altLang="en-US" sz="12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Estas 3  instâncias</a:t>
              </a:r>
              <a:endParaRPr lang="en-US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75312673-57E5-D78B-F528-00EBA459355D}"/>
                </a:ext>
              </a:extLst>
            </p:cNvPr>
            <p:cNvSpPr/>
            <p:nvPr/>
          </p:nvSpPr>
          <p:spPr>
            <a:xfrm>
              <a:off x="2280841" y="1668588"/>
              <a:ext cx="1106447" cy="1129958"/>
            </a:xfrm>
            <a:custGeom>
              <a:avLst/>
              <a:gdLst/>
              <a:ahLst/>
              <a:cxnLst/>
              <a:rect l="l" t="t" r="r" b="b"/>
              <a:pathLst>
                <a:path w="1586864" h="1619885">
                  <a:moveTo>
                    <a:pt x="0" y="1619764"/>
                  </a:moveTo>
                  <a:lnTo>
                    <a:pt x="1586422" y="0"/>
                  </a:lnTo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66D71458-5B69-B07A-3976-F6F866918F33}"/>
                </a:ext>
              </a:extLst>
            </p:cNvPr>
            <p:cNvSpPr/>
            <p:nvPr/>
          </p:nvSpPr>
          <p:spPr>
            <a:xfrm>
              <a:off x="3361890" y="1655891"/>
              <a:ext cx="38099" cy="38088"/>
            </a:xfrm>
            <a:custGeom>
              <a:avLst/>
              <a:gdLst/>
              <a:ahLst/>
              <a:cxnLst/>
              <a:rect l="l" t="t" r="r" b="b"/>
              <a:pathLst>
                <a:path w="53975" h="54610">
                  <a:moveTo>
                    <a:pt x="53619" y="0"/>
                  </a:moveTo>
                  <a:lnTo>
                    <a:pt x="0" y="18491"/>
                  </a:lnTo>
                  <a:lnTo>
                    <a:pt x="36233" y="54000"/>
                  </a:lnTo>
                  <a:lnTo>
                    <a:pt x="536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71AD9D2E-6D51-9FA3-E7DE-7D5B1ED14061}"/>
                </a:ext>
              </a:extLst>
            </p:cNvPr>
            <p:cNvSpPr/>
            <p:nvPr/>
          </p:nvSpPr>
          <p:spPr>
            <a:xfrm>
              <a:off x="2334815" y="2798546"/>
              <a:ext cx="2219245" cy="112679"/>
            </a:xfrm>
            <a:custGeom>
              <a:avLst/>
              <a:gdLst/>
              <a:ahLst/>
              <a:cxnLst/>
              <a:rect l="l" t="t" r="r" b="b"/>
              <a:pathLst>
                <a:path w="3183890" h="162560">
                  <a:moveTo>
                    <a:pt x="0" y="0"/>
                  </a:moveTo>
                  <a:lnTo>
                    <a:pt x="3183799" y="162259"/>
                  </a:lnTo>
                </a:path>
              </a:pathLst>
            </a:custGeom>
            <a:ln w="9514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50717518-4A33-54B9-012E-3AB2326C97BF}"/>
                </a:ext>
              </a:extLst>
            </p:cNvPr>
            <p:cNvSpPr/>
            <p:nvPr/>
          </p:nvSpPr>
          <p:spPr>
            <a:xfrm>
              <a:off x="4535010" y="2892180"/>
              <a:ext cx="36511" cy="34914"/>
            </a:xfrm>
            <a:custGeom>
              <a:avLst/>
              <a:gdLst/>
              <a:ahLst/>
              <a:cxnLst/>
              <a:rect l="l" t="t" r="r" b="b"/>
              <a:pathLst>
                <a:path w="52070" h="50800">
                  <a:moveTo>
                    <a:pt x="2590" y="0"/>
                  </a:moveTo>
                  <a:lnTo>
                    <a:pt x="0" y="50673"/>
                  </a:lnTo>
                  <a:lnTo>
                    <a:pt x="51955" y="27914"/>
                  </a:lnTo>
                  <a:lnTo>
                    <a:pt x="25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5C068AD4-CC09-6864-0BE1-02C6E03DF49D}"/>
                </a:ext>
              </a:extLst>
            </p:cNvPr>
            <p:cNvSpPr/>
            <p:nvPr/>
          </p:nvSpPr>
          <p:spPr>
            <a:xfrm>
              <a:off x="2334815" y="2514469"/>
              <a:ext cx="3178061" cy="284076"/>
            </a:xfrm>
            <a:custGeom>
              <a:avLst/>
              <a:gdLst/>
              <a:ahLst/>
              <a:cxnLst/>
              <a:rect l="l" t="t" r="r" b="b"/>
              <a:pathLst>
                <a:path w="4558665" h="407670">
                  <a:moveTo>
                    <a:pt x="0" y="407412"/>
                  </a:moveTo>
                  <a:lnTo>
                    <a:pt x="4558639" y="0"/>
                  </a:lnTo>
                </a:path>
              </a:pathLst>
            </a:custGeom>
            <a:ln w="9514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A28A7214-3817-EC06-20F3-96DFB4C616EA}"/>
                </a:ext>
              </a:extLst>
            </p:cNvPr>
            <p:cNvSpPr/>
            <p:nvPr/>
          </p:nvSpPr>
          <p:spPr>
            <a:xfrm>
              <a:off x="5493826" y="2497012"/>
              <a:ext cx="36511" cy="36502"/>
            </a:xfrm>
            <a:custGeom>
              <a:avLst/>
              <a:gdLst/>
              <a:ahLst/>
              <a:cxnLst/>
              <a:rect l="l" t="t" r="r" b="b"/>
              <a:pathLst>
                <a:path w="53339" h="50800">
                  <a:moveTo>
                    <a:pt x="0" y="0"/>
                  </a:moveTo>
                  <a:lnTo>
                    <a:pt x="4521" y="50546"/>
                  </a:lnTo>
                  <a:lnTo>
                    <a:pt x="52793" y="207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DAE3652E-14A2-EE06-72A2-301FA3DA6769}"/>
                </a:ext>
              </a:extLst>
            </p:cNvPr>
            <p:cNvSpPr/>
            <p:nvPr/>
          </p:nvSpPr>
          <p:spPr>
            <a:xfrm>
              <a:off x="5690669" y="1713024"/>
              <a:ext cx="158744" cy="17139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D010153B-77E9-A7C1-5C94-51EB2C24B0CD}"/>
                </a:ext>
              </a:extLst>
            </p:cNvPr>
            <p:cNvSpPr/>
            <p:nvPr/>
          </p:nvSpPr>
          <p:spPr>
            <a:xfrm>
              <a:off x="5690669" y="1713024"/>
              <a:ext cx="158744" cy="171398"/>
            </a:xfrm>
            <a:custGeom>
              <a:avLst/>
              <a:gdLst/>
              <a:ahLst/>
              <a:cxnLst/>
              <a:rect l="l" t="t" r="r" b="b"/>
              <a:pathLst>
                <a:path w="229235" h="245744">
                  <a:moveTo>
                    <a:pt x="0" y="122866"/>
                  </a:moveTo>
                  <a:lnTo>
                    <a:pt x="9005" y="75041"/>
                  </a:lnTo>
                  <a:lnTo>
                    <a:pt x="33565" y="35986"/>
                  </a:lnTo>
                  <a:lnTo>
                    <a:pt x="69992" y="9655"/>
                  </a:lnTo>
                  <a:lnTo>
                    <a:pt x="114600" y="0"/>
                  </a:lnTo>
                  <a:lnTo>
                    <a:pt x="159208" y="9655"/>
                  </a:lnTo>
                  <a:lnTo>
                    <a:pt x="195636" y="35986"/>
                  </a:lnTo>
                  <a:lnTo>
                    <a:pt x="220196" y="75041"/>
                  </a:lnTo>
                  <a:lnTo>
                    <a:pt x="229201" y="122866"/>
                  </a:lnTo>
                  <a:lnTo>
                    <a:pt x="220196" y="170691"/>
                  </a:lnTo>
                  <a:lnTo>
                    <a:pt x="195636" y="209746"/>
                  </a:lnTo>
                  <a:lnTo>
                    <a:pt x="159208" y="236077"/>
                  </a:lnTo>
                  <a:lnTo>
                    <a:pt x="114600" y="245733"/>
                  </a:lnTo>
                  <a:lnTo>
                    <a:pt x="69992" y="236077"/>
                  </a:lnTo>
                  <a:lnTo>
                    <a:pt x="33565" y="209746"/>
                  </a:lnTo>
                  <a:lnTo>
                    <a:pt x="9005" y="170691"/>
                  </a:lnTo>
                  <a:lnTo>
                    <a:pt x="0" y="122866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943A6F39-F7A9-D45B-FE8B-6E87921E94B2}"/>
                </a:ext>
              </a:extLst>
            </p:cNvPr>
            <p:cNvSpPr txBox="1"/>
            <p:nvPr/>
          </p:nvSpPr>
          <p:spPr>
            <a:xfrm>
              <a:off x="5851000" y="1792375"/>
              <a:ext cx="150808" cy="212160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spc="-53" dirty="0">
                  <a:latin typeface="Trebuchet MS"/>
                  <a:cs typeface="Trebuchet MS"/>
                </a:rPr>
                <a:t>k</a:t>
              </a:r>
              <a:r>
                <a:rPr sz="980" spc="-11" baseline="-20000" dirty="0">
                  <a:latin typeface="Trebuchet MS"/>
                  <a:cs typeface="Trebuchet MS"/>
                </a:rPr>
                <a:t>1</a:t>
              </a:r>
              <a:endParaRPr sz="980" baseline="-20000">
                <a:latin typeface="Trebuchet MS"/>
                <a:cs typeface="Trebuchet MS"/>
              </a:endParaRPr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757FBC4D-66D1-AE0D-CF19-810E567DA6F9}"/>
                </a:ext>
              </a:extLst>
            </p:cNvPr>
            <p:cNvSpPr/>
            <p:nvPr/>
          </p:nvSpPr>
          <p:spPr>
            <a:xfrm>
              <a:off x="5797027" y="3025490"/>
              <a:ext cx="158744" cy="171398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30654A90-6AC0-F08E-8EE6-6C39B191D1D4}"/>
                </a:ext>
              </a:extLst>
            </p:cNvPr>
            <p:cNvSpPr/>
            <p:nvPr/>
          </p:nvSpPr>
          <p:spPr>
            <a:xfrm>
              <a:off x="5797027" y="3025490"/>
              <a:ext cx="158744" cy="171398"/>
            </a:xfrm>
            <a:custGeom>
              <a:avLst/>
              <a:gdLst/>
              <a:ahLst/>
              <a:cxnLst/>
              <a:rect l="l" t="t" r="r" b="b"/>
              <a:pathLst>
                <a:path w="229234" h="245745">
                  <a:moveTo>
                    <a:pt x="0" y="122866"/>
                  </a:moveTo>
                  <a:lnTo>
                    <a:pt x="9005" y="75041"/>
                  </a:lnTo>
                  <a:lnTo>
                    <a:pt x="33565" y="35986"/>
                  </a:lnTo>
                  <a:lnTo>
                    <a:pt x="69993" y="9655"/>
                  </a:lnTo>
                  <a:lnTo>
                    <a:pt x="114600" y="0"/>
                  </a:lnTo>
                  <a:lnTo>
                    <a:pt x="159209" y="9655"/>
                  </a:lnTo>
                  <a:lnTo>
                    <a:pt x="195636" y="35986"/>
                  </a:lnTo>
                  <a:lnTo>
                    <a:pt x="220196" y="75041"/>
                  </a:lnTo>
                  <a:lnTo>
                    <a:pt x="229202" y="122866"/>
                  </a:lnTo>
                  <a:lnTo>
                    <a:pt x="220196" y="170691"/>
                  </a:lnTo>
                  <a:lnTo>
                    <a:pt x="195636" y="209746"/>
                  </a:lnTo>
                  <a:lnTo>
                    <a:pt x="159209" y="236077"/>
                  </a:lnTo>
                  <a:lnTo>
                    <a:pt x="114600" y="245733"/>
                  </a:lnTo>
                  <a:lnTo>
                    <a:pt x="69993" y="236077"/>
                  </a:lnTo>
                  <a:lnTo>
                    <a:pt x="33565" y="209746"/>
                  </a:lnTo>
                  <a:lnTo>
                    <a:pt x="9005" y="170691"/>
                  </a:lnTo>
                  <a:lnTo>
                    <a:pt x="0" y="122866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329A33AF-B976-6BCA-20D3-E79CD23F4B76}"/>
                </a:ext>
              </a:extLst>
            </p:cNvPr>
            <p:cNvSpPr txBox="1"/>
            <p:nvPr/>
          </p:nvSpPr>
          <p:spPr>
            <a:xfrm>
              <a:off x="5957358" y="3144516"/>
              <a:ext cx="150807" cy="212160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spc="-53" dirty="0">
                  <a:latin typeface="Trebuchet MS"/>
                  <a:cs typeface="Trebuchet MS"/>
                </a:rPr>
                <a:t>k</a:t>
              </a:r>
              <a:r>
                <a:rPr sz="980" spc="-11" baseline="-20000" dirty="0">
                  <a:latin typeface="Trebuchet MS"/>
                  <a:cs typeface="Trebuchet MS"/>
                </a:rPr>
                <a:t>3</a:t>
              </a:r>
              <a:endParaRPr sz="980" baseline="-20000">
                <a:latin typeface="Trebuchet MS"/>
                <a:cs typeface="Trebuchet MS"/>
              </a:endParaRPr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B7C0F521-55BB-6704-DAB2-B4650586684B}"/>
                </a:ext>
              </a:extLst>
            </p:cNvPr>
            <p:cNvSpPr/>
            <p:nvPr/>
          </p:nvSpPr>
          <p:spPr>
            <a:xfrm>
              <a:off x="3773038" y="3254021"/>
              <a:ext cx="158744" cy="17139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3FE8691D-7EDF-D242-AD14-0496DB237B49}"/>
                </a:ext>
              </a:extLst>
            </p:cNvPr>
            <p:cNvSpPr txBox="1"/>
            <p:nvPr/>
          </p:nvSpPr>
          <p:spPr>
            <a:xfrm>
              <a:off x="3933369" y="3373047"/>
              <a:ext cx="150808" cy="212160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spc="-53" dirty="0">
                  <a:latin typeface="Trebuchet MS"/>
                  <a:cs typeface="Trebuchet MS"/>
                </a:rPr>
                <a:t>k</a:t>
              </a:r>
              <a:r>
                <a:rPr sz="980" spc="-11" baseline="-20000" dirty="0">
                  <a:latin typeface="Trebuchet MS"/>
                  <a:cs typeface="Trebuchet MS"/>
                </a:rPr>
                <a:t>2</a:t>
              </a:r>
              <a:endParaRPr sz="980" baseline="-20000">
                <a:latin typeface="Trebuchet MS"/>
                <a:cs typeface="Trebuchet MS"/>
              </a:endParaRPr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423A04A6-0A2F-AC0C-5406-8DA62FB13195}"/>
                </a:ext>
              </a:extLst>
            </p:cNvPr>
            <p:cNvSpPr txBox="1"/>
            <p:nvPr/>
          </p:nvSpPr>
          <p:spPr>
            <a:xfrm>
              <a:off x="4987431" y="4415719"/>
              <a:ext cx="171444" cy="239309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6640">
                <a:lnSpc>
                  <a:spcPts val="1420"/>
                </a:lnSpc>
                <a:defRPr/>
              </a:pPr>
              <a:r>
                <a:rPr sz="1255" spc="-2" dirty="0">
                  <a:latin typeface="Times New Roman"/>
                  <a:cs typeface="Times New Roman"/>
                </a:rPr>
                <a:t>X</a:t>
              </a:r>
              <a:endParaRPr sz="1255">
                <a:latin typeface="Times New Roman"/>
                <a:cs typeface="Times New Roman"/>
              </a:endParaRPr>
            </a:p>
          </p:txBody>
        </p:sp>
      </p:grpSp>
      <p:sp>
        <p:nvSpPr>
          <p:cNvPr id="56" name="object 2">
            <a:extLst>
              <a:ext uri="{FF2B5EF4-FFF2-40B4-BE49-F238E27FC236}">
                <a16:creationId xmlns:a16="http://schemas.microsoft.com/office/drawing/2014/main" id="{EFE47422-8BF8-DBDE-D527-4B1BF74E08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19" y="195263"/>
            <a:ext cx="6725841" cy="365442"/>
          </a:xfrm>
        </p:spPr>
        <p:txBody>
          <a:bodyPr spcFirstLastPara="1" wrap="square" lIns="0" tIns="6308" rIns="0" bIns="0" rtlCol="0" anchor="t" anchorCtr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pc="-2" dirty="0">
                <a:solidFill>
                  <a:schemeClr val="tx1"/>
                </a:solidFill>
              </a:rPr>
              <a:t>Algoritmo K-Means</a:t>
            </a:r>
            <a:r>
              <a:rPr spc="-26" dirty="0">
                <a:solidFill>
                  <a:schemeClr val="tx1"/>
                </a:solidFill>
              </a:rPr>
              <a:t> </a:t>
            </a:r>
            <a:r>
              <a:rPr spc="-2" dirty="0">
                <a:solidFill>
                  <a:schemeClr val="tx1"/>
                </a:solidFill>
              </a:rPr>
              <a:t>(K-Médias)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129" name="Agrupar 54">
            <a:extLst>
              <a:ext uri="{FF2B5EF4-FFF2-40B4-BE49-F238E27FC236}">
                <a16:creationId xmlns:a16="http://schemas.microsoft.com/office/drawing/2014/main" id="{C69A6DAF-7ABA-9386-9F7A-322EFFBE8848}"/>
              </a:ext>
            </a:extLst>
          </p:cNvPr>
          <p:cNvGrpSpPr>
            <a:grpSpLocks/>
          </p:cNvGrpSpPr>
          <p:nvPr/>
        </p:nvGrpSpPr>
        <p:grpSpPr bwMode="auto">
          <a:xfrm>
            <a:off x="1519238" y="1553766"/>
            <a:ext cx="5389960" cy="2881064"/>
            <a:chOff x="-5075" y="814771"/>
            <a:chExt cx="7186352" cy="3840257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C7338FC1-E0EA-6A03-ED98-053EA3270EDB}"/>
                </a:ext>
              </a:extLst>
            </p:cNvPr>
            <p:cNvSpPr txBox="1"/>
            <p:nvPr/>
          </p:nvSpPr>
          <p:spPr>
            <a:xfrm>
              <a:off x="1433147" y="814771"/>
              <a:ext cx="1049301" cy="308824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1464" spc="-2" dirty="0"/>
                <a:t>Passo</a:t>
              </a:r>
              <a:r>
                <a:rPr sz="1464" spc="-42" dirty="0"/>
                <a:t> </a:t>
              </a:r>
              <a:r>
                <a:rPr sz="1464" spc="-2" dirty="0"/>
                <a:t>4b</a:t>
              </a:r>
              <a:endParaRPr sz="1464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5C1E091-AAFE-EB12-1164-A30FC5EE738B}"/>
                </a:ext>
              </a:extLst>
            </p:cNvPr>
            <p:cNvSpPr/>
            <p:nvPr/>
          </p:nvSpPr>
          <p:spPr>
            <a:xfrm>
              <a:off x="3609532" y="3479377"/>
              <a:ext cx="112708" cy="12061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859ECD8-F3F0-A0DC-32E5-8AF9E923B39C}"/>
                </a:ext>
              </a:extLst>
            </p:cNvPr>
            <p:cNvSpPr/>
            <p:nvPr/>
          </p:nvSpPr>
          <p:spPr>
            <a:xfrm>
              <a:off x="3715890" y="3650775"/>
              <a:ext cx="112709" cy="12061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534A2FD-6B91-0D20-A8C3-FAA570AFF4CF}"/>
                </a:ext>
              </a:extLst>
            </p:cNvPr>
            <p:cNvSpPr/>
            <p:nvPr/>
          </p:nvSpPr>
          <p:spPr>
            <a:xfrm>
              <a:off x="3555559" y="3822173"/>
              <a:ext cx="114296" cy="12061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1B0FDB1-2C67-304C-36D1-146257A574AE}"/>
                </a:ext>
              </a:extLst>
            </p:cNvPr>
            <p:cNvSpPr/>
            <p:nvPr/>
          </p:nvSpPr>
          <p:spPr>
            <a:xfrm>
              <a:off x="3396814" y="3307979"/>
              <a:ext cx="112708" cy="12061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FAEA9052-1956-EB91-E159-678147BDCC08}"/>
                </a:ext>
              </a:extLst>
            </p:cNvPr>
            <p:cNvSpPr/>
            <p:nvPr/>
          </p:nvSpPr>
          <p:spPr>
            <a:xfrm>
              <a:off x="3396814" y="1538452"/>
              <a:ext cx="112708" cy="12061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A577E1CD-1CAC-DB9A-F64A-1CD24C6D4CAD}"/>
                </a:ext>
              </a:extLst>
            </p:cNvPr>
            <p:cNvSpPr/>
            <p:nvPr/>
          </p:nvSpPr>
          <p:spPr>
            <a:xfrm>
              <a:off x="3396814" y="2679519"/>
              <a:ext cx="112708" cy="12220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CEADEBCE-662C-5B93-917F-7B7FA91C6D0B}"/>
                </a:ext>
              </a:extLst>
            </p:cNvPr>
            <p:cNvSpPr/>
            <p:nvPr/>
          </p:nvSpPr>
          <p:spPr>
            <a:xfrm>
              <a:off x="3396814" y="3822173"/>
              <a:ext cx="112708" cy="12061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2CA8053C-4A34-5717-8D22-8D37297BF4B0}"/>
                </a:ext>
              </a:extLst>
            </p:cNvPr>
            <p:cNvSpPr/>
            <p:nvPr/>
          </p:nvSpPr>
          <p:spPr>
            <a:xfrm>
              <a:off x="3077738" y="3079448"/>
              <a:ext cx="112709" cy="12061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ACCF79FE-596F-09EE-6026-EFE099F08C7F}"/>
                </a:ext>
              </a:extLst>
            </p:cNvPr>
            <p:cNvSpPr/>
            <p:nvPr/>
          </p:nvSpPr>
          <p:spPr>
            <a:xfrm>
              <a:off x="4568347" y="2850917"/>
              <a:ext cx="112708" cy="12220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CB88335B-8E3A-5809-19D9-69796487851B}"/>
                </a:ext>
              </a:extLst>
            </p:cNvPr>
            <p:cNvSpPr/>
            <p:nvPr/>
          </p:nvSpPr>
          <p:spPr>
            <a:xfrm>
              <a:off x="6058955" y="1367054"/>
              <a:ext cx="114296" cy="12061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4DE6AB12-D521-B448-2A04-3395DA6BF78F}"/>
                </a:ext>
              </a:extLst>
            </p:cNvPr>
            <p:cNvSpPr/>
            <p:nvPr/>
          </p:nvSpPr>
          <p:spPr>
            <a:xfrm>
              <a:off x="6382793" y="1427361"/>
              <a:ext cx="106359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14"/>
                  </a:lnTo>
                  <a:lnTo>
                    <a:pt x="76403" y="163817"/>
                  </a:lnTo>
                  <a:lnTo>
                    <a:pt x="152806" y="81914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D1E2CC83-5AEF-B252-7749-FD1597EDE6E4}"/>
                </a:ext>
              </a:extLst>
            </p:cNvPr>
            <p:cNvSpPr/>
            <p:nvPr/>
          </p:nvSpPr>
          <p:spPr>
            <a:xfrm>
              <a:off x="6382793" y="1427361"/>
              <a:ext cx="106359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C1556BFF-F109-974A-C127-39C4366B5164}"/>
                </a:ext>
              </a:extLst>
            </p:cNvPr>
            <p:cNvSpPr/>
            <p:nvPr/>
          </p:nvSpPr>
          <p:spPr>
            <a:xfrm>
              <a:off x="6276435" y="1541626"/>
              <a:ext cx="106358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14"/>
                  </a:lnTo>
                  <a:lnTo>
                    <a:pt x="76403" y="163829"/>
                  </a:lnTo>
                  <a:lnTo>
                    <a:pt x="152806" y="81914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C8C65F55-9651-F893-69F1-E4DF6B5FAA49}"/>
                </a:ext>
              </a:extLst>
            </p:cNvPr>
            <p:cNvSpPr/>
            <p:nvPr/>
          </p:nvSpPr>
          <p:spPr>
            <a:xfrm>
              <a:off x="6276435" y="1541626"/>
              <a:ext cx="106358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69FB7816-2BFC-7512-A9F7-878CBCEFFEDC}"/>
                </a:ext>
              </a:extLst>
            </p:cNvPr>
            <p:cNvSpPr/>
            <p:nvPr/>
          </p:nvSpPr>
          <p:spPr>
            <a:xfrm>
              <a:off x="6168489" y="1655892"/>
              <a:ext cx="107946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02"/>
                  </a:lnTo>
                  <a:lnTo>
                    <a:pt x="76403" y="163817"/>
                  </a:lnTo>
                  <a:lnTo>
                    <a:pt x="152806" y="81902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2FB3FBDB-FC95-747E-A357-FF3310BF7CBB}"/>
                </a:ext>
              </a:extLst>
            </p:cNvPr>
            <p:cNvSpPr/>
            <p:nvPr/>
          </p:nvSpPr>
          <p:spPr>
            <a:xfrm>
              <a:off x="6168489" y="1655892"/>
              <a:ext cx="107946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17CB1F2E-41FD-37AA-A65D-A28E81AF5ADF}"/>
                </a:ext>
              </a:extLst>
            </p:cNvPr>
            <p:cNvSpPr/>
            <p:nvPr/>
          </p:nvSpPr>
          <p:spPr>
            <a:xfrm>
              <a:off x="6382793" y="1770157"/>
              <a:ext cx="106359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14"/>
                  </a:lnTo>
                  <a:lnTo>
                    <a:pt x="76403" y="163817"/>
                  </a:lnTo>
                  <a:lnTo>
                    <a:pt x="152806" y="81914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6373750F-8CE3-F6A9-3198-060774A018A4}"/>
                </a:ext>
              </a:extLst>
            </p:cNvPr>
            <p:cNvSpPr/>
            <p:nvPr/>
          </p:nvSpPr>
          <p:spPr>
            <a:xfrm>
              <a:off x="6382793" y="1770157"/>
              <a:ext cx="106359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6D7F7914-8C1A-6986-CA9D-60BAE0118F04}"/>
                </a:ext>
              </a:extLst>
            </p:cNvPr>
            <p:cNvSpPr/>
            <p:nvPr/>
          </p:nvSpPr>
          <p:spPr>
            <a:xfrm>
              <a:off x="6592335" y="2052647"/>
              <a:ext cx="112709" cy="12061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012C2702-1BD0-CB6D-7489-FC70B71230E6}"/>
                </a:ext>
              </a:extLst>
            </p:cNvPr>
            <p:cNvSpPr/>
            <p:nvPr/>
          </p:nvSpPr>
          <p:spPr>
            <a:xfrm>
              <a:off x="5366830" y="1367054"/>
              <a:ext cx="112709" cy="12061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704F82C3-2435-F72F-A13D-227A474CEEC6}"/>
                </a:ext>
              </a:extLst>
            </p:cNvPr>
            <p:cNvSpPr/>
            <p:nvPr/>
          </p:nvSpPr>
          <p:spPr>
            <a:xfrm>
              <a:off x="5579547" y="2452576"/>
              <a:ext cx="114296" cy="12061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270A6BE3-94F5-EC18-CF2E-16716EA75129}"/>
                </a:ext>
              </a:extLst>
            </p:cNvPr>
            <p:cNvSpPr/>
            <p:nvPr/>
          </p:nvSpPr>
          <p:spPr>
            <a:xfrm>
              <a:off x="5579547" y="3593643"/>
              <a:ext cx="114296" cy="12061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07A29C61-6B30-473B-549A-433FC1F755FB}"/>
                </a:ext>
              </a:extLst>
            </p:cNvPr>
            <p:cNvSpPr/>
            <p:nvPr/>
          </p:nvSpPr>
          <p:spPr>
            <a:xfrm>
              <a:off x="5846237" y="3822173"/>
              <a:ext cx="112709" cy="12061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CAD2D531-F370-5650-9E8F-11A97024F06B}"/>
                </a:ext>
              </a:extLst>
            </p:cNvPr>
            <p:cNvSpPr/>
            <p:nvPr/>
          </p:nvSpPr>
          <p:spPr>
            <a:xfrm>
              <a:off x="6112928" y="3250846"/>
              <a:ext cx="112709" cy="12061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E560B0D3-AB99-CCB4-9DBA-F8A80A35DF78}"/>
                </a:ext>
              </a:extLst>
            </p:cNvPr>
            <p:cNvSpPr/>
            <p:nvPr/>
          </p:nvSpPr>
          <p:spPr>
            <a:xfrm>
              <a:off x="5527162" y="2793784"/>
              <a:ext cx="112708" cy="12220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EBA5080E-A4C1-0207-76B0-DA32D7B88F77}"/>
                </a:ext>
              </a:extLst>
            </p:cNvPr>
            <p:cNvSpPr/>
            <p:nvPr/>
          </p:nvSpPr>
          <p:spPr>
            <a:xfrm>
              <a:off x="4993781" y="3136581"/>
              <a:ext cx="114296" cy="12061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ACF3704F-5182-DD7D-F14B-17EFAABFCADB}"/>
                </a:ext>
              </a:extLst>
            </p:cNvPr>
            <p:cNvSpPr/>
            <p:nvPr/>
          </p:nvSpPr>
          <p:spPr>
            <a:xfrm>
              <a:off x="6379618" y="3479377"/>
              <a:ext cx="112709" cy="12061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60649476-68F4-994C-6465-2C4EBC12EAF3}"/>
                </a:ext>
              </a:extLst>
            </p:cNvPr>
            <p:cNvSpPr/>
            <p:nvPr/>
          </p:nvSpPr>
          <p:spPr>
            <a:xfrm>
              <a:off x="6271672" y="3765041"/>
              <a:ext cx="114296" cy="12061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A9A4A357-D3B7-D3D4-1903-1E238C1920C1}"/>
                </a:ext>
              </a:extLst>
            </p:cNvPr>
            <p:cNvSpPr/>
            <p:nvPr/>
          </p:nvSpPr>
          <p:spPr>
            <a:xfrm>
              <a:off x="6165314" y="3022315"/>
              <a:ext cx="114296" cy="12061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2CE2DE68-C8E7-F110-341E-0B1EA7E3876E}"/>
                </a:ext>
              </a:extLst>
            </p:cNvPr>
            <p:cNvSpPr/>
            <p:nvPr/>
          </p:nvSpPr>
          <p:spPr>
            <a:xfrm>
              <a:off x="6592335" y="3936439"/>
              <a:ext cx="112709" cy="12061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C1044F5D-3CA0-EE5C-8D51-41DCC981A32C}"/>
                </a:ext>
              </a:extLst>
            </p:cNvPr>
            <p:cNvSpPr/>
            <p:nvPr/>
          </p:nvSpPr>
          <p:spPr>
            <a:xfrm>
              <a:off x="6006570" y="1938381"/>
              <a:ext cx="112708" cy="12061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E118C7AE-34DA-3D38-EC67-B758496B4B43}"/>
                </a:ext>
              </a:extLst>
            </p:cNvPr>
            <p:cNvSpPr/>
            <p:nvPr/>
          </p:nvSpPr>
          <p:spPr>
            <a:xfrm>
              <a:off x="3538096" y="3108014"/>
              <a:ext cx="180968" cy="146006"/>
            </a:xfrm>
            <a:custGeom>
              <a:avLst/>
              <a:gdLst/>
              <a:ahLst/>
              <a:cxnLst/>
              <a:rect l="l" t="t" r="r" b="b"/>
              <a:pathLst>
                <a:path w="261620" h="210185">
                  <a:moveTo>
                    <a:pt x="261119" y="209966"/>
                  </a:moveTo>
                  <a:lnTo>
                    <a:pt x="0" y="0"/>
                  </a:lnTo>
                </a:path>
              </a:pathLst>
            </a:custGeom>
            <a:ln w="57080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2E277965-2CA3-D97A-D549-8FC3ECB708C6}"/>
                </a:ext>
              </a:extLst>
            </p:cNvPr>
            <p:cNvSpPr/>
            <p:nvPr/>
          </p:nvSpPr>
          <p:spPr>
            <a:xfrm>
              <a:off x="3506347" y="3082622"/>
              <a:ext cx="130170" cy="122201"/>
            </a:xfrm>
            <a:custGeom>
              <a:avLst/>
              <a:gdLst/>
              <a:ahLst/>
              <a:cxnLst/>
              <a:rect l="l" t="t" r="r" b="b"/>
              <a:pathLst>
                <a:path w="187325" h="174625">
                  <a:moveTo>
                    <a:pt x="0" y="0"/>
                  </a:moveTo>
                  <a:lnTo>
                    <a:pt x="79806" y="174040"/>
                  </a:lnTo>
                  <a:lnTo>
                    <a:pt x="187083" y="405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B6505CD3-3809-B449-DF74-CF1A18E4BE23}"/>
                </a:ext>
              </a:extLst>
            </p:cNvPr>
            <p:cNvSpPr/>
            <p:nvPr/>
          </p:nvSpPr>
          <p:spPr>
            <a:xfrm>
              <a:off x="5703368" y="3196888"/>
              <a:ext cx="93660" cy="249163"/>
            </a:xfrm>
            <a:custGeom>
              <a:avLst/>
              <a:gdLst/>
              <a:ahLst/>
              <a:cxnLst/>
              <a:rect l="l" t="t" r="r" b="b"/>
              <a:pathLst>
                <a:path w="133350" h="356235">
                  <a:moveTo>
                    <a:pt x="132847" y="0"/>
                  </a:moveTo>
                  <a:lnTo>
                    <a:pt x="0" y="356071"/>
                  </a:lnTo>
                </a:path>
              </a:pathLst>
            </a:custGeom>
            <a:ln w="5707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8" name="object 38">
              <a:extLst>
                <a:ext uri="{FF2B5EF4-FFF2-40B4-BE49-F238E27FC236}">
                  <a16:creationId xmlns:a16="http://schemas.microsoft.com/office/drawing/2014/main" id="{E5122F39-AE85-7DC0-6687-336B610199DB}"/>
                </a:ext>
              </a:extLst>
            </p:cNvPr>
            <p:cNvSpPr/>
            <p:nvPr/>
          </p:nvSpPr>
          <p:spPr>
            <a:xfrm>
              <a:off x="5676382" y="3350829"/>
              <a:ext cx="111121" cy="131722"/>
            </a:xfrm>
            <a:custGeom>
              <a:avLst/>
              <a:gdLst/>
              <a:ahLst/>
              <a:cxnLst/>
              <a:rect l="l" t="t" r="r" b="b"/>
              <a:pathLst>
                <a:path w="160654" h="190500">
                  <a:moveTo>
                    <a:pt x="0" y="0"/>
                  </a:moveTo>
                  <a:lnTo>
                    <a:pt x="20345" y="190385"/>
                  </a:lnTo>
                  <a:lnTo>
                    <a:pt x="160413" y="598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6230FCE9-FA5D-EB34-0B46-88CCACA9038E}"/>
                </a:ext>
              </a:extLst>
            </p:cNvPr>
            <p:cNvSpPr/>
            <p:nvPr/>
          </p:nvSpPr>
          <p:spPr>
            <a:xfrm>
              <a:off x="5903385" y="1713024"/>
              <a:ext cx="173032" cy="0"/>
            </a:xfrm>
            <a:custGeom>
              <a:avLst/>
              <a:gdLst/>
              <a:ahLst/>
              <a:cxnLst/>
              <a:rect l="l" t="t" r="r" b="b"/>
              <a:pathLst>
                <a:path w="248920">
                  <a:moveTo>
                    <a:pt x="0" y="0"/>
                  </a:moveTo>
                  <a:lnTo>
                    <a:pt x="248521" y="0"/>
                  </a:lnTo>
                </a:path>
              </a:pathLst>
            </a:custGeom>
            <a:ln w="57085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933DF3CA-83A9-B133-F6B2-5D657738FD40}"/>
                </a:ext>
              </a:extLst>
            </p:cNvPr>
            <p:cNvSpPr/>
            <p:nvPr/>
          </p:nvSpPr>
          <p:spPr>
            <a:xfrm>
              <a:off x="5997045" y="1652718"/>
              <a:ext cx="119058" cy="120614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0" y="0"/>
                  </a:moveTo>
                  <a:lnTo>
                    <a:pt x="0" y="171259"/>
                  </a:lnTo>
                  <a:lnTo>
                    <a:pt x="171208" y="856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B9BE22D3-E4AE-5756-F771-EC1A2E71EE86}"/>
                </a:ext>
              </a:extLst>
            </p:cNvPr>
            <p:cNvSpPr/>
            <p:nvPr/>
          </p:nvSpPr>
          <p:spPr>
            <a:xfrm>
              <a:off x="3026940" y="1084564"/>
              <a:ext cx="0" cy="3140712"/>
            </a:xfrm>
            <a:custGeom>
              <a:avLst/>
              <a:gdLst/>
              <a:ahLst/>
              <a:cxnLst/>
              <a:rect l="l" t="t" r="r" b="b"/>
              <a:pathLst>
                <a:path h="4505325">
                  <a:moveTo>
                    <a:pt x="0" y="0"/>
                  </a:moveTo>
                  <a:lnTo>
                    <a:pt x="0" y="4505102"/>
                  </a:lnTo>
                </a:path>
              </a:pathLst>
            </a:custGeom>
            <a:ln w="9512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D624C178-41A3-DE77-A3BE-4DD88726E4A5}"/>
                </a:ext>
              </a:extLst>
            </p:cNvPr>
            <p:cNvSpPr/>
            <p:nvPr/>
          </p:nvSpPr>
          <p:spPr>
            <a:xfrm>
              <a:off x="3026940" y="4225277"/>
              <a:ext cx="4154337" cy="0"/>
            </a:xfrm>
            <a:custGeom>
              <a:avLst/>
              <a:gdLst/>
              <a:ahLst/>
              <a:cxnLst/>
              <a:rect l="l" t="t" r="r" b="b"/>
              <a:pathLst>
                <a:path w="5959475">
                  <a:moveTo>
                    <a:pt x="0" y="0"/>
                  </a:moveTo>
                  <a:lnTo>
                    <a:pt x="5959224" y="0"/>
                  </a:lnTo>
                </a:path>
              </a:pathLst>
            </a:custGeom>
            <a:ln w="9514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8171" name="object 43">
              <a:extLst>
                <a:ext uri="{FF2B5EF4-FFF2-40B4-BE49-F238E27FC236}">
                  <a16:creationId xmlns:a16="http://schemas.microsoft.com/office/drawing/2014/main" id="{A2D1048C-13ED-7904-3E0B-54367F0AEF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5075" y="1993926"/>
              <a:ext cx="2820885" cy="1221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92623" rIns="0" bIns="0">
              <a:spAutoFit/>
            </a:bodyPr>
            <a:lstStyle>
              <a:lvl1pPr marL="1006475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ts val="731"/>
                </a:spcBef>
                <a:buNone/>
              </a:pPr>
              <a:r>
                <a:rPr lang="en-US" alt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</a:p>
            <a:p>
              <a:pPr>
                <a:lnSpc>
                  <a:spcPct val="99000"/>
                </a:lnSpc>
                <a:spcBef>
                  <a:spcPts val="694"/>
                </a:spcBef>
                <a:buNone/>
              </a:pPr>
              <a:r>
                <a:rPr lang="en-US" alt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re-calcule as  médias dos  grupos</a:t>
              </a:r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303E18FC-08EA-AC9E-FA76-CC0D3C5FF0DE}"/>
                </a:ext>
              </a:extLst>
            </p:cNvPr>
            <p:cNvSpPr/>
            <p:nvPr/>
          </p:nvSpPr>
          <p:spPr>
            <a:xfrm>
              <a:off x="5690668" y="1713024"/>
              <a:ext cx="158744" cy="17139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9F3141A2-2092-BFFA-6AC4-57214E74FE45}"/>
                </a:ext>
              </a:extLst>
            </p:cNvPr>
            <p:cNvSpPr/>
            <p:nvPr/>
          </p:nvSpPr>
          <p:spPr>
            <a:xfrm>
              <a:off x="5690668" y="1713024"/>
              <a:ext cx="158744" cy="171398"/>
            </a:xfrm>
            <a:custGeom>
              <a:avLst/>
              <a:gdLst/>
              <a:ahLst/>
              <a:cxnLst/>
              <a:rect l="l" t="t" r="r" b="b"/>
              <a:pathLst>
                <a:path w="229235" h="245744">
                  <a:moveTo>
                    <a:pt x="0" y="122866"/>
                  </a:moveTo>
                  <a:lnTo>
                    <a:pt x="9005" y="75041"/>
                  </a:lnTo>
                  <a:lnTo>
                    <a:pt x="33565" y="35986"/>
                  </a:lnTo>
                  <a:lnTo>
                    <a:pt x="69992" y="9655"/>
                  </a:lnTo>
                  <a:lnTo>
                    <a:pt x="114600" y="0"/>
                  </a:lnTo>
                  <a:lnTo>
                    <a:pt x="159208" y="9655"/>
                  </a:lnTo>
                  <a:lnTo>
                    <a:pt x="195636" y="35986"/>
                  </a:lnTo>
                  <a:lnTo>
                    <a:pt x="220196" y="75041"/>
                  </a:lnTo>
                  <a:lnTo>
                    <a:pt x="229201" y="122866"/>
                  </a:lnTo>
                  <a:lnTo>
                    <a:pt x="220196" y="170691"/>
                  </a:lnTo>
                  <a:lnTo>
                    <a:pt x="195636" y="209746"/>
                  </a:lnTo>
                  <a:lnTo>
                    <a:pt x="159208" y="236077"/>
                  </a:lnTo>
                  <a:lnTo>
                    <a:pt x="114600" y="245733"/>
                  </a:lnTo>
                  <a:lnTo>
                    <a:pt x="69992" y="236077"/>
                  </a:lnTo>
                  <a:lnTo>
                    <a:pt x="33565" y="209746"/>
                  </a:lnTo>
                  <a:lnTo>
                    <a:pt x="9005" y="170691"/>
                  </a:lnTo>
                  <a:lnTo>
                    <a:pt x="0" y="122866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FFE459DD-FAF9-FE9E-C3EA-3F59F93720B7}"/>
                </a:ext>
              </a:extLst>
            </p:cNvPr>
            <p:cNvSpPr txBox="1"/>
            <p:nvPr/>
          </p:nvSpPr>
          <p:spPr>
            <a:xfrm>
              <a:off x="5851000" y="1792375"/>
              <a:ext cx="150807" cy="212160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spc="-53" dirty="0">
                  <a:latin typeface="Trebuchet MS"/>
                  <a:cs typeface="Trebuchet MS"/>
                </a:rPr>
                <a:t>k</a:t>
              </a:r>
              <a:r>
                <a:rPr sz="980" spc="-11" baseline="-20000" dirty="0">
                  <a:latin typeface="Trebuchet MS"/>
                  <a:cs typeface="Trebuchet MS"/>
                </a:rPr>
                <a:t>1</a:t>
              </a:r>
              <a:endParaRPr sz="980" baseline="-20000">
                <a:latin typeface="Trebuchet MS"/>
                <a:cs typeface="Trebuchet MS"/>
              </a:endParaRPr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4C37EBEE-A4D5-0857-AFD1-8EFCAC671AA6}"/>
                </a:ext>
              </a:extLst>
            </p:cNvPr>
            <p:cNvSpPr/>
            <p:nvPr/>
          </p:nvSpPr>
          <p:spPr>
            <a:xfrm>
              <a:off x="5797027" y="3025489"/>
              <a:ext cx="158744" cy="171398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8" name="object 48">
              <a:extLst>
                <a:ext uri="{FF2B5EF4-FFF2-40B4-BE49-F238E27FC236}">
                  <a16:creationId xmlns:a16="http://schemas.microsoft.com/office/drawing/2014/main" id="{C9FB6404-56CD-A83B-4CF8-1B8C1D160531}"/>
                </a:ext>
              </a:extLst>
            </p:cNvPr>
            <p:cNvSpPr/>
            <p:nvPr/>
          </p:nvSpPr>
          <p:spPr>
            <a:xfrm>
              <a:off x="5797027" y="3025489"/>
              <a:ext cx="158744" cy="171398"/>
            </a:xfrm>
            <a:custGeom>
              <a:avLst/>
              <a:gdLst/>
              <a:ahLst/>
              <a:cxnLst/>
              <a:rect l="l" t="t" r="r" b="b"/>
              <a:pathLst>
                <a:path w="229234" h="245745">
                  <a:moveTo>
                    <a:pt x="0" y="122866"/>
                  </a:moveTo>
                  <a:lnTo>
                    <a:pt x="9005" y="75041"/>
                  </a:lnTo>
                  <a:lnTo>
                    <a:pt x="33565" y="35986"/>
                  </a:lnTo>
                  <a:lnTo>
                    <a:pt x="69993" y="9655"/>
                  </a:lnTo>
                  <a:lnTo>
                    <a:pt x="114600" y="0"/>
                  </a:lnTo>
                  <a:lnTo>
                    <a:pt x="159209" y="9655"/>
                  </a:lnTo>
                  <a:lnTo>
                    <a:pt x="195636" y="35986"/>
                  </a:lnTo>
                  <a:lnTo>
                    <a:pt x="220196" y="75041"/>
                  </a:lnTo>
                  <a:lnTo>
                    <a:pt x="229202" y="122866"/>
                  </a:lnTo>
                  <a:lnTo>
                    <a:pt x="220196" y="170691"/>
                  </a:lnTo>
                  <a:lnTo>
                    <a:pt x="195636" y="209746"/>
                  </a:lnTo>
                  <a:lnTo>
                    <a:pt x="159209" y="236077"/>
                  </a:lnTo>
                  <a:lnTo>
                    <a:pt x="114600" y="245733"/>
                  </a:lnTo>
                  <a:lnTo>
                    <a:pt x="69993" y="236077"/>
                  </a:lnTo>
                  <a:lnTo>
                    <a:pt x="33565" y="209746"/>
                  </a:lnTo>
                  <a:lnTo>
                    <a:pt x="9005" y="170691"/>
                  </a:lnTo>
                  <a:lnTo>
                    <a:pt x="0" y="122866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9" name="object 49">
              <a:extLst>
                <a:ext uri="{FF2B5EF4-FFF2-40B4-BE49-F238E27FC236}">
                  <a16:creationId xmlns:a16="http://schemas.microsoft.com/office/drawing/2014/main" id="{5413A9C4-08D2-FDB0-4664-DF5B9E83C6AA}"/>
                </a:ext>
              </a:extLst>
            </p:cNvPr>
            <p:cNvSpPr txBox="1"/>
            <p:nvPr/>
          </p:nvSpPr>
          <p:spPr>
            <a:xfrm>
              <a:off x="5957358" y="3144516"/>
              <a:ext cx="95247" cy="212160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spc="-53" dirty="0">
                  <a:latin typeface="Trebuchet MS"/>
                  <a:cs typeface="Trebuchet MS"/>
                </a:rPr>
                <a:t>k</a:t>
              </a:r>
              <a:endParaRPr sz="993">
                <a:latin typeface="Trebuchet MS"/>
                <a:cs typeface="Trebuchet MS"/>
              </a:endParaRPr>
            </a:p>
          </p:txBody>
        </p:sp>
        <p:sp>
          <p:nvSpPr>
            <p:cNvPr id="50" name="object 50">
              <a:extLst>
                <a:ext uri="{FF2B5EF4-FFF2-40B4-BE49-F238E27FC236}">
                  <a16:creationId xmlns:a16="http://schemas.microsoft.com/office/drawing/2014/main" id="{1898BEDB-8F00-9D78-DE38-A3AF48B4BDC7}"/>
                </a:ext>
              </a:extLst>
            </p:cNvPr>
            <p:cNvSpPr txBox="1"/>
            <p:nvPr/>
          </p:nvSpPr>
          <p:spPr>
            <a:xfrm>
              <a:off x="6033556" y="3242913"/>
              <a:ext cx="74611" cy="144204"/>
            </a:xfrm>
            <a:prstGeom prst="rect">
              <a:avLst/>
            </a:prstGeom>
          </p:spPr>
          <p:txBody>
            <a:bodyPr lIns="0" tIns="7635" rIns="0" bIns="0">
              <a:spAutoFit/>
            </a:bodyPr>
            <a:lstStyle/>
            <a:p>
              <a:pPr marL="6640">
                <a:spcBef>
                  <a:spcPts val="59"/>
                </a:spcBef>
                <a:defRPr/>
              </a:pPr>
              <a:r>
                <a:rPr sz="653" spc="-8" dirty="0">
                  <a:latin typeface="Trebuchet MS"/>
                  <a:cs typeface="Trebuchet MS"/>
                </a:rPr>
                <a:t>3</a:t>
              </a:r>
              <a:endParaRPr sz="653">
                <a:latin typeface="Trebuchet MS"/>
                <a:cs typeface="Trebuchet MS"/>
              </a:endParaRPr>
            </a:p>
          </p:txBody>
        </p:sp>
        <p:sp>
          <p:nvSpPr>
            <p:cNvPr id="51" name="object 51">
              <a:extLst>
                <a:ext uri="{FF2B5EF4-FFF2-40B4-BE49-F238E27FC236}">
                  <a16:creationId xmlns:a16="http://schemas.microsoft.com/office/drawing/2014/main" id="{21E094F2-E009-2A08-F755-7A8EFDA4DA57}"/>
                </a:ext>
              </a:extLst>
            </p:cNvPr>
            <p:cNvSpPr/>
            <p:nvPr/>
          </p:nvSpPr>
          <p:spPr>
            <a:xfrm>
              <a:off x="3773038" y="3254020"/>
              <a:ext cx="158744" cy="17139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2" name="object 52">
              <a:extLst>
                <a:ext uri="{FF2B5EF4-FFF2-40B4-BE49-F238E27FC236}">
                  <a16:creationId xmlns:a16="http://schemas.microsoft.com/office/drawing/2014/main" id="{169D4352-61F1-EB25-5848-574B3475316B}"/>
                </a:ext>
              </a:extLst>
            </p:cNvPr>
            <p:cNvSpPr txBox="1"/>
            <p:nvPr/>
          </p:nvSpPr>
          <p:spPr>
            <a:xfrm>
              <a:off x="3933370" y="3373047"/>
              <a:ext cx="150807" cy="212160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spc="-53" dirty="0">
                  <a:latin typeface="Trebuchet MS"/>
                  <a:cs typeface="Trebuchet MS"/>
                </a:rPr>
                <a:t>k</a:t>
              </a:r>
              <a:r>
                <a:rPr sz="980" spc="-11" baseline="-20000" dirty="0">
                  <a:latin typeface="Trebuchet MS"/>
                  <a:cs typeface="Trebuchet MS"/>
                </a:rPr>
                <a:t>2</a:t>
              </a:r>
              <a:endParaRPr sz="980" baseline="-20000">
                <a:latin typeface="Trebuchet MS"/>
                <a:cs typeface="Trebuchet MS"/>
              </a:endParaRPr>
            </a:p>
          </p:txBody>
        </p:sp>
        <p:sp>
          <p:nvSpPr>
            <p:cNvPr id="53" name="object 53">
              <a:extLst>
                <a:ext uri="{FF2B5EF4-FFF2-40B4-BE49-F238E27FC236}">
                  <a16:creationId xmlns:a16="http://schemas.microsoft.com/office/drawing/2014/main" id="{43FC07CF-02C3-26A1-D05B-181251BBA58B}"/>
                </a:ext>
              </a:extLst>
            </p:cNvPr>
            <p:cNvSpPr txBox="1"/>
            <p:nvPr/>
          </p:nvSpPr>
          <p:spPr>
            <a:xfrm>
              <a:off x="4987431" y="4415719"/>
              <a:ext cx="171444" cy="239309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6640">
                <a:lnSpc>
                  <a:spcPts val="1420"/>
                </a:lnSpc>
                <a:defRPr/>
              </a:pPr>
              <a:r>
                <a:rPr sz="1255" spc="-2" dirty="0">
                  <a:latin typeface="Times New Roman"/>
                  <a:cs typeface="Times New Roman"/>
                </a:rPr>
                <a:t>X</a:t>
              </a:r>
              <a:endParaRPr sz="1255">
                <a:latin typeface="Times New Roman"/>
                <a:cs typeface="Times New Roman"/>
              </a:endParaRPr>
            </a:p>
          </p:txBody>
        </p:sp>
      </p:grpSp>
      <p:sp>
        <p:nvSpPr>
          <p:cNvPr id="57" name="object 2">
            <a:extLst>
              <a:ext uri="{FF2B5EF4-FFF2-40B4-BE49-F238E27FC236}">
                <a16:creationId xmlns:a16="http://schemas.microsoft.com/office/drawing/2014/main" id="{70625413-4080-4DEB-E452-362BAA6F40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19" y="195263"/>
            <a:ext cx="6725841" cy="365442"/>
          </a:xfrm>
        </p:spPr>
        <p:txBody>
          <a:bodyPr spcFirstLastPara="1" wrap="square" lIns="0" tIns="6308" rIns="0" bIns="0" rtlCol="0" anchor="t" anchorCtr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pc="-2" dirty="0">
                <a:solidFill>
                  <a:schemeClr val="tx1"/>
                </a:solidFill>
              </a:rPr>
              <a:t>Algoritmo K-Means</a:t>
            </a:r>
            <a:r>
              <a:rPr spc="-26" dirty="0">
                <a:solidFill>
                  <a:schemeClr val="tx1"/>
                </a:solidFill>
              </a:rPr>
              <a:t> </a:t>
            </a:r>
            <a:r>
              <a:rPr spc="-2" dirty="0">
                <a:solidFill>
                  <a:schemeClr val="tx1"/>
                </a:solidFill>
              </a:rPr>
              <a:t>(K-Médias)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153" name="Agrupar 48">
            <a:extLst>
              <a:ext uri="{FF2B5EF4-FFF2-40B4-BE49-F238E27FC236}">
                <a16:creationId xmlns:a16="http://schemas.microsoft.com/office/drawing/2014/main" id="{79DB9A93-E5CF-4B9D-7EA3-9B63EDF9E279}"/>
              </a:ext>
            </a:extLst>
          </p:cNvPr>
          <p:cNvGrpSpPr>
            <a:grpSpLocks/>
          </p:cNvGrpSpPr>
          <p:nvPr/>
        </p:nvGrpSpPr>
        <p:grpSpPr bwMode="auto">
          <a:xfrm>
            <a:off x="2597944" y="1556148"/>
            <a:ext cx="4311254" cy="2881064"/>
            <a:chOff x="1433147" y="814771"/>
            <a:chExt cx="5748130" cy="3840257"/>
          </a:xfrm>
        </p:grpSpPr>
        <p:sp>
          <p:nvSpPr>
            <p:cNvPr id="3" name="object 3">
              <a:extLst>
                <a:ext uri="{FF2B5EF4-FFF2-40B4-BE49-F238E27FC236}">
                  <a16:creationId xmlns:a16="http://schemas.microsoft.com/office/drawing/2014/main" id="{5DCD3361-4ADC-0F7D-8193-53AED4A57A15}"/>
                </a:ext>
              </a:extLst>
            </p:cNvPr>
            <p:cNvSpPr txBox="1"/>
            <p:nvPr/>
          </p:nvSpPr>
          <p:spPr>
            <a:xfrm>
              <a:off x="1433147" y="814771"/>
              <a:ext cx="912780" cy="308824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1464" spc="-2" dirty="0"/>
                <a:t>Passo</a:t>
              </a:r>
              <a:r>
                <a:rPr sz="1464" spc="-42" dirty="0"/>
                <a:t> </a:t>
              </a:r>
              <a:r>
                <a:rPr sz="1464" spc="-2" dirty="0"/>
                <a:t>5</a:t>
              </a:r>
              <a:endParaRPr sz="1464"/>
            </a:p>
          </p:txBody>
        </p:sp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6A5A765-A182-9FAF-A547-B99ADB752F3E}"/>
                </a:ext>
              </a:extLst>
            </p:cNvPr>
            <p:cNvSpPr/>
            <p:nvPr/>
          </p:nvSpPr>
          <p:spPr>
            <a:xfrm>
              <a:off x="3609531" y="3479377"/>
              <a:ext cx="112708" cy="12061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0EBF84D-1A18-79D4-6B4C-D1D160336193}"/>
                </a:ext>
              </a:extLst>
            </p:cNvPr>
            <p:cNvSpPr/>
            <p:nvPr/>
          </p:nvSpPr>
          <p:spPr>
            <a:xfrm>
              <a:off x="3715889" y="3650775"/>
              <a:ext cx="112709" cy="12061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A37886F-E019-4C3F-E5EE-B2EDFEBF7963}"/>
                </a:ext>
              </a:extLst>
            </p:cNvPr>
            <p:cNvSpPr/>
            <p:nvPr/>
          </p:nvSpPr>
          <p:spPr>
            <a:xfrm>
              <a:off x="3555558" y="3822173"/>
              <a:ext cx="114296" cy="12061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9704DBA3-13C0-C275-5F3F-5B85C3BE3B02}"/>
                </a:ext>
              </a:extLst>
            </p:cNvPr>
            <p:cNvSpPr/>
            <p:nvPr/>
          </p:nvSpPr>
          <p:spPr>
            <a:xfrm>
              <a:off x="3396814" y="3307979"/>
              <a:ext cx="112708" cy="12061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C2DF4DA9-96BC-561B-E9B6-F23F3CB0A891}"/>
                </a:ext>
              </a:extLst>
            </p:cNvPr>
            <p:cNvSpPr/>
            <p:nvPr/>
          </p:nvSpPr>
          <p:spPr>
            <a:xfrm>
              <a:off x="3396814" y="1538452"/>
              <a:ext cx="112708" cy="12061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900797B2-EA1C-C75D-0FD6-891BA9F03C0D}"/>
                </a:ext>
              </a:extLst>
            </p:cNvPr>
            <p:cNvSpPr/>
            <p:nvPr/>
          </p:nvSpPr>
          <p:spPr>
            <a:xfrm>
              <a:off x="3396814" y="2679519"/>
              <a:ext cx="112708" cy="12220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B7426AE1-6539-BE52-08D5-7D1B1017A3EB}"/>
                </a:ext>
              </a:extLst>
            </p:cNvPr>
            <p:cNvSpPr/>
            <p:nvPr/>
          </p:nvSpPr>
          <p:spPr>
            <a:xfrm>
              <a:off x="3396814" y="3822173"/>
              <a:ext cx="112708" cy="12061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711FD06A-8A2B-5DBD-0A82-F68E1D5268C2}"/>
                </a:ext>
              </a:extLst>
            </p:cNvPr>
            <p:cNvSpPr/>
            <p:nvPr/>
          </p:nvSpPr>
          <p:spPr>
            <a:xfrm>
              <a:off x="3077737" y="3079448"/>
              <a:ext cx="112709" cy="12061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A5183B8A-3A46-F720-A60A-26EF6AB5D287}"/>
                </a:ext>
              </a:extLst>
            </p:cNvPr>
            <p:cNvSpPr/>
            <p:nvPr/>
          </p:nvSpPr>
          <p:spPr>
            <a:xfrm>
              <a:off x="4568347" y="2850917"/>
              <a:ext cx="112708" cy="12220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6D663C54-F0AD-2070-2D8E-D5F27FF55103}"/>
                </a:ext>
              </a:extLst>
            </p:cNvPr>
            <p:cNvSpPr/>
            <p:nvPr/>
          </p:nvSpPr>
          <p:spPr>
            <a:xfrm>
              <a:off x="6058955" y="1367054"/>
              <a:ext cx="114296" cy="12061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B65FDF7A-0C9C-BA37-3B6D-D9BFF514EF2B}"/>
                </a:ext>
              </a:extLst>
            </p:cNvPr>
            <p:cNvSpPr/>
            <p:nvPr/>
          </p:nvSpPr>
          <p:spPr>
            <a:xfrm>
              <a:off x="6382793" y="1427361"/>
              <a:ext cx="106359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14"/>
                  </a:lnTo>
                  <a:lnTo>
                    <a:pt x="76403" y="163817"/>
                  </a:lnTo>
                  <a:lnTo>
                    <a:pt x="152806" y="81914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EC73971A-7290-C959-2136-205A2F45D397}"/>
                </a:ext>
              </a:extLst>
            </p:cNvPr>
            <p:cNvSpPr/>
            <p:nvPr/>
          </p:nvSpPr>
          <p:spPr>
            <a:xfrm>
              <a:off x="6382793" y="1427361"/>
              <a:ext cx="106359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712ADD7E-C082-E0AB-9F7F-F490754EA7E2}"/>
                </a:ext>
              </a:extLst>
            </p:cNvPr>
            <p:cNvSpPr/>
            <p:nvPr/>
          </p:nvSpPr>
          <p:spPr>
            <a:xfrm>
              <a:off x="6276435" y="1541626"/>
              <a:ext cx="106358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14"/>
                  </a:lnTo>
                  <a:lnTo>
                    <a:pt x="76403" y="163829"/>
                  </a:lnTo>
                  <a:lnTo>
                    <a:pt x="152806" y="81914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7" name="object 17">
              <a:extLst>
                <a:ext uri="{FF2B5EF4-FFF2-40B4-BE49-F238E27FC236}">
                  <a16:creationId xmlns:a16="http://schemas.microsoft.com/office/drawing/2014/main" id="{03AA8161-E603-C5CA-3834-82B435E9C3C5}"/>
                </a:ext>
              </a:extLst>
            </p:cNvPr>
            <p:cNvSpPr/>
            <p:nvPr/>
          </p:nvSpPr>
          <p:spPr>
            <a:xfrm>
              <a:off x="6276435" y="1541626"/>
              <a:ext cx="106358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8" name="object 18">
              <a:extLst>
                <a:ext uri="{FF2B5EF4-FFF2-40B4-BE49-F238E27FC236}">
                  <a16:creationId xmlns:a16="http://schemas.microsoft.com/office/drawing/2014/main" id="{D92C15BC-B6F5-8C62-4F0E-22DEB359E5A0}"/>
                </a:ext>
              </a:extLst>
            </p:cNvPr>
            <p:cNvSpPr/>
            <p:nvPr/>
          </p:nvSpPr>
          <p:spPr>
            <a:xfrm>
              <a:off x="6168489" y="1655892"/>
              <a:ext cx="107946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02"/>
                  </a:lnTo>
                  <a:lnTo>
                    <a:pt x="76403" y="163817"/>
                  </a:lnTo>
                  <a:lnTo>
                    <a:pt x="152806" y="81902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19" name="object 19">
              <a:extLst>
                <a:ext uri="{FF2B5EF4-FFF2-40B4-BE49-F238E27FC236}">
                  <a16:creationId xmlns:a16="http://schemas.microsoft.com/office/drawing/2014/main" id="{B19F696A-E799-C56C-A481-747F651F0905}"/>
                </a:ext>
              </a:extLst>
            </p:cNvPr>
            <p:cNvSpPr/>
            <p:nvPr/>
          </p:nvSpPr>
          <p:spPr>
            <a:xfrm>
              <a:off x="6168489" y="1655892"/>
              <a:ext cx="107946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0" name="object 20">
              <a:extLst>
                <a:ext uri="{FF2B5EF4-FFF2-40B4-BE49-F238E27FC236}">
                  <a16:creationId xmlns:a16="http://schemas.microsoft.com/office/drawing/2014/main" id="{8AB705E3-BB70-E51E-A3A4-A45BB5462D9F}"/>
                </a:ext>
              </a:extLst>
            </p:cNvPr>
            <p:cNvSpPr/>
            <p:nvPr/>
          </p:nvSpPr>
          <p:spPr>
            <a:xfrm>
              <a:off x="6382793" y="1770157"/>
              <a:ext cx="106359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76403" y="0"/>
                  </a:moveTo>
                  <a:lnTo>
                    <a:pt x="0" y="81914"/>
                  </a:lnTo>
                  <a:lnTo>
                    <a:pt x="76403" y="163817"/>
                  </a:lnTo>
                  <a:lnTo>
                    <a:pt x="152806" y="81914"/>
                  </a:lnTo>
                  <a:lnTo>
                    <a:pt x="76403" y="0"/>
                  </a:lnTo>
                  <a:close/>
                </a:path>
              </a:pathLst>
            </a:custGeom>
            <a:solidFill>
              <a:srgbClr val="00F900"/>
            </a:solid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1" name="object 21">
              <a:extLst>
                <a:ext uri="{FF2B5EF4-FFF2-40B4-BE49-F238E27FC236}">
                  <a16:creationId xmlns:a16="http://schemas.microsoft.com/office/drawing/2014/main" id="{217A6386-BB6B-AA9A-CE2D-1E05B898CC37}"/>
                </a:ext>
              </a:extLst>
            </p:cNvPr>
            <p:cNvSpPr/>
            <p:nvPr/>
          </p:nvSpPr>
          <p:spPr>
            <a:xfrm>
              <a:off x="6382793" y="1770157"/>
              <a:ext cx="106359" cy="114265"/>
            </a:xfrm>
            <a:custGeom>
              <a:avLst/>
              <a:gdLst/>
              <a:ahLst/>
              <a:cxnLst/>
              <a:rect l="l" t="t" r="r" b="b"/>
              <a:pathLst>
                <a:path w="153034" h="163830">
                  <a:moveTo>
                    <a:pt x="0" y="81910"/>
                  </a:moveTo>
                  <a:lnTo>
                    <a:pt x="76400" y="0"/>
                  </a:lnTo>
                  <a:lnTo>
                    <a:pt x="152801" y="81910"/>
                  </a:lnTo>
                  <a:lnTo>
                    <a:pt x="76400" y="163821"/>
                  </a:lnTo>
                  <a:lnTo>
                    <a:pt x="0" y="81910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2" name="object 22">
              <a:extLst>
                <a:ext uri="{FF2B5EF4-FFF2-40B4-BE49-F238E27FC236}">
                  <a16:creationId xmlns:a16="http://schemas.microsoft.com/office/drawing/2014/main" id="{F44C9846-6181-E581-ED04-DC4DD51CC02F}"/>
                </a:ext>
              </a:extLst>
            </p:cNvPr>
            <p:cNvSpPr/>
            <p:nvPr/>
          </p:nvSpPr>
          <p:spPr>
            <a:xfrm>
              <a:off x="6592335" y="2052647"/>
              <a:ext cx="112709" cy="12061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23DD294F-583E-D89A-E882-726E52977A18}"/>
                </a:ext>
              </a:extLst>
            </p:cNvPr>
            <p:cNvSpPr/>
            <p:nvPr/>
          </p:nvSpPr>
          <p:spPr>
            <a:xfrm>
              <a:off x="5366830" y="1367054"/>
              <a:ext cx="112709" cy="12061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03451C25-BDFF-E061-9E55-5EAC215CA6C3}"/>
                </a:ext>
              </a:extLst>
            </p:cNvPr>
            <p:cNvSpPr/>
            <p:nvPr/>
          </p:nvSpPr>
          <p:spPr>
            <a:xfrm>
              <a:off x="5579547" y="2452576"/>
              <a:ext cx="114296" cy="12061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D3B891BD-E585-F93B-631F-CB134FA9AE90}"/>
                </a:ext>
              </a:extLst>
            </p:cNvPr>
            <p:cNvSpPr/>
            <p:nvPr/>
          </p:nvSpPr>
          <p:spPr>
            <a:xfrm>
              <a:off x="5579547" y="3593643"/>
              <a:ext cx="114296" cy="12061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C270CACA-D10C-176E-2B49-0F20515D2604}"/>
                </a:ext>
              </a:extLst>
            </p:cNvPr>
            <p:cNvSpPr/>
            <p:nvPr/>
          </p:nvSpPr>
          <p:spPr>
            <a:xfrm>
              <a:off x="5846237" y="3822173"/>
              <a:ext cx="112709" cy="12061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BDDC0B51-34AE-86AC-9F4B-17ECE5C5ABB9}"/>
                </a:ext>
              </a:extLst>
            </p:cNvPr>
            <p:cNvSpPr/>
            <p:nvPr/>
          </p:nvSpPr>
          <p:spPr>
            <a:xfrm>
              <a:off x="6112928" y="3250846"/>
              <a:ext cx="112709" cy="12061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70969E8A-040E-2C32-F315-86D16D68FF46}"/>
                </a:ext>
              </a:extLst>
            </p:cNvPr>
            <p:cNvSpPr/>
            <p:nvPr/>
          </p:nvSpPr>
          <p:spPr>
            <a:xfrm>
              <a:off x="5527162" y="2793784"/>
              <a:ext cx="112708" cy="12220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69647A36-EC41-1581-78D4-391606BEEA3B}"/>
                </a:ext>
              </a:extLst>
            </p:cNvPr>
            <p:cNvSpPr/>
            <p:nvPr/>
          </p:nvSpPr>
          <p:spPr>
            <a:xfrm>
              <a:off x="4993781" y="3136581"/>
              <a:ext cx="114296" cy="12061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2171F090-C71E-8825-6E89-61708A147026}"/>
                </a:ext>
              </a:extLst>
            </p:cNvPr>
            <p:cNvSpPr/>
            <p:nvPr/>
          </p:nvSpPr>
          <p:spPr>
            <a:xfrm>
              <a:off x="6379618" y="3479377"/>
              <a:ext cx="112709" cy="12061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E06FC3E7-9295-CB46-A5E7-A27351D7050A}"/>
                </a:ext>
              </a:extLst>
            </p:cNvPr>
            <p:cNvSpPr/>
            <p:nvPr/>
          </p:nvSpPr>
          <p:spPr>
            <a:xfrm>
              <a:off x="6271672" y="3765041"/>
              <a:ext cx="114296" cy="12061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198D7584-E154-42DF-0C6E-655DF10FC288}"/>
                </a:ext>
              </a:extLst>
            </p:cNvPr>
            <p:cNvSpPr/>
            <p:nvPr/>
          </p:nvSpPr>
          <p:spPr>
            <a:xfrm>
              <a:off x="6165314" y="3022315"/>
              <a:ext cx="114296" cy="12061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C26DBBCD-D4D9-5330-3D7A-FC5A8171CC1D}"/>
                </a:ext>
              </a:extLst>
            </p:cNvPr>
            <p:cNvSpPr/>
            <p:nvPr/>
          </p:nvSpPr>
          <p:spPr>
            <a:xfrm>
              <a:off x="6592335" y="3936439"/>
              <a:ext cx="112709" cy="12061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DFA70981-D07E-9D2F-85FE-F678A31566DA}"/>
                </a:ext>
              </a:extLst>
            </p:cNvPr>
            <p:cNvSpPr/>
            <p:nvPr/>
          </p:nvSpPr>
          <p:spPr>
            <a:xfrm>
              <a:off x="6006570" y="1938381"/>
              <a:ext cx="112708" cy="12061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39618080-8F49-2971-26BE-F87DBD1AE4C8}"/>
                </a:ext>
              </a:extLst>
            </p:cNvPr>
            <p:cNvSpPr/>
            <p:nvPr/>
          </p:nvSpPr>
          <p:spPr>
            <a:xfrm>
              <a:off x="3026939" y="1084564"/>
              <a:ext cx="0" cy="3140712"/>
            </a:xfrm>
            <a:custGeom>
              <a:avLst/>
              <a:gdLst/>
              <a:ahLst/>
              <a:cxnLst/>
              <a:rect l="l" t="t" r="r" b="b"/>
              <a:pathLst>
                <a:path h="4505325">
                  <a:moveTo>
                    <a:pt x="0" y="0"/>
                  </a:moveTo>
                  <a:lnTo>
                    <a:pt x="0" y="4505102"/>
                  </a:lnTo>
                </a:path>
              </a:pathLst>
            </a:custGeom>
            <a:ln w="9512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B7C2D4C3-8AB8-8222-5A53-DD19DEF3D0FF}"/>
                </a:ext>
              </a:extLst>
            </p:cNvPr>
            <p:cNvSpPr/>
            <p:nvPr/>
          </p:nvSpPr>
          <p:spPr>
            <a:xfrm>
              <a:off x="3026939" y="4225277"/>
              <a:ext cx="4154338" cy="0"/>
            </a:xfrm>
            <a:custGeom>
              <a:avLst/>
              <a:gdLst/>
              <a:ahLst/>
              <a:cxnLst/>
              <a:rect l="l" t="t" r="r" b="b"/>
              <a:pathLst>
                <a:path w="5959475">
                  <a:moveTo>
                    <a:pt x="0" y="0"/>
                  </a:moveTo>
                  <a:lnTo>
                    <a:pt x="5959224" y="0"/>
                  </a:lnTo>
                </a:path>
              </a:pathLst>
            </a:custGeom>
            <a:ln w="9514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37" name="object 37">
              <a:extLst>
                <a:ext uri="{FF2B5EF4-FFF2-40B4-BE49-F238E27FC236}">
                  <a16:creationId xmlns:a16="http://schemas.microsoft.com/office/drawing/2014/main" id="{CCBC7770-213B-13A3-8916-60BC6116BB5D}"/>
                </a:ext>
              </a:extLst>
            </p:cNvPr>
            <p:cNvSpPr txBox="1"/>
            <p:nvPr/>
          </p:nvSpPr>
          <p:spPr>
            <a:xfrm>
              <a:off x="2644366" y="2109779"/>
              <a:ext cx="171444" cy="265918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1255" spc="-2" dirty="0">
                  <a:latin typeface="Times New Roman"/>
                  <a:cs typeface="Times New Roman"/>
                </a:rPr>
                <a:t>Y</a:t>
              </a:r>
              <a:endParaRPr sz="1255">
                <a:latin typeface="Times New Roman"/>
                <a:cs typeface="Times New Roman"/>
              </a:endParaRPr>
            </a:p>
          </p:txBody>
        </p:sp>
        <p:sp>
          <p:nvSpPr>
            <p:cNvPr id="49190" name="object 38">
              <a:extLst>
                <a:ext uri="{FF2B5EF4-FFF2-40B4-BE49-F238E27FC236}">
                  <a16:creationId xmlns:a16="http://schemas.microsoft.com/office/drawing/2014/main" id="{BDECC76F-D8F8-D55A-E5B8-EC1F0FD2A3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3479" y="3108013"/>
              <a:ext cx="1208043" cy="984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7636" rIns="0" bIns="0">
              <a:spAutoFit/>
            </a:bodyPr>
            <a:lstStyle>
              <a:lvl1pPr marL="7938">
                <a:spcBef>
                  <a:spcPct val="20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99000"/>
                </a:lnSpc>
                <a:spcBef>
                  <a:spcPts val="56"/>
                </a:spcBef>
                <a:buNone/>
              </a:pPr>
              <a:r>
                <a:rPr lang="en-US" alt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Mova cada  centroide  para a média  de cada grupo</a:t>
              </a:r>
            </a:p>
          </p:txBody>
        </p:sp>
        <p:sp>
          <p:nvSpPr>
            <p:cNvPr id="39" name="object 39">
              <a:extLst>
                <a:ext uri="{FF2B5EF4-FFF2-40B4-BE49-F238E27FC236}">
                  <a16:creationId xmlns:a16="http://schemas.microsoft.com/office/drawing/2014/main" id="{F3656ED3-A65B-C0B6-D4BC-8E1A614F3348}"/>
                </a:ext>
              </a:extLst>
            </p:cNvPr>
            <p:cNvSpPr/>
            <p:nvPr/>
          </p:nvSpPr>
          <p:spPr>
            <a:xfrm>
              <a:off x="3346016" y="2911224"/>
              <a:ext cx="160331" cy="17139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0" name="object 40">
              <a:extLst>
                <a:ext uri="{FF2B5EF4-FFF2-40B4-BE49-F238E27FC236}">
                  <a16:creationId xmlns:a16="http://schemas.microsoft.com/office/drawing/2014/main" id="{8CBE400C-D435-1B5D-294E-5729FEC8B620}"/>
                </a:ext>
              </a:extLst>
            </p:cNvPr>
            <p:cNvSpPr txBox="1"/>
            <p:nvPr/>
          </p:nvSpPr>
          <p:spPr>
            <a:xfrm>
              <a:off x="3507934" y="3030252"/>
              <a:ext cx="150807" cy="212160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spc="-53" dirty="0">
                  <a:latin typeface="Trebuchet MS"/>
                  <a:cs typeface="Trebuchet MS"/>
                </a:rPr>
                <a:t>k</a:t>
              </a:r>
              <a:r>
                <a:rPr sz="980" spc="-11" baseline="-20000" dirty="0">
                  <a:latin typeface="Trebuchet MS"/>
                  <a:cs typeface="Trebuchet MS"/>
                </a:rPr>
                <a:t>2</a:t>
              </a:r>
              <a:endParaRPr sz="980" baseline="-20000">
                <a:latin typeface="Trebuchet MS"/>
                <a:cs typeface="Trebuchet MS"/>
              </a:endParaRPr>
            </a:p>
          </p:txBody>
        </p:sp>
        <p:sp>
          <p:nvSpPr>
            <p:cNvPr id="41" name="object 41">
              <a:extLst>
                <a:ext uri="{FF2B5EF4-FFF2-40B4-BE49-F238E27FC236}">
                  <a16:creationId xmlns:a16="http://schemas.microsoft.com/office/drawing/2014/main" id="{309481AA-0CCB-C52F-9F01-36E2FADF2804}"/>
                </a:ext>
              </a:extLst>
            </p:cNvPr>
            <p:cNvSpPr/>
            <p:nvPr/>
          </p:nvSpPr>
          <p:spPr>
            <a:xfrm>
              <a:off x="5903385" y="1598759"/>
              <a:ext cx="158744" cy="171398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2" name="object 42">
              <a:extLst>
                <a:ext uri="{FF2B5EF4-FFF2-40B4-BE49-F238E27FC236}">
                  <a16:creationId xmlns:a16="http://schemas.microsoft.com/office/drawing/2014/main" id="{E1C8B3AD-E73B-10AF-AAAF-69EDE17F8057}"/>
                </a:ext>
              </a:extLst>
            </p:cNvPr>
            <p:cNvSpPr/>
            <p:nvPr/>
          </p:nvSpPr>
          <p:spPr>
            <a:xfrm>
              <a:off x="5903385" y="1598759"/>
              <a:ext cx="158744" cy="171398"/>
            </a:xfrm>
            <a:custGeom>
              <a:avLst/>
              <a:gdLst/>
              <a:ahLst/>
              <a:cxnLst/>
              <a:rect l="l" t="t" r="r" b="b"/>
              <a:pathLst>
                <a:path w="229234" h="245744">
                  <a:moveTo>
                    <a:pt x="0" y="122866"/>
                  </a:moveTo>
                  <a:lnTo>
                    <a:pt x="9005" y="75041"/>
                  </a:lnTo>
                  <a:lnTo>
                    <a:pt x="33565" y="35986"/>
                  </a:lnTo>
                  <a:lnTo>
                    <a:pt x="69993" y="9655"/>
                  </a:lnTo>
                  <a:lnTo>
                    <a:pt x="114600" y="0"/>
                  </a:lnTo>
                  <a:lnTo>
                    <a:pt x="159209" y="9655"/>
                  </a:lnTo>
                  <a:lnTo>
                    <a:pt x="195636" y="35986"/>
                  </a:lnTo>
                  <a:lnTo>
                    <a:pt x="220196" y="75041"/>
                  </a:lnTo>
                  <a:lnTo>
                    <a:pt x="229202" y="122866"/>
                  </a:lnTo>
                  <a:lnTo>
                    <a:pt x="220196" y="170691"/>
                  </a:lnTo>
                  <a:lnTo>
                    <a:pt x="195636" y="209746"/>
                  </a:lnTo>
                  <a:lnTo>
                    <a:pt x="159209" y="236077"/>
                  </a:lnTo>
                  <a:lnTo>
                    <a:pt x="114600" y="245732"/>
                  </a:lnTo>
                  <a:lnTo>
                    <a:pt x="69993" y="236077"/>
                  </a:lnTo>
                  <a:lnTo>
                    <a:pt x="33565" y="209746"/>
                  </a:lnTo>
                  <a:lnTo>
                    <a:pt x="9005" y="170691"/>
                  </a:lnTo>
                  <a:lnTo>
                    <a:pt x="0" y="122866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3" name="object 43">
              <a:extLst>
                <a:ext uri="{FF2B5EF4-FFF2-40B4-BE49-F238E27FC236}">
                  <a16:creationId xmlns:a16="http://schemas.microsoft.com/office/drawing/2014/main" id="{2BFD8678-2A63-07C8-0044-05C771332F7A}"/>
                </a:ext>
              </a:extLst>
            </p:cNvPr>
            <p:cNvSpPr txBox="1"/>
            <p:nvPr/>
          </p:nvSpPr>
          <p:spPr>
            <a:xfrm>
              <a:off x="6063718" y="1678110"/>
              <a:ext cx="150807" cy="212160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spc="-53" dirty="0">
                  <a:latin typeface="Trebuchet MS"/>
                  <a:cs typeface="Trebuchet MS"/>
                </a:rPr>
                <a:t>k</a:t>
              </a:r>
              <a:r>
                <a:rPr sz="980" spc="-11" baseline="-20000" dirty="0">
                  <a:latin typeface="Trebuchet MS"/>
                  <a:cs typeface="Trebuchet MS"/>
                </a:rPr>
                <a:t>1</a:t>
              </a:r>
              <a:endParaRPr sz="980" baseline="-20000">
                <a:latin typeface="Trebuchet MS"/>
                <a:cs typeface="Trebuchet MS"/>
              </a:endParaRPr>
            </a:p>
          </p:txBody>
        </p:sp>
        <p:sp>
          <p:nvSpPr>
            <p:cNvPr id="44" name="object 44">
              <a:extLst>
                <a:ext uri="{FF2B5EF4-FFF2-40B4-BE49-F238E27FC236}">
                  <a16:creationId xmlns:a16="http://schemas.microsoft.com/office/drawing/2014/main" id="{58C4AA8F-E8FD-04ED-F679-AEECB34DF4CB}"/>
                </a:ext>
              </a:extLst>
            </p:cNvPr>
            <p:cNvSpPr/>
            <p:nvPr/>
          </p:nvSpPr>
          <p:spPr>
            <a:xfrm>
              <a:off x="5636695" y="3254020"/>
              <a:ext cx="160332" cy="171398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5" name="object 45">
              <a:extLst>
                <a:ext uri="{FF2B5EF4-FFF2-40B4-BE49-F238E27FC236}">
                  <a16:creationId xmlns:a16="http://schemas.microsoft.com/office/drawing/2014/main" id="{3857C4E3-F2A4-E1ED-054A-AB6AF68E9702}"/>
                </a:ext>
              </a:extLst>
            </p:cNvPr>
            <p:cNvSpPr/>
            <p:nvPr/>
          </p:nvSpPr>
          <p:spPr>
            <a:xfrm>
              <a:off x="5636695" y="3254020"/>
              <a:ext cx="160332" cy="171398"/>
            </a:xfrm>
            <a:custGeom>
              <a:avLst/>
              <a:gdLst/>
              <a:ahLst/>
              <a:cxnLst/>
              <a:rect l="l" t="t" r="r" b="b"/>
              <a:pathLst>
                <a:path w="229235" h="245745">
                  <a:moveTo>
                    <a:pt x="0" y="122866"/>
                  </a:moveTo>
                  <a:lnTo>
                    <a:pt x="9005" y="75041"/>
                  </a:lnTo>
                  <a:lnTo>
                    <a:pt x="33565" y="35986"/>
                  </a:lnTo>
                  <a:lnTo>
                    <a:pt x="69992" y="9655"/>
                  </a:lnTo>
                  <a:lnTo>
                    <a:pt x="114600" y="0"/>
                  </a:lnTo>
                  <a:lnTo>
                    <a:pt x="159208" y="9655"/>
                  </a:lnTo>
                  <a:lnTo>
                    <a:pt x="195636" y="35986"/>
                  </a:lnTo>
                  <a:lnTo>
                    <a:pt x="220196" y="75041"/>
                  </a:lnTo>
                  <a:lnTo>
                    <a:pt x="229201" y="122866"/>
                  </a:lnTo>
                  <a:lnTo>
                    <a:pt x="220196" y="170691"/>
                  </a:lnTo>
                  <a:lnTo>
                    <a:pt x="195636" y="209746"/>
                  </a:lnTo>
                  <a:lnTo>
                    <a:pt x="159208" y="236077"/>
                  </a:lnTo>
                  <a:lnTo>
                    <a:pt x="114600" y="245733"/>
                  </a:lnTo>
                  <a:lnTo>
                    <a:pt x="69992" y="236077"/>
                  </a:lnTo>
                  <a:lnTo>
                    <a:pt x="33565" y="209746"/>
                  </a:lnTo>
                  <a:lnTo>
                    <a:pt x="9005" y="170691"/>
                  </a:lnTo>
                  <a:lnTo>
                    <a:pt x="0" y="122866"/>
                  </a:lnTo>
                  <a:close/>
                </a:path>
              </a:pathLst>
            </a:custGeom>
            <a:ln w="9513">
              <a:solidFill>
                <a:srgbClr val="000000"/>
              </a:solidFill>
            </a:ln>
          </p:spPr>
          <p:txBody>
            <a:bodyPr lIns="0" tIns="0" rIns="0" bIns="0"/>
            <a:lstStyle/>
            <a:p>
              <a:pPr>
                <a:defRPr/>
              </a:pPr>
              <a:endParaRPr sz="732"/>
            </a:p>
          </p:txBody>
        </p:sp>
        <p:sp>
          <p:nvSpPr>
            <p:cNvPr id="46" name="object 46">
              <a:extLst>
                <a:ext uri="{FF2B5EF4-FFF2-40B4-BE49-F238E27FC236}">
                  <a16:creationId xmlns:a16="http://schemas.microsoft.com/office/drawing/2014/main" id="{D63EDA66-2CCA-938F-8165-9A40F05A9DEB}"/>
                </a:ext>
              </a:extLst>
            </p:cNvPr>
            <p:cNvSpPr txBox="1"/>
            <p:nvPr/>
          </p:nvSpPr>
          <p:spPr>
            <a:xfrm>
              <a:off x="5798614" y="3373047"/>
              <a:ext cx="150808" cy="212160"/>
            </a:xfrm>
            <a:prstGeom prst="rect">
              <a:avLst/>
            </a:prstGeom>
          </p:spPr>
          <p:txBody>
            <a:bodyPr lIns="0" tIns="6308" rIns="0" bIns="0">
              <a:spAutoFit/>
            </a:bodyPr>
            <a:lstStyle/>
            <a:p>
              <a:pPr marL="6640">
                <a:spcBef>
                  <a:spcPts val="50"/>
                </a:spcBef>
                <a:defRPr/>
              </a:pPr>
              <a:r>
                <a:rPr sz="993" spc="-53" dirty="0">
                  <a:latin typeface="Trebuchet MS"/>
                  <a:cs typeface="Trebuchet MS"/>
                </a:rPr>
                <a:t>k</a:t>
              </a:r>
              <a:r>
                <a:rPr sz="980" spc="-11" baseline="-20000" dirty="0">
                  <a:latin typeface="Trebuchet MS"/>
                  <a:cs typeface="Trebuchet MS"/>
                </a:rPr>
                <a:t>3</a:t>
              </a:r>
              <a:endParaRPr sz="980" baseline="-20000">
                <a:latin typeface="Trebuchet MS"/>
                <a:cs typeface="Trebuchet MS"/>
              </a:endParaRPr>
            </a:p>
          </p:txBody>
        </p:sp>
        <p:sp>
          <p:nvSpPr>
            <p:cNvPr id="47" name="object 47">
              <a:extLst>
                <a:ext uri="{FF2B5EF4-FFF2-40B4-BE49-F238E27FC236}">
                  <a16:creationId xmlns:a16="http://schemas.microsoft.com/office/drawing/2014/main" id="{C7E14DBE-103A-247A-A79E-6E302517F7DB}"/>
                </a:ext>
              </a:extLst>
            </p:cNvPr>
            <p:cNvSpPr txBox="1"/>
            <p:nvPr/>
          </p:nvSpPr>
          <p:spPr>
            <a:xfrm>
              <a:off x="4987431" y="4415719"/>
              <a:ext cx="171444" cy="239309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/>
            <a:p>
              <a:pPr marL="6640">
                <a:lnSpc>
                  <a:spcPts val="1420"/>
                </a:lnSpc>
                <a:defRPr/>
              </a:pPr>
              <a:r>
                <a:rPr sz="1255" spc="-2" dirty="0">
                  <a:latin typeface="Times New Roman"/>
                  <a:cs typeface="Times New Roman"/>
                </a:rPr>
                <a:t>X</a:t>
              </a:r>
              <a:endParaRPr sz="1255">
                <a:latin typeface="Times New Roman"/>
                <a:cs typeface="Times New Roman"/>
              </a:endParaRPr>
            </a:p>
          </p:txBody>
        </p:sp>
      </p:grpSp>
      <p:sp>
        <p:nvSpPr>
          <p:cNvPr id="51" name="object 2">
            <a:extLst>
              <a:ext uri="{FF2B5EF4-FFF2-40B4-BE49-F238E27FC236}">
                <a16:creationId xmlns:a16="http://schemas.microsoft.com/office/drawing/2014/main" id="{F4035DEF-C71F-080F-BB2D-7666AB83B2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19" y="195263"/>
            <a:ext cx="6725841" cy="365442"/>
          </a:xfrm>
        </p:spPr>
        <p:txBody>
          <a:bodyPr spcFirstLastPara="1" wrap="square" lIns="0" tIns="6308" rIns="0" bIns="0" rtlCol="0" anchor="t" anchorCtr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pc="-2" dirty="0">
                <a:solidFill>
                  <a:schemeClr val="tx1"/>
                </a:solidFill>
              </a:rPr>
              <a:t>Algoritmo K-Means</a:t>
            </a:r>
            <a:r>
              <a:rPr spc="-26" dirty="0">
                <a:solidFill>
                  <a:schemeClr val="tx1"/>
                </a:solidFill>
              </a:rPr>
              <a:t> </a:t>
            </a:r>
            <a:r>
              <a:rPr spc="-2" dirty="0">
                <a:solidFill>
                  <a:schemeClr val="tx1"/>
                </a:solidFill>
              </a:rPr>
              <a:t>(K-Médias)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BCD7F83-2C33-47F1-149D-51064E07F6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719" y="195263"/>
            <a:ext cx="6725841" cy="365442"/>
          </a:xfrm>
        </p:spPr>
        <p:txBody>
          <a:bodyPr spcFirstLastPara="1" wrap="square" lIns="0" tIns="6308" rIns="0" bIns="0" rtlCol="0" anchor="t" anchorCtr="0">
            <a:spAutoFit/>
          </a:bodyPr>
          <a:lstStyle/>
          <a:p>
            <a:pPr marL="6640">
              <a:spcBef>
                <a:spcPts val="50"/>
              </a:spcBef>
              <a:defRPr/>
            </a:pPr>
            <a:r>
              <a:rPr spc="-2" dirty="0">
                <a:solidFill>
                  <a:schemeClr val="tx1"/>
                </a:solidFill>
              </a:rPr>
              <a:t>Algoritmo K-Means</a:t>
            </a:r>
            <a:r>
              <a:rPr spc="-26" dirty="0">
                <a:solidFill>
                  <a:schemeClr val="tx1"/>
                </a:solidFill>
              </a:rPr>
              <a:t> </a:t>
            </a:r>
            <a:r>
              <a:rPr spc="-2" dirty="0">
                <a:solidFill>
                  <a:schemeClr val="tx1"/>
                </a:solidFill>
              </a:rPr>
              <a:t>(K-Médias)</a:t>
            </a:r>
          </a:p>
        </p:txBody>
      </p:sp>
      <p:sp>
        <p:nvSpPr>
          <p:cNvPr id="50178" name="object 3">
            <a:extLst>
              <a:ext uri="{FF2B5EF4-FFF2-40B4-BE49-F238E27FC236}">
                <a16:creationId xmlns:a16="http://schemas.microsoft.com/office/drawing/2014/main" id="{770BFA35-3CE2-68FB-31AA-6030DA87D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9738" y="1329929"/>
            <a:ext cx="5476875" cy="2271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6308" rIns="0" bIns="0">
            <a:spAutoFit/>
          </a:bodyPr>
          <a:lstStyle>
            <a:lvl1pPr marL="7938"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ts val="47"/>
              </a:spcBef>
              <a:buNone/>
            </a:pPr>
            <a:r>
              <a:rPr lang="en-US" altLang="en-US" sz="1425"/>
              <a:t>Características do K-Means</a:t>
            </a:r>
          </a:p>
          <a:p>
            <a:pPr>
              <a:spcBef>
                <a:spcPts val="28"/>
              </a:spcBef>
              <a:buNone/>
            </a:pPr>
            <a:endParaRPr lang="en-US" altLang="en-US" sz="202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2000"/>
              </a:lnSpc>
              <a:spcBef>
                <a:spcPct val="0"/>
              </a:spcBef>
              <a:buFontTx/>
              <a:buChar char="•"/>
            </a:pPr>
            <a:r>
              <a:rPr lang="en-US" altLang="en-US" sz="1425"/>
              <a:t> O resultado pode variar	dependendo dos centroides iniciais;</a:t>
            </a:r>
          </a:p>
          <a:p>
            <a:pPr>
              <a:spcBef>
                <a:spcPts val="19"/>
              </a:spcBef>
            </a:pPr>
            <a:endParaRPr lang="en-US" alt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Char char="•"/>
            </a:pPr>
            <a:r>
              <a:rPr lang="en-US" altLang="en-US" sz="1425"/>
              <a:t> Pode ficar preso em máximos/mínimos locais;</a:t>
            </a:r>
          </a:p>
          <a:p>
            <a:pPr>
              <a:spcBef>
                <a:spcPts val="10"/>
              </a:spcBef>
            </a:pPr>
            <a:endParaRPr lang="en-US" altLang="en-US" sz="202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2000"/>
              </a:lnSpc>
              <a:spcBef>
                <a:spcPct val="0"/>
              </a:spcBef>
              <a:buFontTx/>
              <a:buChar char="•"/>
            </a:pPr>
            <a:r>
              <a:rPr lang="en-US" altLang="en-US" sz="1425"/>
              <a:t> Pode-se repetir  o processo com centroides iniciais diferentes para evitar os máximos/mínimos locais.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1" name="Imagem 6">
            <a:extLst>
              <a:ext uri="{FF2B5EF4-FFF2-40B4-BE49-F238E27FC236}">
                <a16:creationId xmlns:a16="http://schemas.microsoft.com/office/drawing/2014/main" id="{BBEFC8E8-44E5-0B54-840C-683612190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241" y="1221582"/>
            <a:ext cx="5254228" cy="3245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5450A266-0C98-688C-8C5C-E109ACE54458}"/>
              </a:ext>
            </a:extLst>
          </p:cNvPr>
          <p:cNvSpPr txBox="1">
            <a:spLocks/>
          </p:cNvSpPr>
          <p:nvPr/>
        </p:nvSpPr>
        <p:spPr bwMode="auto">
          <a:xfrm>
            <a:off x="35719" y="193517"/>
            <a:ext cx="6725841" cy="365442"/>
          </a:xfrm>
          <a:prstGeom prst="rect">
            <a:avLst/>
          </a:prstGeom>
          <a:noFill/>
          <a:ln>
            <a:noFill/>
          </a:ln>
        </p:spPr>
        <p:txBody>
          <a:bodyPr spcFirstLastPara="1" lIns="0" tIns="6308" rIns="0" bIns="0" anchor="ctr">
            <a:spAutoFit/>
          </a:bodyPr>
          <a:lstStyle>
            <a:lvl1pPr lvl="0" algn="ctr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000"/>
              <a:buNone/>
              <a:defRPr sz="3000" b="1" kern="1200">
                <a:solidFill>
                  <a:schemeClr val="tx2"/>
                </a:solidFill>
                <a:latin typeface="Lato" panose="020B0604020202020204" charset="0"/>
                <a:ea typeface="Roboto Condensed"/>
                <a:cs typeface="Lato" panose="020B0604020202020204" charset="0"/>
                <a:sym typeface="Roboto Condensed"/>
              </a:defRPr>
            </a:lvl1pPr>
            <a:lvl2pPr lvl="1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lvl="2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lvl="3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lvl="4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lvl="5" algn="ctr" rtl="0" fontAlgn="base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lvl="6" algn="ctr" rtl="0" fontAlgn="base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lvl="7" algn="ctr" rtl="0" fontAlgn="base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lvl="8" algn="ctr" rtl="0" fontAlgn="base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6640">
              <a:spcBef>
                <a:spcPts val="50"/>
              </a:spcBef>
              <a:defRPr/>
            </a:pPr>
            <a:r>
              <a:rPr lang="en-US" sz="2250" spc="-2" dirty="0" err="1">
                <a:solidFill>
                  <a:schemeClr val="tx1"/>
                </a:solidFill>
              </a:rPr>
              <a:t>Algoritmo</a:t>
            </a:r>
            <a:r>
              <a:rPr lang="en-US" sz="2250" spc="-2" dirty="0">
                <a:solidFill>
                  <a:schemeClr val="tx1"/>
                </a:solidFill>
              </a:rPr>
              <a:t> K-Means</a:t>
            </a:r>
            <a:r>
              <a:rPr lang="en-US" sz="2250" spc="-26" dirty="0">
                <a:solidFill>
                  <a:schemeClr val="tx1"/>
                </a:solidFill>
              </a:rPr>
              <a:t> </a:t>
            </a:r>
            <a:r>
              <a:rPr lang="en-US" sz="2250" spc="-2" dirty="0">
                <a:solidFill>
                  <a:schemeClr val="tx1"/>
                </a:solidFill>
              </a:rPr>
              <a:t>(K-</a:t>
            </a:r>
            <a:r>
              <a:rPr lang="en-US" sz="2250" spc="-2" dirty="0" err="1">
                <a:solidFill>
                  <a:schemeClr val="tx1"/>
                </a:solidFill>
              </a:rPr>
              <a:t>Médias</a:t>
            </a:r>
            <a:r>
              <a:rPr lang="en-US" sz="2250" spc="-2" dirty="0">
                <a:solidFill>
                  <a:schemeClr val="tx1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FA82D435-4149-D4F8-5B67-F38D62F39CD8}"/>
              </a:ext>
            </a:extLst>
          </p:cNvPr>
          <p:cNvSpPr txBox="1"/>
          <p:nvPr/>
        </p:nvSpPr>
        <p:spPr>
          <a:xfrm>
            <a:off x="2453879" y="1763316"/>
            <a:ext cx="4408884" cy="1778906"/>
          </a:xfrm>
          <a:prstGeom prst="rect">
            <a:avLst/>
          </a:prstGeom>
        </p:spPr>
        <p:txBody>
          <a:bodyPr lIns="0" tIns="6308" rIns="0" bIns="0">
            <a:spAutoFit/>
          </a:bodyPr>
          <a:lstStyle/>
          <a:p>
            <a:pPr marL="191893" indent="-185252">
              <a:spcBef>
                <a:spcPts val="50"/>
              </a:spcBef>
              <a:buFont typeface="Arial"/>
              <a:buChar char="•"/>
              <a:tabLst>
                <a:tab pos="191561" algn="l"/>
                <a:tab pos="192224" algn="l"/>
              </a:tabLst>
              <a:defRPr/>
            </a:pPr>
            <a:r>
              <a:rPr sz="1255" b="1" spc="-2" dirty="0"/>
              <a:t>K-medoids </a:t>
            </a:r>
            <a:r>
              <a:rPr sz="1255" spc="-2" dirty="0"/>
              <a:t>– utiliza a mediana e não a média</a:t>
            </a:r>
            <a:endParaRPr sz="1255" dirty="0"/>
          </a:p>
          <a:p>
            <a:pPr>
              <a:spcBef>
                <a:spcPts val="16"/>
              </a:spcBef>
              <a:buFont typeface="Arial"/>
              <a:buChar char="•"/>
              <a:defRPr/>
            </a:pPr>
            <a:endParaRPr sz="1568" dirty="0">
              <a:latin typeface="Times New Roman"/>
              <a:cs typeface="Times New Roman"/>
            </a:endParaRPr>
          </a:p>
          <a:p>
            <a:pPr marL="251651">
              <a:tabLst>
                <a:tab pos="1149031" algn="l"/>
              </a:tabLst>
              <a:defRPr/>
            </a:pPr>
            <a:r>
              <a:rPr sz="1255" spc="-2" dirty="0"/>
              <a:t>–</a:t>
            </a:r>
            <a:r>
              <a:rPr sz="1255" spc="173" dirty="0"/>
              <a:t> </a:t>
            </a:r>
            <a:r>
              <a:rPr sz="1255" spc="-2" dirty="0"/>
              <a:t>Média</a:t>
            </a:r>
            <a:r>
              <a:rPr sz="1255" dirty="0"/>
              <a:t> </a:t>
            </a:r>
            <a:r>
              <a:rPr sz="1255" spc="-2" dirty="0"/>
              <a:t>de	1, 3, 5, 7, 9 é</a:t>
            </a:r>
            <a:r>
              <a:rPr sz="1255" spc="-86" dirty="0"/>
              <a:t> </a:t>
            </a:r>
            <a:r>
              <a:rPr sz="1673" b="1" spc="-2" dirty="0">
                <a:solidFill>
                  <a:srgbClr val="FF0000"/>
                </a:solidFill>
              </a:rPr>
              <a:t>5</a:t>
            </a:r>
            <a:endParaRPr sz="1673" dirty="0"/>
          </a:p>
          <a:p>
            <a:pPr marL="251651">
              <a:spcBef>
                <a:spcPts val="395"/>
              </a:spcBef>
              <a:tabLst>
                <a:tab pos="1149031" algn="l"/>
              </a:tabLst>
              <a:defRPr/>
            </a:pPr>
            <a:r>
              <a:rPr sz="1255" spc="-2" dirty="0"/>
              <a:t>–</a:t>
            </a:r>
            <a:r>
              <a:rPr sz="1255" spc="173" dirty="0"/>
              <a:t> </a:t>
            </a:r>
            <a:r>
              <a:rPr sz="1255" spc="-2" dirty="0"/>
              <a:t>Média</a:t>
            </a:r>
            <a:r>
              <a:rPr sz="1255" dirty="0"/>
              <a:t> </a:t>
            </a:r>
            <a:r>
              <a:rPr sz="1255" spc="-2" dirty="0"/>
              <a:t>de	1, 3, 5, 7, </a:t>
            </a:r>
            <a:r>
              <a:rPr sz="1255" spc="-5" dirty="0"/>
              <a:t>1009 </a:t>
            </a:r>
            <a:r>
              <a:rPr sz="1255" spc="-2" dirty="0"/>
              <a:t>é</a:t>
            </a:r>
            <a:r>
              <a:rPr sz="1255" spc="-110" dirty="0"/>
              <a:t> </a:t>
            </a:r>
            <a:r>
              <a:rPr sz="1673" b="1" spc="-5" dirty="0">
                <a:solidFill>
                  <a:srgbClr val="FF0000"/>
                </a:solidFill>
              </a:rPr>
              <a:t>105</a:t>
            </a:r>
            <a:endParaRPr sz="1673" dirty="0"/>
          </a:p>
          <a:p>
            <a:pPr marL="251651">
              <a:spcBef>
                <a:spcPts val="395"/>
              </a:spcBef>
              <a:tabLst>
                <a:tab pos="1325984" algn="l"/>
              </a:tabLst>
              <a:defRPr/>
            </a:pPr>
            <a:r>
              <a:rPr sz="1255" spc="-2" dirty="0"/>
              <a:t>–</a:t>
            </a:r>
            <a:r>
              <a:rPr sz="1255" spc="173" dirty="0"/>
              <a:t> </a:t>
            </a:r>
            <a:r>
              <a:rPr sz="1255" spc="-2" dirty="0"/>
              <a:t>Mediana</a:t>
            </a:r>
            <a:r>
              <a:rPr sz="1255" spc="2" dirty="0"/>
              <a:t> </a:t>
            </a:r>
            <a:r>
              <a:rPr sz="1255" spc="-2" dirty="0"/>
              <a:t>de	1, 3, 5, 7, </a:t>
            </a:r>
            <a:r>
              <a:rPr sz="1255" spc="-5" dirty="0"/>
              <a:t>1009 </a:t>
            </a:r>
            <a:r>
              <a:rPr sz="1255" spc="-2" dirty="0"/>
              <a:t>é</a:t>
            </a:r>
            <a:r>
              <a:rPr sz="1255" spc="-113" dirty="0"/>
              <a:t> </a:t>
            </a:r>
            <a:r>
              <a:rPr sz="1673" b="1" spc="-2" dirty="0">
                <a:solidFill>
                  <a:srgbClr val="FF0000"/>
                </a:solidFill>
              </a:rPr>
              <a:t>5</a:t>
            </a:r>
            <a:endParaRPr sz="1673" dirty="0"/>
          </a:p>
          <a:p>
            <a:pPr marL="251651">
              <a:spcBef>
                <a:spcPts val="296"/>
              </a:spcBef>
              <a:defRPr/>
            </a:pPr>
            <a:r>
              <a:rPr sz="1255" spc="-2" dirty="0"/>
              <a:t>– A mediana não é afetada por valores extremos</a:t>
            </a:r>
            <a:r>
              <a:rPr sz="1255" spc="-220" dirty="0"/>
              <a:t> </a:t>
            </a:r>
            <a:r>
              <a:rPr sz="1255" spc="-2" dirty="0"/>
              <a:t>(outliers)</a:t>
            </a:r>
            <a:endParaRPr sz="1255" dirty="0"/>
          </a:p>
          <a:p>
            <a:pPr marL="191893" indent="-185252">
              <a:spcBef>
                <a:spcPts val="269"/>
              </a:spcBef>
              <a:buFontTx/>
              <a:buChar char="•"/>
              <a:tabLst>
                <a:tab pos="191561" algn="l"/>
                <a:tab pos="192224" algn="l"/>
              </a:tabLst>
              <a:defRPr/>
            </a:pPr>
            <a:r>
              <a:rPr sz="1255" spc="-2" dirty="0"/>
              <a:t>Para grandes bases de dados pode-se utilizar</a:t>
            </a:r>
            <a:r>
              <a:rPr sz="1255" spc="21" dirty="0"/>
              <a:t> </a:t>
            </a:r>
            <a:r>
              <a:rPr sz="1255" spc="-2" dirty="0"/>
              <a:t>amostragens</a:t>
            </a:r>
            <a:endParaRPr sz="1255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8BF18833-8FF3-B0D2-C136-51D82CDF1CEC}"/>
              </a:ext>
            </a:extLst>
          </p:cNvPr>
          <p:cNvSpPr txBox="1">
            <a:spLocks/>
          </p:cNvSpPr>
          <p:nvPr/>
        </p:nvSpPr>
        <p:spPr bwMode="auto">
          <a:xfrm>
            <a:off x="35719" y="193517"/>
            <a:ext cx="5562600" cy="365442"/>
          </a:xfrm>
          <a:prstGeom prst="rect">
            <a:avLst/>
          </a:prstGeom>
          <a:noFill/>
          <a:ln>
            <a:noFill/>
          </a:ln>
        </p:spPr>
        <p:txBody>
          <a:bodyPr spcFirstLastPara="1" lIns="0" tIns="6308" rIns="0" bIns="0" anchor="ctr">
            <a:spAutoFit/>
          </a:bodyPr>
          <a:lstStyle>
            <a:lvl1pPr lvl="0" algn="ctr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000"/>
              <a:buNone/>
              <a:defRPr sz="3000" b="1" kern="1200">
                <a:solidFill>
                  <a:schemeClr val="tx2"/>
                </a:solidFill>
                <a:latin typeface="Lato" panose="020B0604020202020204" charset="0"/>
                <a:ea typeface="Roboto Condensed"/>
                <a:cs typeface="Lato" panose="020B0604020202020204" charset="0"/>
                <a:sym typeface="Roboto Condensed"/>
              </a:defRPr>
            </a:lvl1pPr>
            <a:lvl2pPr lvl="1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lvl="2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lvl="3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lvl="4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lvl="5" algn="ctr" rtl="0" fontAlgn="base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lvl="6" algn="ctr" rtl="0" fontAlgn="base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lvl="7" algn="ctr" rtl="0" fontAlgn="base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lvl="8" algn="ctr" rtl="0" fontAlgn="base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6640">
              <a:spcBef>
                <a:spcPts val="50"/>
              </a:spcBef>
              <a:defRPr/>
            </a:pPr>
            <a:r>
              <a:rPr lang="en-US" sz="2250" spc="-2" dirty="0" err="1">
                <a:solidFill>
                  <a:schemeClr val="tx1"/>
                </a:solidFill>
              </a:rPr>
              <a:t>Algoritmo</a:t>
            </a:r>
            <a:r>
              <a:rPr lang="en-US" sz="2250" spc="-2" dirty="0">
                <a:solidFill>
                  <a:schemeClr val="tx1"/>
                </a:solidFill>
              </a:rPr>
              <a:t> K-Medoids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E5DB5E6-CC33-2056-1B38-7CA9CDDEDA40}"/>
              </a:ext>
            </a:extLst>
          </p:cNvPr>
          <p:cNvSpPr txBox="1"/>
          <p:nvPr/>
        </p:nvSpPr>
        <p:spPr>
          <a:xfrm>
            <a:off x="2727723" y="1731169"/>
            <a:ext cx="3744515" cy="1888423"/>
          </a:xfrm>
          <a:prstGeom prst="rect">
            <a:avLst/>
          </a:prstGeom>
        </p:spPr>
        <p:txBody>
          <a:bodyPr lIns="0" tIns="6308" rIns="0" bIns="0">
            <a:spAutoFit/>
          </a:bodyPr>
          <a:lstStyle/>
          <a:p>
            <a:pPr marL="183925" indent="-177285">
              <a:spcBef>
                <a:spcPts val="50"/>
              </a:spcBef>
              <a:buFontTx/>
              <a:buChar char="•"/>
              <a:tabLst>
                <a:tab pos="183925" algn="l"/>
                <a:tab pos="184256" algn="l"/>
              </a:tabLst>
              <a:defRPr/>
            </a:pPr>
            <a:r>
              <a:rPr sz="1673" spc="-5" dirty="0"/>
              <a:t>Itens </a:t>
            </a:r>
            <a:r>
              <a:rPr sz="1673" spc="-2" dirty="0"/>
              <a:t>importantes durante o</a:t>
            </a:r>
            <a:r>
              <a:rPr sz="1673" spc="-8" dirty="0"/>
              <a:t> </a:t>
            </a:r>
            <a:r>
              <a:rPr sz="1673" spc="-2" dirty="0"/>
              <a:t>processo</a:t>
            </a:r>
            <a:endParaRPr sz="1673" dirty="0"/>
          </a:p>
          <a:p>
            <a:pPr>
              <a:spcBef>
                <a:spcPts val="8"/>
              </a:spcBef>
              <a:buFont typeface="Arial"/>
              <a:buChar char="•"/>
              <a:defRPr/>
            </a:pPr>
            <a:endParaRPr sz="1777" dirty="0">
              <a:latin typeface="Times New Roman"/>
              <a:cs typeface="Times New Roman"/>
            </a:endParaRPr>
          </a:p>
          <a:p>
            <a:pPr marL="623153" lvl="1" indent="-238703">
              <a:spcBef>
                <a:spcPts val="2"/>
              </a:spcBef>
              <a:buFontTx/>
              <a:buAutoNum type="arabicParenR"/>
              <a:tabLst>
                <a:tab pos="623153" algn="l"/>
                <a:tab pos="623485" algn="l"/>
              </a:tabLst>
              <a:defRPr/>
            </a:pPr>
            <a:r>
              <a:rPr sz="1255" spc="-2" dirty="0"/>
              <a:t>Diferentes tamanhos de conjuntos de dados</a:t>
            </a:r>
            <a:endParaRPr sz="1255" dirty="0"/>
          </a:p>
          <a:p>
            <a:pPr marL="623153" lvl="1" indent="-238703">
              <a:spcBef>
                <a:spcPts val="322"/>
              </a:spcBef>
              <a:buFontTx/>
              <a:buAutoNum type="arabicParenR"/>
              <a:tabLst>
                <a:tab pos="623153" algn="l"/>
                <a:tab pos="623485" algn="l"/>
              </a:tabLst>
              <a:defRPr/>
            </a:pPr>
            <a:r>
              <a:rPr sz="1255" spc="-2" dirty="0"/>
              <a:t>Como calcular a quantidade de grupos?</a:t>
            </a:r>
            <a:endParaRPr sz="1255" dirty="0"/>
          </a:p>
          <a:p>
            <a:pPr marL="623153" lvl="1" indent="-238703">
              <a:spcBef>
                <a:spcPts val="322"/>
              </a:spcBef>
              <a:buFontTx/>
              <a:buAutoNum type="arabicParenR"/>
              <a:tabLst>
                <a:tab pos="623153" algn="l"/>
                <a:tab pos="623485" algn="l"/>
              </a:tabLst>
              <a:defRPr/>
            </a:pPr>
            <a:r>
              <a:rPr sz="1255" spc="-2" dirty="0"/>
              <a:t>Escala e </a:t>
            </a:r>
            <a:r>
              <a:rPr sz="1255" spc="-5" dirty="0"/>
              <a:t>tipo </a:t>
            </a:r>
            <a:r>
              <a:rPr sz="1255" spc="-2" dirty="0"/>
              <a:t>dos atributos</a:t>
            </a:r>
            <a:r>
              <a:rPr sz="1255" spc="5" dirty="0"/>
              <a:t> </a:t>
            </a:r>
            <a:r>
              <a:rPr sz="1255" spc="-2" dirty="0"/>
              <a:t>(discretização)</a:t>
            </a:r>
            <a:endParaRPr sz="1255" dirty="0"/>
          </a:p>
          <a:p>
            <a:pPr marL="623153" lvl="1" indent="-238703">
              <a:spcBef>
                <a:spcPts val="269"/>
              </a:spcBef>
              <a:buFontTx/>
              <a:buAutoNum type="arabicParenR"/>
              <a:tabLst>
                <a:tab pos="623153" algn="l"/>
                <a:tab pos="623485" algn="l"/>
              </a:tabLst>
              <a:defRPr/>
            </a:pPr>
            <a:r>
              <a:rPr sz="1255" spc="-13" dirty="0"/>
              <a:t>Validação</a:t>
            </a:r>
            <a:r>
              <a:rPr sz="1255" spc="-5" dirty="0"/>
              <a:t> </a:t>
            </a:r>
            <a:r>
              <a:rPr sz="1255" spc="-2" dirty="0"/>
              <a:t>cruzada</a:t>
            </a:r>
            <a:endParaRPr sz="1255" dirty="0"/>
          </a:p>
          <a:p>
            <a:pPr marL="623153" lvl="1" indent="-238703">
              <a:spcBef>
                <a:spcPts val="324"/>
              </a:spcBef>
              <a:buFontTx/>
              <a:buAutoNum type="arabicParenR"/>
              <a:tabLst>
                <a:tab pos="623153" algn="l"/>
                <a:tab pos="623485" algn="l"/>
              </a:tabLst>
              <a:defRPr/>
            </a:pPr>
            <a:r>
              <a:rPr sz="1255" spc="-2" dirty="0"/>
              <a:t>Classes</a:t>
            </a:r>
            <a:r>
              <a:rPr sz="1255" spc="-5" dirty="0"/>
              <a:t> </a:t>
            </a:r>
            <a:r>
              <a:rPr sz="1255" spc="-2" dirty="0"/>
              <a:t>desbalanceadas</a:t>
            </a:r>
            <a:endParaRPr sz="1255" dirty="0"/>
          </a:p>
          <a:p>
            <a:pPr marL="623153" lvl="1" indent="-238703">
              <a:spcBef>
                <a:spcPts val="269"/>
              </a:spcBef>
              <a:buFontTx/>
              <a:buAutoNum type="arabicParenR"/>
              <a:tabLst>
                <a:tab pos="623153" algn="l"/>
                <a:tab pos="623485" algn="l"/>
              </a:tabLst>
              <a:defRPr/>
            </a:pPr>
            <a:r>
              <a:rPr sz="1255" spc="-2" dirty="0"/>
              <a:t>Matriz de confusão</a:t>
            </a:r>
            <a:endParaRPr sz="1255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BDDE396F-0BF7-D2DF-D8BF-D79DBDB877AB}"/>
              </a:ext>
            </a:extLst>
          </p:cNvPr>
          <p:cNvSpPr txBox="1">
            <a:spLocks/>
          </p:cNvSpPr>
          <p:nvPr/>
        </p:nvSpPr>
        <p:spPr bwMode="auto">
          <a:xfrm>
            <a:off x="467915" y="193517"/>
            <a:ext cx="5130404" cy="365442"/>
          </a:xfrm>
          <a:prstGeom prst="rect">
            <a:avLst/>
          </a:prstGeom>
          <a:noFill/>
          <a:ln>
            <a:noFill/>
          </a:ln>
        </p:spPr>
        <p:txBody>
          <a:bodyPr spcFirstLastPara="1" lIns="0" tIns="6308" rIns="0" bIns="0" anchor="ctr">
            <a:spAutoFit/>
          </a:bodyPr>
          <a:lstStyle>
            <a:lvl1pPr lvl="0" algn="ctr" rtl="0" eaLnBrk="0" fontAlgn="base" hangingPunct="0"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3000"/>
              <a:buNone/>
              <a:defRPr sz="3000" b="1" kern="1200">
                <a:solidFill>
                  <a:schemeClr val="tx2"/>
                </a:solidFill>
                <a:latin typeface="Lato" panose="020B0604020202020204" charset="0"/>
                <a:ea typeface="Roboto Condensed"/>
                <a:cs typeface="Lato" panose="020B0604020202020204" charset="0"/>
                <a:sym typeface="Roboto Condensed"/>
              </a:defRPr>
            </a:lvl1pPr>
            <a:lvl2pPr lvl="1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lvl="2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lvl="3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lvl="4" algn="l" rtl="0" eaLnBrk="0" fontAlgn="base" hangingPunc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28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457200" lvl="5" algn="ctr" rtl="0" fontAlgn="base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lvl="6" algn="ctr" rtl="0" fontAlgn="base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lvl="7" algn="ctr" rtl="0" fontAlgn="base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lvl="8" algn="ctr" rtl="0" fontAlgn="base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None/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6640">
              <a:spcBef>
                <a:spcPts val="50"/>
              </a:spcBef>
              <a:defRPr/>
            </a:pPr>
            <a:r>
              <a:rPr lang="en-US" sz="2250" spc="-2" dirty="0" err="1">
                <a:solidFill>
                  <a:schemeClr val="tx1"/>
                </a:solidFill>
              </a:rPr>
              <a:t>Agrupamento</a:t>
            </a:r>
            <a:r>
              <a:rPr lang="en-US" sz="2250" spc="-2" dirty="0">
                <a:solidFill>
                  <a:schemeClr val="tx1"/>
                </a:solidFill>
              </a:rPr>
              <a:t> -  K-Means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extBox 59">
            <a:extLst>
              <a:ext uri="{FF2B5EF4-FFF2-40B4-BE49-F238E27FC236}">
                <a16:creationId xmlns:a16="http://schemas.microsoft.com/office/drawing/2014/main" id="{642A733E-EF3C-A397-9A9C-B451CECA90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5469" y="1066800"/>
            <a:ext cx="545425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1350">
                <a:solidFill>
                  <a:srgbClr val="FF0066"/>
                </a:solidFill>
                <a:latin typeface="Gotham HTF"/>
                <a:ea typeface="Gotham HTF Bold"/>
                <a:cs typeface="Gotham HTF Bold"/>
              </a:rPr>
              <a:t>DINÂMICA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1ED9663-254C-7B3C-56D6-6A0E9BF24E1B}"/>
              </a:ext>
            </a:extLst>
          </p:cNvPr>
          <p:cNvSpPr txBox="1"/>
          <p:nvPr/>
        </p:nvSpPr>
        <p:spPr>
          <a:xfrm>
            <a:off x="4572000" y="3576250"/>
            <a:ext cx="3245644" cy="607009"/>
          </a:xfrm>
          <a:prstGeom prst="rect">
            <a:avLst/>
          </a:prstGeom>
          <a:noFill/>
        </p:spPr>
        <p:txBody>
          <a:bodyPr tIns="35100">
            <a:spAutoFit/>
          </a:bodyPr>
          <a:lstStyle/>
          <a:p>
            <a:pPr algn="ctr">
              <a:lnSpc>
                <a:spcPct val="150000"/>
              </a:lnSpc>
              <a:spcBef>
                <a:spcPts val="900"/>
              </a:spcBef>
              <a:buClr>
                <a:srgbClr val="ED145B"/>
              </a:buClr>
              <a:buSzPct val="100000"/>
              <a:defRPr/>
            </a:pPr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Demo 6 - Construindo uma análise de uma base de crimes via </a:t>
            </a:r>
            <a:r>
              <a:rPr lang="pt-BR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otham HTF Light" pitchFamily="50" charset="0"/>
              </a:rPr>
              <a:t>K-Means</a:t>
            </a:r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  <a:latin typeface="Gotham HTF Medium" pitchFamily="50" charset="0"/>
            </a:endParaRPr>
          </a:p>
        </p:txBody>
      </p:sp>
      <p:pic>
        <p:nvPicPr>
          <p:cNvPr id="54275" name="Imagem 1">
            <a:extLst>
              <a:ext uri="{FF2B5EF4-FFF2-40B4-BE49-F238E27FC236}">
                <a16:creationId xmlns:a16="http://schemas.microsoft.com/office/drawing/2014/main" id="{D393B707-77E5-FDDC-F0F2-97756BC20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0048" y="1785938"/>
            <a:ext cx="1702594" cy="1665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4C1DD5CB-E787-A327-228E-81832CED1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5887" y="1207848"/>
            <a:ext cx="3157869" cy="236840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abela&#10;&#10;Descrição gerada automaticamente">
            <a:extLst>
              <a:ext uri="{FF2B5EF4-FFF2-40B4-BE49-F238E27FC236}">
                <a16:creationId xmlns:a16="http://schemas.microsoft.com/office/drawing/2014/main" id="{54DE10D2-8010-2960-506E-00034DBB37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"/>
          <a:stretch/>
        </p:blipFill>
        <p:spPr>
          <a:xfrm>
            <a:off x="-261050" y="-148859"/>
            <a:ext cx="9400821" cy="528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8315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85"/>
          <p:cNvSpPr txBox="1"/>
          <p:nvPr/>
        </p:nvSpPr>
        <p:spPr>
          <a:xfrm>
            <a:off x="457200" y="2655400"/>
            <a:ext cx="2409600" cy="10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3715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Experimente sem receios novas soluções de IA, investigando aplicações novas sempre que possível, sempre com atenção às questões de ética e responsabilidade.</a:t>
            </a:r>
            <a:endParaRPr sz="1200">
              <a:solidFill>
                <a:schemeClr val="dk1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chemeClr val="dk1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sp>
        <p:nvSpPr>
          <p:cNvPr id="657" name="Google Shape;657;p85"/>
          <p:cNvSpPr txBox="1"/>
          <p:nvPr/>
        </p:nvSpPr>
        <p:spPr>
          <a:xfrm>
            <a:off x="457200" y="2009600"/>
            <a:ext cx="2409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Experimente com responsabilidade:</a:t>
            </a:r>
            <a:endParaRPr sz="16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658" name="Google Shape;658;p85"/>
          <p:cNvSpPr txBox="1"/>
          <p:nvPr/>
        </p:nvSpPr>
        <p:spPr>
          <a:xfrm>
            <a:off x="457200" y="902629"/>
            <a:ext cx="8082300" cy="35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Dicas!</a:t>
            </a:r>
            <a:endParaRPr sz="3200">
              <a:solidFill>
                <a:srgbClr val="202124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659" name="Google Shape;659;p85"/>
          <p:cNvSpPr txBox="1"/>
          <p:nvPr/>
        </p:nvSpPr>
        <p:spPr>
          <a:xfrm>
            <a:off x="3249425" y="2655400"/>
            <a:ext cx="2196600" cy="10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3715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Aprimore-se em assuntos como Engenharia de Prompts e reconheça os limites das diferentes técnicas e IAs.</a:t>
            </a:r>
            <a:endParaRPr sz="1200">
              <a:solidFill>
                <a:schemeClr val="dk1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chemeClr val="dk1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sp>
        <p:nvSpPr>
          <p:cNvPr id="660" name="Google Shape;660;p85"/>
          <p:cNvSpPr txBox="1"/>
          <p:nvPr/>
        </p:nvSpPr>
        <p:spPr>
          <a:xfrm>
            <a:off x="3249425" y="2009600"/>
            <a:ext cx="2409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Se torne </a:t>
            </a:r>
            <a:br>
              <a:rPr lang="en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</a:br>
            <a:r>
              <a:rPr lang="en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fluente em IA:</a:t>
            </a:r>
            <a:endParaRPr sz="16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661" name="Google Shape;661;p85"/>
          <p:cNvSpPr txBox="1"/>
          <p:nvPr/>
        </p:nvSpPr>
        <p:spPr>
          <a:xfrm>
            <a:off x="6041650" y="2655400"/>
            <a:ext cx="2196600" cy="10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3715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oogle Sans Text"/>
                <a:ea typeface="Google Sans Text"/>
                <a:cs typeface="Google Sans Text"/>
                <a:sym typeface="Google Sans Text"/>
              </a:rPr>
              <a:t>Avalie criticamente, teste e aperfeiçoe sempre o código e a documentação gerados por IA – seu conhecimento como especialista de domínio ainda faz toda a diferença!</a:t>
            </a:r>
            <a:endParaRPr sz="1200">
              <a:solidFill>
                <a:schemeClr val="dk1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chemeClr val="dk1"/>
              </a:solidFill>
              <a:latin typeface="Google Sans Text"/>
              <a:ea typeface="Google Sans Text"/>
              <a:cs typeface="Google Sans Text"/>
              <a:sym typeface="Google Sans Text"/>
            </a:endParaRPr>
          </a:p>
        </p:txBody>
      </p:sp>
      <p:sp>
        <p:nvSpPr>
          <p:cNvPr id="662" name="Google Shape;662;p85"/>
          <p:cNvSpPr txBox="1"/>
          <p:nvPr/>
        </p:nvSpPr>
        <p:spPr>
          <a:xfrm>
            <a:off x="6041650" y="2009600"/>
            <a:ext cx="15678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Seja dono </a:t>
            </a:r>
            <a:br>
              <a:rPr lang="en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</a:br>
            <a:r>
              <a:rPr lang="en" sz="1600">
                <a:solidFill>
                  <a:schemeClr val="dk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do output!</a:t>
            </a:r>
            <a:endParaRPr sz="160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4F384C1-8040-5358-025B-A57E75471451}"/>
              </a:ext>
            </a:extLst>
          </p:cNvPr>
          <p:cNvSpPr txBox="1"/>
          <p:nvPr/>
        </p:nvSpPr>
        <p:spPr>
          <a:xfrm>
            <a:off x="7164778" y="4810216"/>
            <a:ext cx="1737970" cy="2459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 Lopes @</a:t>
            </a:r>
            <a:r>
              <a:rPr lang="en" sz="999" dirty="0" err="1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ahirtonlopes</a:t>
            </a:r>
            <a:r>
              <a:rPr lang="en" sz="999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endParaRPr lang="pt-BR" sz="999" dirty="0">
              <a:solidFill>
                <a:schemeClr val="tx2">
                  <a:lumMod val="25000"/>
                </a:schemeClr>
              </a:solidFill>
            </a:endParaRPr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E4B003C5-588A-9ECE-1592-49DC384B6144}"/>
              </a:ext>
            </a:extLst>
          </p:cNvPr>
          <p:cNvGrpSpPr/>
          <p:nvPr/>
        </p:nvGrpSpPr>
        <p:grpSpPr>
          <a:xfrm>
            <a:off x="8080233" y="167479"/>
            <a:ext cx="883852" cy="138853"/>
            <a:chOff x="7919542" y="328894"/>
            <a:chExt cx="957000" cy="150345"/>
          </a:xfrm>
        </p:grpSpPr>
        <p:pic>
          <p:nvPicPr>
            <p:cNvPr id="4" name="Imagem 1">
              <a:extLst>
                <a:ext uri="{FF2B5EF4-FFF2-40B4-BE49-F238E27FC236}">
                  <a16:creationId xmlns:a16="http://schemas.microsoft.com/office/drawing/2014/main" id="{53810421-CDD4-6263-CFEE-D31A5A24F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5" name="Picture 10" descr="mba.png">
              <a:extLst>
                <a:ext uri="{FF2B5EF4-FFF2-40B4-BE49-F238E27FC236}">
                  <a16:creationId xmlns:a16="http://schemas.microsoft.com/office/drawing/2014/main" id="{3442D5A8-8194-56B8-9281-BBF1401FE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6"/>
          <p:cNvSpPr txBox="1"/>
          <p:nvPr/>
        </p:nvSpPr>
        <p:spPr>
          <a:xfrm>
            <a:off x="592489" y="1455963"/>
            <a:ext cx="7959000" cy="20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lnSpc>
                <a:spcPct val="80000"/>
              </a:lnSpc>
            </a:pPr>
            <a:r>
              <a:rPr lang="pt-BR" sz="3600" dirty="0">
                <a:solidFill>
                  <a:srgbClr val="181818"/>
                </a:solidFill>
                <a:latin typeface="Merriweather" pitchFamily="2" charset="77"/>
              </a:rPr>
              <a:t>“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No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one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knows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what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the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right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algorithm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is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but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it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gives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us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hope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that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if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we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can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discover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some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crude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approximation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of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whatever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this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algorithm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is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and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implement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it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on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a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computer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that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can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help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us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make a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lot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of</a:t>
            </a:r>
            <a:r>
              <a:rPr lang="pt-BR" sz="3600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pt-BR" sz="36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progress</a:t>
            </a:r>
            <a:r>
              <a:rPr lang="pt-BR" sz="3600" dirty="0">
                <a:solidFill>
                  <a:srgbClr val="181818"/>
                </a:solidFill>
                <a:latin typeface="Merriweather" pitchFamily="2" charset="77"/>
              </a:rPr>
              <a:t>.”</a:t>
            </a:r>
            <a:endParaRPr lang="pt-BR" sz="3600" dirty="0">
              <a:solidFill>
                <a:schemeClr val="dk1"/>
              </a:solidFill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grpSp>
        <p:nvGrpSpPr>
          <p:cNvPr id="408" name="Google Shape;408;p56"/>
          <p:cNvGrpSpPr/>
          <p:nvPr/>
        </p:nvGrpSpPr>
        <p:grpSpPr>
          <a:xfrm>
            <a:off x="3768614" y="4238684"/>
            <a:ext cx="1606772" cy="355205"/>
            <a:chOff x="4778412" y="3086837"/>
            <a:chExt cx="3639347" cy="731400"/>
          </a:xfrm>
        </p:grpSpPr>
        <p:pic>
          <p:nvPicPr>
            <p:cNvPr id="409" name="Google Shape;409;p56"/>
            <p:cNvPicPr preferRelativeResize="0"/>
            <p:nvPr/>
          </p:nvPicPr>
          <p:blipFill rotWithShape="1">
            <a:blip r:embed="rId3">
              <a:alphaModFix/>
            </a:blip>
            <a:srcRect l="3967" t="7692" r="3976" b="7683"/>
            <a:stretch/>
          </p:blipFill>
          <p:spPr>
            <a:xfrm>
              <a:off x="4778412" y="3086837"/>
              <a:ext cx="3639300" cy="7314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410" name="Google Shape;410;p56"/>
            <p:cNvSpPr/>
            <p:nvPr/>
          </p:nvSpPr>
          <p:spPr>
            <a:xfrm>
              <a:off x="4778458" y="3090620"/>
              <a:ext cx="3639300" cy="7236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45713" rIns="68575" bIns="45713" anchor="ctr" anchorCtr="0">
              <a:noAutofit/>
            </a:bodyPr>
            <a:lstStyle/>
            <a:p>
              <a:pPr algn="ctr"/>
              <a:r>
                <a:rPr lang="en" sz="1000" dirty="0">
                  <a:solidFill>
                    <a:srgbClr val="202124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Andrew Ng</a:t>
              </a:r>
            </a:p>
            <a:p>
              <a:pPr algn="ctr"/>
              <a:r>
                <a:rPr lang="en" sz="1000" dirty="0">
                  <a:solidFill>
                    <a:srgbClr val="202124"/>
                  </a:solidFill>
                  <a:latin typeface="Google Sans Medium"/>
                  <a:ea typeface="Google Sans Medium"/>
                  <a:cs typeface="Google Sans Medium"/>
                  <a:sym typeface="Google Sans Medium"/>
                </a:rPr>
                <a:t>(Stanford)</a:t>
              </a:r>
              <a:endParaRPr sz="1000" dirty="0">
                <a:latin typeface="Google Sans Medium"/>
                <a:ea typeface="Google Sans Medium"/>
                <a:cs typeface="Google Sans Medium"/>
                <a:sym typeface="Google Sans Medium"/>
              </a:endParaRPr>
            </a:p>
          </p:txBody>
        </p:sp>
      </p:grpSp>
      <p:sp>
        <p:nvSpPr>
          <p:cNvPr id="6" name="CaixaDeTexto 5">
            <a:extLst>
              <a:ext uri="{FF2B5EF4-FFF2-40B4-BE49-F238E27FC236}">
                <a16:creationId xmlns:a16="http://schemas.microsoft.com/office/drawing/2014/main" id="{3EB68E4F-43CA-99A4-3BBC-76C01160A8B0}"/>
              </a:ext>
            </a:extLst>
          </p:cNvPr>
          <p:cNvSpPr txBox="1"/>
          <p:nvPr/>
        </p:nvSpPr>
        <p:spPr>
          <a:xfrm>
            <a:off x="7162380" y="4808147"/>
            <a:ext cx="1736362" cy="245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998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 Lopes @</a:t>
            </a:r>
            <a:r>
              <a:rPr lang="en" sz="998" dirty="0" err="1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ahirtonlopes</a:t>
            </a:r>
            <a:r>
              <a:rPr lang="en" sz="998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endParaRPr lang="pt-BR" sz="998" dirty="0">
              <a:solidFill>
                <a:schemeClr val="tx2">
                  <a:lumMod val="25000"/>
                </a:schemeClr>
              </a:solidFill>
            </a:endParaRPr>
          </a:p>
        </p:txBody>
      </p:sp>
      <p:grpSp>
        <p:nvGrpSpPr>
          <p:cNvPr id="9" name="Group 5">
            <a:extLst>
              <a:ext uri="{FF2B5EF4-FFF2-40B4-BE49-F238E27FC236}">
                <a16:creationId xmlns:a16="http://schemas.microsoft.com/office/drawing/2014/main" id="{3994C6E0-C125-0AAC-EC1F-521BC6027B0C}"/>
              </a:ext>
            </a:extLst>
          </p:cNvPr>
          <p:cNvGrpSpPr/>
          <p:nvPr/>
        </p:nvGrpSpPr>
        <p:grpSpPr>
          <a:xfrm>
            <a:off x="8080233" y="167479"/>
            <a:ext cx="883852" cy="138853"/>
            <a:chOff x="7919542" y="328894"/>
            <a:chExt cx="957000" cy="150345"/>
          </a:xfrm>
        </p:grpSpPr>
        <p:pic>
          <p:nvPicPr>
            <p:cNvPr id="10" name="Imagem 1">
              <a:extLst>
                <a:ext uri="{FF2B5EF4-FFF2-40B4-BE49-F238E27FC236}">
                  <a16:creationId xmlns:a16="http://schemas.microsoft.com/office/drawing/2014/main" id="{8D332CF6-BE29-4F47-0C8A-91F1F97D6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11" name="Picture 10" descr="mba.png">
              <a:extLst>
                <a:ext uri="{FF2B5EF4-FFF2-40B4-BE49-F238E27FC236}">
                  <a16:creationId xmlns:a16="http://schemas.microsoft.com/office/drawing/2014/main" id="{046D7C5C-A616-2218-6FAB-A4C5A8EF6D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CaixaDeTexto 1">
            <a:extLst>
              <a:ext uri="{FF2B5EF4-FFF2-40B4-BE49-F238E27FC236}">
                <a16:creationId xmlns:a16="http://schemas.microsoft.com/office/drawing/2014/main" id="{CAF43383-DB82-4989-86C9-6B36D53623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9276" y="4685627"/>
            <a:ext cx="444544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350" dirty="0"/>
              <a:t>Não esquecem de avaliar a aula no nosso </a:t>
            </a:r>
            <a:r>
              <a:rPr lang="pt-BR" altLang="pt-BR" sz="1350" dirty="0">
                <a:solidFill>
                  <a:srgbClr val="EB005A"/>
                </a:solidFill>
              </a:rPr>
              <a:t>MBA </a:t>
            </a:r>
            <a:r>
              <a:rPr lang="pt-BR" altLang="pt-BR" sz="1350" dirty="0" err="1">
                <a:solidFill>
                  <a:srgbClr val="EB005A"/>
                </a:solidFill>
              </a:rPr>
              <a:t>survey</a:t>
            </a:r>
            <a:r>
              <a:rPr lang="pt-BR" altLang="pt-BR" sz="1350" dirty="0"/>
              <a:t>!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AED324F-A779-F905-1076-FB54028220D7}"/>
              </a:ext>
            </a:extLst>
          </p:cNvPr>
          <p:cNvSpPr txBox="1"/>
          <p:nvPr/>
        </p:nvSpPr>
        <p:spPr>
          <a:xfrm>
            <a:off x="7162380" y="4808147"/>
            <a:ext cx="1736362" cy="2457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998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 Lopes @</a:t>
            </a:r>
            <a:r>
              <a:rPr lang="en" sz="998" dirty="0" err="1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ahirtonlopes</a:t>
            </a:r>
            <a:r>
              <a:rPr lang="en" sz="998" dirty="0">
                <a:solidFill>
                  <a:schemeClr val="tx2">
                    <a:lumMod val="25000"/>
                  </a:schemeClr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 </a:t>
            </a:r>
            <a:endParaRPr lang="pt-BR" sz="998" dirty="0">
              <a:solidFill>
                <a:schemeClr val="tx2">
                  <a:lumMod val="2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48A5D7-F67E-B17F-CE11-CE56DBF3D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3237" y="484187"/>
            <a:ext cx="5597525" cy="417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0" name="Google Shape;1060;p47"/>
          <p:cNvPicPr preferRelativeResize="0"/>
          <p:nvPr/>
        </p:nvPicPr>
        <p:blipFill rotWithShape="1">
          <a:blip r:embed="rId3">
            <a:alphaModFix/>
          </a:blip>
          <a:srcRect r="18459"/>
          <a:stretch/>
        </p:blipFill>
        <p:spPr>
          <a:xfrm>
            <a:off x="14605" y="9275"/>
            <a:ext cx="7456200" cy="5143500"/>
          </a:xfrm>
          <a:prstGeom prst="trapezoid">
            <a:avLst>
              <a:gd name="adj" fmla="val 26144"/>
            </a:avLst>
          </a:prstGeom>
          <a:noFill/>
          <a:ln>
            <a:noFill/>
          </a:ln>
        </p:spPr>
      </p:pic>
      <p:sp>
        <p:nvSpPr>
          <p:cNvPr id="1061" name="Google Shape;1061;p47"/>
          <p:cNvSpPr txBox="1"/>
          <p:nvPr/>
        </p:nvSpPr>
        <p:spPr>
          <a:xfrm>
            <a:off x="560650" y="604800"/>
            <a:ext cx="3955800" cy="11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" sz="3100" b="1" i="0" u="none" strike="noStrike" cap="none">
                <a:solidFill>
                  <a:schemeClr val="lt1"/>
                </a:solidFill>
                <a:highlight>
                  <a:srgbClr val="2800FF"/>
                </a:highlight>
                <a:latin typeface="Montserrat"/>
                <a:ea typeface="Montserrat"/>
                <a:cs typeface="Montserrat"/>
                <a:sym typeface="Montserrat"/>
              </a:rPr>
              <a:t> Ahirton</a:t>
            </a:r>
            <a:r>
              <a:rPr lang="en" sz="2500" b="1" i="0" u="none" strike="noStrike" cap="none">
                <a:solidFill>
                  <a:srgbClr val="2800FF"/>
                </a:solidFill>
                <a:highlight>
                  <a:srgbClr val="2800FF"/>
                </a:highlight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lang="en" sz="3100" b="1" i="0" u="none" strike="noStrike" cap="none">
                <a:solidFill>
                  <a:schemeClr val="lt1"/>
                </a:solidFill>
                <a:highlight>
                  <a:srgbClr val="2800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br>
              <a:rPr lang="en" sz="3100" b="1" i="0" u="none" strike="noStrike" cap="none">
                <a:solidFill>
                  <a:schemeClr val="lt1"/>
                </a:solidFill>
                <a:highlight>
                  <a:srgbClr val="2800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3100" b="1" i="0" u="none" strike="noStrike" cap="none">
                <a:solidFill>
                  <a:schemeClr val="lt1"/>
                </a:solidFill>
                <a:highlight>
                  <a:srgbClr val="2800FF"/>
                </a:highlight>
                <a:latin typeface="Montserrat"/>
                <a:ea typeface="Montserrat"/>
                <a:cs typeface="Montserrat"/>
                <a:sym typeface="Montserrat"/>
              </a:rPr>
              <a:t> Lopes</a:t>
            </a:r>
            <a:endParaRPr sz="3100" b="1" i="0" u="none" strike="noStrike" cap="none">
              <a:solidFill>
                <a:schemeClr val="lt1"/>
              </a:solidFill>
              <a:highlight>
                <a:srgbClr val="2800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2" name="Google Shape;1062;p47"/>
          <p:cNvSpPr txBox="1"/>
          <p:nvPr/>
        </p:nvSpPr>
        <p:spPr>
          <a:xfrm>
            <a:off x="279545" y="1629506"/>
            <a:ext cx="2787300" cy="7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 &amp; AI Manager</a:t>
            </a:r>
            <a:endParaRPr sz="1200" b="0" i="0" u="none" strike="noStrike" cap="non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63" name="Google Shape;1063;p47"/>
          <p:cNvSpPr txBox="1"/>
          <p:nvPr/>
        </p:nvSpPr>
        <p:spPr>
          <a:xfrm>
            <a:off x="923352" y="3156544"/>
            <a:ext cx="3696000" cy="9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pt-BR" sz="1400" err="1">
                <a:solidFill>
                  <a:schemeClr val="bg1"/>
                </a:solidFill>
              </a:rPr>
              <a:t>profahirton.lopes@fiap.com.br</a:t>
            </a:r>
            <a:endParaRPr lang="pt-BR" sz="1400">
              <a:solidFill>
                <a:schemeClr val="bg1"/>
              </a:solidFill>
            </a:endParaRPr>
          </a:p>
          <a:p>
            <a:r>
              <a:rPr lang="pt-BR" sz="1400">
                <a:solidFill>
                  <a:schemeClr val="bg1"/>
                </a:solidFill>
              </a:rPr>
              <a:t>https://</a:t>
            </a:r>
            <a:r>
              <a:rPr lang="pt-BR" sz="1400" err="1">
                <a:solidFill>
                  <a:schemeClr val="bg1"/>
                </a:solidFill>
              </a:rPr>
              <a:t>www.linkedin.com</a:t>
            </a:r>
            <a:r>
              <a:rPr lang="pt-BR" sz="1400">
                <a:solidFill>
                  <a:schemeClr val="bg1"/>
                </a:solidFill>
              </a:rPr>
              <a:t>/in/</a:t>
            </a:r>
            <a:r>
              <a:rPr lang="pt-BR" sz="1400" err="1">
                <a:solidFill>
                  <a:schemeClr val="bg1"/>
                </a:solidFill>
              </a:rPr>
              <a:t>ahirtonlopes</a:t>
            </a:r>
            <a:endParaRPr lang="pt-BR" sz="1400">
              <a:solidFill>
                <a:schemeClr val="bg1"/>
              </a:solidFill>
            </a:endParaRPr>
          </a:p>
          <a:p>
            <a:r>
              <a:rPr lang="pt-BR" sz="1400">
                <a:solidFill>
                  <a:schemeClr val="bg1"/>
                </a:solidFill>
              </a:rPr>
              <a:t>https://</a:t>
            </a:r>
            <a:r>
              <a:rPr lang="pt-BR" sz="1400" err="1">
                <a:solidFill>
                  <a:schemeClr val="bg1"/>
                </a:solidFill>
              </a:rPr>
              <a:t>github.com</a:t>
            </a:r>
            <a:r>
              <a:rPr lang="pt-BR" sz="1400">
                <a:solidFill>
                  <a:schemeClr val="bg1"/>
                </a:solidFill>
              </a:rPr>
              <a:t>/</a:t>
            </a:r>
            <a:r>
              <a:rPr lang="pt-BR" sz="1400" err="1">
                <a:solidFill>
                  <a:schemeClr val="bg1"/>
                </a:solidFill>
              </a:rPr>
              <a:t>ahirtonlopes</a:t>
            </a:r>
            <a:endParaRPr lang="pt-BR" sz="1400">
              <a:solidFill>
                <a:schemeClr val="bg1"/>
              </a:solidFill>
            </a:endParaRPr>
          </a:p>
          <a:p>
            <a:r>
              <a:rPr lang="pt-BR" sz="1400">
                <a:solidFill>
                  <a:schemeClr val="bg1"/>
                </a:solidFill>
              </a:rPr>
              <a:t>https://</a:t>
            </a:r>
            <a:r>
              <a:rPr lang="pt-BR" sz="1400" err="1">
                <a:solidFill>
                  <a:schemeClr val="bg1"/>
                </a:solidFill>
              </a:rPr>
              <a:t>x.com</a:t>
            </a:r>
            <a:r>
              <a:rPr lang="pt-BR" sz="1400">
                <a:solidFill>
                  <a:schemeClr val="bg1"/>
                </a:solidFill>
              </a:rPr>
              <a:t>/</a:t>
            </a:r>
            <a:r>
              <a:rPr lang="pt-BR" sz="1400" err="1">
                <a:solidFill>
                  <a:schemeClr val="bg1"/>
                </a:solidFill>
              </a:rPr>
              <a:t>ahirtonlopes</a:t>
            </a:r>
            <a:endParaRPr lang="pt-BR" sz="1400">
              <a:solidFill>
                <a:schemeClr val="bg1"/>
              </a:solidFill>
            </a:endParaRPr>
          </a:p>
        </p:txBody>
      </p:sp>
      <p:pic>
        <p:nvPicPr>
          <p:cNvPr id="1065" name="Google Shape;1065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5419" y="3232293"/>
            <a:ext cx="261514" cy="266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m 6">
            <a:extLst>
              <a:ext uri="{FF2B5EF4-FFF2-40B4-BE49-F238E27FC236}">
                <a16:creationId xmlns:a16="http://schemas.microsoft.com/office/drawing/2014/main" id="{8C9AAE11-0189-D968-0C4D-23D35E5E7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231" y="2324650"/>
            <a:ext cx="659647" cy="247100"/>
          </a:xfrm>
          <a:prstGeom prst="rect">
            <a:avLst/>
          </a:prstGeom>
        </p:spPr>
      </p:pic>
      <p:pic>
        <p:nvPicPr>
          <p:cNvPr id="3" name="Imagem 7">
            <a:extLst>
              <a:ext uri="{FF2B5EF4-FFF2-40B4-BE49-F238E27FC236}">
                <a16:creationId xmlns:a16="http://schemas.microsoft.com/office/drawing/2014/main" id="{D238833D-E10C-E9EE-9A1E-6901ABB7D3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8723" y="2303875"/>
            <a:ext cx="547575" cy="232468"/>
          </a:xfrm>
          <a:prstGeom prst="rect">
            <a:avLst/>
          </a:prstGeom>
        </p:spPr>
      </p:pic>
      <p:pic>
        <p:nvPicPr>
          <p:cNvPr id="4" name="Picture 17">
            <a:extLst>
              <a:ext uri="{FF2B5EF4-FFF2-40B4-BE49-F238E27FC236}">
                <a16:creationId xmlns:a16="http://schemas.microsoft.com/office/drawing/2014/main" id="{E018771E-8CFF-B6B0-B943-D1967F3C1D0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736" y="671210"/>
            <a:ext cx="1381654" cy="143825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98ADC60-ACF8-97DD-0F43-29C2E8F57C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6583" y="658593"/>
            <a:ext cx="1294946" cy="1408979"/>
          </a:xfrm>
          <a:prstGeom prst="rect">
            <a:avLst/>
          </a:prstGeom>
        </p:spPr>
      </p:pic>
      <p:pic>
        <p:nvPicPr>
          <p:cNvPr id="6" name="Imagem 10">
            <a:extLst>
              <a:ext uri="{FF2B5EF4-FFF2-40B4-BE49-F238E27FC236}">
                <a16:creationId xmlns:a16="http://schemas.microsoft.com/office/drawing/2014/main" id="{2DDEADC7-A84F-A2AC-6B41-2CE0EAD9EA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7100" y="632839"/>
            <a:ext cx="1410823" cy="151499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DCA3AF5-5AF0-66AB-26AB-CF4BFE3683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8711" y="2314257"/>
            <a:ext cx="211700" cy="211700"/>
          </a:xfrm>
          <a:prstGeom prst="rect">
            <a:avLst/>
          </a:prstGeom>
        </p:spPr>
      </p:pic>
      <p:sp>
        <p:nvSpPr>
          <p:cNvPr id="8" name="Google Shape;664;p80">
            <a:extLst>
              <a:ext uri="{FF2B5EF4-FFF2-40B4-BE49-F238E27FC236}">
                <a16:creationId xmlns:a16="http://schemas.microsoft.com/office/drawing/2014/main" id="{1F26343A-C139-C783-0F42-6E56B4698702}"/>
              </a:ext>
            </a:extLst>
          </p:cNvPr>
          <p:cNvSpPr/>
          <p:nvPr/>
        </p:nvSpPr>
        <p:spPr>
          <a:xfrm>
            <a:off x="5219331" y="3269763"/>
            <a:ext cx="741214" cy="731623"/>
          </a:xfrm>
          <a:prstGeom prst="roundRect">
            <a:avLst>
              <a:gd name="adj" fmla="val 9220"/>
            </a:avLst>
          </a:prstGeom>
          <a:gradFill>
            <a:gsLst>
              <a:gs pos="0">
                <a:srgbClr val="4285F4"/>
              </a:gs>
              <a:gs pos="21000">
                <a:srgbClr val="4285F4"/>
              </a:gs>
              <a:gs pos="76000">
                <a:srgbClr val="34A853"/>
              </a:gs>
              <a:gs pos="100000">
                <a:srgbClr val="34A853"/>
              </a:gs>
            </a:gsLst>
            <a:lin ang="0" scaled="0"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340" tIns="91340" rIns="91340" bIns="91340" anchor="ctr" anchorCtr="0">
            <a:noAutofit/>
          </a:bodyPr>
          <a:lstStyle/>
          <a:p>
            <a:pPr>
              <a:lnSpc>
                <a:spcPct val="115000"/>
              </a:lnSpc>
              <a:buSzPts val="2200"/>
            </a:pPr>
            <a:endParaRPr sz="1399"/>
          </a:p>
        </p:txBody>
      </p:sp>
      <p:sp>
        <p:nvSpPr>
          <p:cNvPr id="9" name="Google Shape;665;p80">
            <a:extLst>
              <a:ext uri="{FF2B5EF4-FFF2-40B4-BE49-F238E27FC236}">
                <a16:creationId xmlns:a16="http://schemas.microsoft.com/office/drawing/2014/main" id="{0CCE3F06-12C0-40DC-BDC1-523C3BE688B9}"/>
              </a:ext>
            </a:extLst>
          </p:cNvPr>
          <p:cNvSpPr/>
          <p:nvPr/>
        </p:nvSpPr>
        <p:spPr>
          <a:xfrm>
            <a:off x="5219329" y="3260804"/>
            <a:ext cx="741214" cy="697454"/>
          </a:xfrm>
          <a:prstGeom prst="roundRect">
            <a:avLst>
              <a:gd name="adj" fmla="val 9220"/>
            </a:avLst>
          </a:prstGeom>
          <a:gradFill>
            <a:gsLst>
              <a:gs pos="0">
                <a:srgbClr val="4285F4"/>
              </a:gs>
              <a:gs pos="21000">
                <a:srgbClr val="4285F4"/>
              </a:gs>
              <a:gs pos="76000">
                <a:srgbClr val="34A853"/>
              </a:gs>
              <a:gs pos="100000">
                <a:srgbClr val="34A853"/>
              </a:gs>
            </a:gsLst>
            <a:lin ang="0" scaled="0"/>
          </a:gra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340" tIns="91340" rIns="91340" bIns="91340" anchor="ctr" anchorCtr="0">
            <a:noAutofit/>
          </a:bodyPr>
          <a:lstStyle/>
          <a:p>
            <a:pPr>
              <a:lnSpc>
                <a:spcPct val="115000"/>
              </a:lnSpc>
              <a:buSzPts val="2200"/>
            </a:pPr>
            <a:endParaRPr sz="1399"/>
          </a:p>
        </p:txBody>
      </p:sp>
      <p:sp>
        <p:nvSpPr>
          <p:cNvPr id="11" name="Google Shape;667;p80">
            <a:extLst>
              <a:ext uri="{FF2B5EF4-FFF2-40B4-BE49-F238E27FC236}">
                <a16:creationId xmlns:a16="http://schemas.microsoft.com/office/drawing/2014/main" id="{9522ACA3-5B2D-D29A-9034-DB3C51674E08}"/>
              </a:ext>
            </a:extLst>
          </p:cNvPr>
          <p:cNvSpPr txBox="1"/>
          <p:nvPr/>
        </p:nvSpPr>
        <p:spPr>
          <a:xfrm>
            <a:off x="6186614" y="3363736"/>
            <a:ext cx="1830236" cy="191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" sz="1099">
                <a:solidFill>
                  <a:schemeClr val="tx1"/>
                </a:solidFill>
                <a:latin typeface="Google Sans Medium"/>
                <a:ea typeface="Google Sans Medium"/>
                <a:cs typeface="Google Sans Medium"/>
                <a:sym typeface="Google Sans Medium"/>
              </a:rPr>
              <a:t>Ahirton Lopes, PhD. </a:t>
            </a:r>
            <a:r>
              <a:rPr lang="en" sz="799" err="1">
                <a:solidFill>
                  <a:schemeClr val="tx1"/>
                </a:solidFill>
                <a:latin typeface="Google Sans"/>
                <a:ea typeface="Google Sans"/>
                <a:cs typeface="Google Sans"/>
                <a:sym typeface="Google Sans"/>
              </a:rPr>
              <a:t>Ele</a:t>
            </a:r>
            <a:r>
              <a:rPr lang="en" sz="799">
                <a:solidFill>
                  <a:schemeClr val="tx1"/>
                </a:solidFill>
                <a:latin typeface="Google Sans"/>
                <a:ea typeface="Google Sans"/>
                <a:cs typeface="Google Sans"/>
                <a:sym typeface="Google Sans"/>
              </a:rPr>
              <a:t>/Dele</a:t>
            </a:r>
            <a:endParaRPr sz="799">
              <a:solidFill>
                <a:schemeClr val="tx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" name="Google Shape;668;p80">
            <a:extLst>
              <a:ext uri="{FF2B5EF4-FFF2-40B4-BE49-F238E27FC236}">
                <a16:creationId xmlns:a16="http://schemas.microsoft.com/office/drawing/2014/main" id="{9A2AEDFD-A949-846F-1619-BD2D02BDF30B}"/>
              </a:ext>
            </a:extLst>
          </p:cNvPr>
          <p:cNvSpPr/>
          <p:nvPr/>
        </p:nvSpPr>
        <p:spPr>
          <a:xfrm>
            <a:off x="6469618" y="3629675"/>
            <a:ext cx="1264229" cy="191223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340" tIns="91340" rIns="91340" bIns="91340" anchor="ctr" anchorCtr="0">
            <a:noAutofit/>
          </a:bodyPr>
          <a:lstStyle/>
          <a:p>
            <a:pPr algn="ctr"/>
            <a:r>
              <a:rPr lang="en" sz="500" b="1">
                <a:latin typeface="Google Sans Medium"/>
                <a:ea typeface="Google Sans Medium"/>
                <a:cs typeface="Google Sans Medium"/>
                <a:sym typeface="Google Sans Medium"/>
              </a:rPr>
              <a:t>Senior Manager / Professor MBA</a:t>
            </a:r>
            <a:endParaRPr sz="500" b="1">
              <a:latin typeface="Google Sans Medium"/>
              <a:ea typeface="Google Sans Medium"/>
              <a:cs typeface="Google Sans Medium"/>
              <a:sym typeface="Google Sans Medium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0674A982-35BD-E2AF-0088-B5D0277E5C7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57451" y="3269763"/>
            <a:ext cx="464969" cy="697454"/>
          </a:xfrm>
          <a:prstGeom prst="rect">
            <a:avLst/>
          </a:prstGeom>
        </p:spPr>
      </p:pic>
      <p:grpSp>
        <p:nvGrpSpPr>
          <p:cNvPr id="10" name="Group 18">
            <a:extLst>
              <a:ext uri="{FF2B5EF4-FFF2-40B4-BE49-F238E27FC236}">
                <a16:creationId xmlns:a16="http://schemas.microsoft.com/office/drawing/2014/main" id="{7498E7E4-E25D-F8AD-69B4-1EDA91ECEB74}"/>
              </a:ext>
            </a:extLst>
          </p:cNvPr>
          <p:cNvGrpSpPr/>
          <p:nvPr/>
        </p:nvGrpSpPr>
        <p:grpSpPr>
          <a:xfrm>
            <a:off x="3835728" y="4472748"/>
            <a:ext cx="1567248" cy="246215"/>
            <a:chOff x="7919542" y="328894"/>
            <a:chExt cx="957000" cy="150345"/>
          </a:xfrm>
        </p:grpSpPr>
        <p:pic>
          <p:nvPicPr>
            <p:cNvPr id="14" name="Imagem 1">
              <a:extLst>
                <a:ext uri="{FF2B5EF4-FFF2-40B4-BE49-F238E27FC236}">
                  <a16:creationId xmlns:a16="http://schemas.microsoft.com/office/drawing/2014/main" id="{6782A3F2-FEE7-8A53-67EE-8958A5318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15" name="Picture 24" descr="mba.png">
              <a:extLst>
                <a:ext uri="{FF2B5EF4-FFF2-40B4-BE49-F238E27FC236}">
                  <a16:creationId xmlns:a16="http://schemas.microsoft.com/office/drawing/2014/main" id="{0913EFAF-2C82-9866-4B67-35DDBABDF0C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  <p:grpSp>
        <p:nvGrpSpPr>
          <p:cNvPr id="16" name="Group 5">
            <a:extLst>
              <a:ext uri="{FF2B5EF4-FFF2-40B4-BE49-F238E27FC236}">
                <a16:creationId xmlns:a16="http://schemas.microsoft.com/office/drawing/2014/main" id="{9FF4BD32-B6DC-2D16-BFA2-35409B2A8B27}"/>
              </a:ext>
            </a:extLst>
          </p:cNvPr>
          <p:cNvGrpSpPr/>
          <p:nvPr/>
        </p:nvGrpSpPr>
        <p:grpSpPr>
          <a:xfrm>
            <a:off x="8080233" y="167479"/>
            <a:ext cx="883852" cy="138853"/>
            <a:chOff x="7919542" y="328894"/>
            <a:chExt cx="957000" cy="150345"/>
          </a:xfrm>
        </p:grpSpPr>
        <p:pic>
          <p:nvPicPr>
            <p:cNvPr id="17" name="Imagem 1">
              <a:extLst>
                <a:ext uri="{FF2B5EF4-FFF2-40B4-BE49-F238E27FC236}">
                  <a16:creationId xmlns:a16="http://schemas.microsoft.com/office/drawing/2014/main" id="{438EE072-B6A6-75A3-8A32-E388D524C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9542" y="345210"/>
              <a:ext cx="498247" cy="134029"/>
            </a:xfrm>
            <a:prstGeom prst="rect">
              <a:avLst/>
            </a:prstGeom>
          </p:spPr>
        </p:pic>
        <p:pic>
          <p:nvPicPr>
            <p:cNvPr id="18" name="Picture 10" descr="mba.png">
              <a:extLst>
                <a:ext uri="{FF2B5EF4-FFF2-40B4-BE49-F238E27FC236}">
                  <a16:creationId xmlns:a16="http://schemas.microsoft.com/office/drawing/2014/main" id="{5FD1EFF7-8293-1A48-AAF2-79F43D458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18622" y="328894"/>
              <a:ext cx="357920" cy="1453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0" y="3"/>
            <a:ext cx="9135541" cy="51435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76" y="209004"/>
            <a:ext cx="8691450" cy="4704328"/>
          </a:xfrm>
          <a:prstGeom prst="rect">
            <a:avLst/>
          </a:prstGeom>
        </p:spPr>
      </p:pic>
      <p:pic>
        <p:nvPicPr>
          <p:cNvPr id="16" name="Imagem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025" y="2138711"/>
            <a:ext cx="3201951" cy="861325"/>
          </a:xfrm>
          <a:prstGeom prst="rect">
            <a:avLst/>
          </a:prstGeom>
        </p:spPr>
      </p:pic>
      <p:sp>
        <p:nvSpPr>
          <p:cNvPr id="2" name="TextBox 25">
            <a:extLst>
              <a:ext uri="{FF2B5EF4-FFF2-40B4-BE49-F238E27FC236}">
                <a16:creationId xmlns:a16="http://schemas.microsoft.com/office/drawing/2014/main" id="{F31854B0-CAFB-7550-AE81-D8AD44A37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8646" y="3996024"/>
            <a:ext cx="4686710" cy="446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lang="en-US" sz="700">
                <a:solidFill>
                  <a:srgbClr val="A2B6C1"/>
                </a:solidFill>
                <a:latin typeface="Roboto Light"/>
                <a:cs typeface="Roboto Light"/>
              </a:rPr>
              <a:t>Copyright </a:t>
            </a:r>
            <a:r>
              <a:rPr lang="de-DE" sz="700">
                <a:solidFill>
                  <a:srgbClr val="A2B6C1"/>
                </a:solidFill>
                <a:latin typeface="Roboto Light"/>
                <a:cs typeface="Roboto Light"/>
              </a:rPr>
              <a:t>© </a:t>
            </a:r>
            <a:r>
              <a:rPr lang="en-US" sz="700">
                <a:solidFill>
                  <a:srgbClr val="A2B6C1"/>
                </a:solidFill>
                <a:latin typeface="Roboto Light"/>
                <a:cs typeface="Roboto Light"/>
              </a:rPr>
              <a:t>2026 | Prof. Dr. José Ahirton Batista Lopes Filho</a:t>
            </a:r>
          </a:p>
          <a:p>
            <a:pPr algn="ctr" eaLnBrk="1" hangingPunct="1">
              <a:lnSpc>
                <a:spcPct val="110000"/>
              </a:lnSpc>
            </a:pPr>
            <a:r>
              <a:rPr lang="en-US" sz="700" err="1">
                <a:solidFill>
                  <a:srgbClr val="A2B6C1"/>
                </a:solidFill>
                <a:latin typeface="Roboto Light"/>
                <a:cs typeface="Roboto Light"/>
              </a:rPr>
              <a:t>Todos</a:t>
            </a:r>
            <a:r>
              <a:rPr lang="en-US" sz="70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err="1">
                <a:solidFill>
                  <a:srgbClr val="A2B6C1"/>
                </a:solidFill>
                <a:latin typeface="Roboto Light"/>
                <a:cs typeface="Roboto Light"/>
              </a:rPr>
              <a:t>os</a:t>
            </a:r>
            <a:r>
              <a:rPr lang="en-US" sz="70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err="1">
                <a:solidFill>
                  <a:srgbClr val="A2B6C1"/>
                </a:solidFill>
                <a:latin typeface="Roboto Light"/>
                <a:cs typeface="Roboto Light"/>
              </a:rPr>
              <a:t>direitos</a:t>
            </a:r>
            <a:r>
              <a:rPr lang="en-US" sz="70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err="1">
                <a:solidFill>
                  <a:srgbClr val="A2B6C1"/>
                </a:solidFill>
                <a:latin typeface="Roboto Light"/>
                <a:cs typeface="Roboto Light"/>
              </a:rPr>
              <a:t>reservados</a:t>
            </a:r>
            <a:r>
              <a:rPr lang="en-US" sz="700">
                <a:solidFill>
                  <a:srgbClr val="A2B6C1"/>
                </a:solidFill>
                <a:latin typeface="Roboto Light"/>
                <a:cs typeface="Roboto Light"/>
              </a:rPr>
              <a:t>. </a:t>
            </a:r>
            <a:r>
              <a:rPr lang="en-US" sz="700" err="1">
                <a:solidFill>
                  <a:srgbClr val="A2B6C1"/>
                </a:solidFill>
                <a:latin typeface="Roboto Light"/>
                <a:cs typeface="Roboto Light"/>
              </a:rPr>
              <a:t>Reprodução</a:t>
            </a:r>
            <a:r>
              <a:rPr lang="en-US" sz="70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err="1">
                <a:solidFill>
                  <a:srgbClr val="A2B6C1"/>
                </a:solidFill>
                <a:latin typeface="Roboto Light"/>
                <a:cs typeface="Roboto Light"/>
              </a:rPr>
              <a:t>ou</a:t>
            </a:r>
            <a:r>
              <a:rPr lang="en-US" sz="70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err="1">
                <a:solidFill>
                  <a:srgbClr val="A2B6C1"/>
                </a:solidFill>
                <a:latin typeface="Roboto Light"/>
                <a:cs typeface="Roboto Light"/>
              </a:rPr>
              <a:t>divulgação</a:t>
            </a:r>
            <a:r>
              <a:rPr lang="en-US" sz="700">
                <a:solidFill>
                  <a:srgbClr val="A2B6C1"/>
                </a:solidFill>
                <a:latin typeface="Roboto Light"/>
                <a:cs typeface="Roboto Light"/>
              </a:rPr>
              <a:t> total </a:t>
            </a:r>
            <a:r>
              <a:rPr lang="en-US" sz="700" err="1">
                <a:solidFill>
                  <a:srgbClr val="A2B6C1"/>
                </a:solidFill>
                <a:latin typeface="Roboto Light"/>
                <a:cs typeface="Roboto Light"/>
              </a:rPr>
              <a:t>ou</a:t>
            </a:r>
            <a:r>
              <a:rPr lang="en-US" sz="70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err="1">
                <a:solidFill>
                  <a:srgbClr val="A2B6C1"/>
                </a:solidFill>
                <a:latin typeface="Roboto Light"/>
                <a:cs typeface="Roboto Light"/>
              </a:rPr>
              <a:t>parcial</a:t>
            </a:r>
            <a:r>
              <a:rPr lang="en-US" sz="70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err="1">
                <a:solidFill>
                  <a:srgbClr val="A2B6C1"/>
                </a:solidFill>
                <a:latin typeface="Roboto Light"/>
                <a:cs typeface="Roboto Light"/>
              </a:rPr>
              <a:t>deste</a:t>
            </a:r>
            <a:r>
              <a:rPr lang="en-US" sz="70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err="1">
                <a:solidFill>
                  <a:srgbClr val="A2B6C1"/>
                </a:solidFill>
                <a:latin typeface="Roboto Light"/>
                <a:cs typeface="Roboto Light"/>
              </a:rPr>
              <a:t>documento</a:t>
            </a:r>
            <a:r>
              <a:rPr lang="en-US" sz="700">
                <a:solidFill>
                  <a:srgbClr val="A2B6C1"/>
                </a:solidFill>
                <a:latin typeface="Roboto Light"/>
                <a:cs typeface="Roboto Light"/>
              </a:rPr>
              <a:t>, </a:t>
            </a:r>
            <a:r>
              <a:rPr lang="en-US" sz="700" err="1">
                <a:solidFill>
                  <a:srgbClr val="A2B6C1"/>
                </a:solidFill>
                <a:latin typeface="Roboto Light"/>
                <a:cs typeface="Roboto Light"/>
              </a:rPr>
              <a:t>é</a:t>
            </a:r>
            <a:r>
              <a:rPr lang="en-US" sz="70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err="1">
                <a:solidFill>
                  <a:srgbClr val="A2B6C1"/>
                </a:solidFill>
                <a:latin typeface="Roboto Light"/>
                <a:cs typeface="Roboto Light"/>
              </a:rPr>
              <a:t>expressamente</a:t>
            </a:r>
            <a:r>
              <a:rPr lang="en-US" sz="70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err="1">
                <a:solidFill>
                  <a:srgbClr val="A2B6C1"/>
                </a:solidFill>
                <a:latin typeface="Roboto Light"/>
                <a:cs typeface="Roboto Light"/>
              </a:rPr>
              <a:t>proibido</a:t>
            </a:r>
            <a:r>
              <a:rPr lang="en-US" sz="70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err="1">
                <a:solidFill>
                  <a:srgbClr val="A2B6C1"/>
                </a:solidFill>
                <a:latin typeface="Roboto Light"/>
                <a:cs typeface="Roboto Light"/>
              </a:rPr>
              <a:t>sem</a:t>
            </a:r>
            <a:r>
              <a:rPr lang="en-US" sz="70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err="1">
                <a:solidFill>
                  <a:srgbClr val="A2B6C1"/>
                </a:solidFill>
                <a:latin typeface="Roboto Light"/>
                <a:cs typeface="Roboto Light"/>
              </a:rPr>
              <a:t>consentimento</a:t>
            </a:r>
            <a:r>
              <a:rPr lang="en-US" sz="700">
                <a:solidFill>
                  <a:srgbClr val="A2B6C1"/>
                </a:solidFill>
                <a:latin typeface="Roboto Light"/>
                <a:cs typeface="Roboto Light"/>
              </a:rPr>
              <a:t> formal, </a:t>
            </a:r>
            <a:r>
              <a:rPr lang="en-US" sz="700" err="1">
                <a:solidFill>
                  <a:srgbClr val="A2B6C1"/>
                </a:solidFill>
                <a:latin typeface="Roboto Light"/>
                <a:cs typeface="Roboto Light"/>
              </a:rPr>
              <a:t>por</a:t>
            </a:r>
            <a:r>
              <a:rPr lang="en-US" sz="700">
                <a:solidFill>
                  <a:srgbClr val="A2B6C1"/>
                </a:solidFill>
                <a:latin typeface="Roboto Light"/>
                <a:cs typeface="Roboto Light"/>
              </a:rPr>
              <a:t> </a:t>
            </a:r>
            <a:r>
              <a:rPr lang="en-US" sz="700" err="1">
                <a:solidFill>
                  <a:srgbClr val="A2B6C1"/>
                </a:solidFill>
                <a:latin typeface="Roboto Light"/>
                <a:cs typeface="Roboto Light"/>
              </a:rPr>
              <a:t>escrito</a:t>
            </a:r>
            <a:r>
              <a:rPr lang="en-US" sz="700">
                <a:solidFill>
                  <a:srgbClr val="A2B6C1"/>
                </a:solidFill>
                <a:latin typeface="Roboto Light"/>
                <a:cs typeface="Roboto Light"/>
              </a:rPr>
              <a:t>, do professor/</a:t>
            </a:r>
            <a:r>
              <a:rPr lang="en-US" sz="700" err="1">
                <a:solidFill>
                  <a:srgbClr val="A2B6C1"/>
                </a:solidFill>
                <a:latin typeface="Roboto Light"/>
                <a:cs typeface="Roboto Light"/>
              </a:rPr>
              <a:t>autor</a:t>
            </a:r>
            <a:r>
              <a:rPr lang="en-US" sz="700">
                <a:solidFill>
                  <a:srgbClr val="A2B6C1"/>
                </a:solidFill>
                <a:latin typeface="Roboto Light"/>
                <a:cs typeface="Roboto Ligh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8840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c33af0-d0e1-48d9-8a7b-98b31cd56beb">
      <Terms xmlns="http://schemas.microsoft.com/office/infopath/2007/PartnerControls"/>
    </lcf76f155ced4ddcb4097134ff3c332f>
    <TaxCatchAll xmlns="a28b14c2-406a-4e78-a565-36e8748de71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AEE6CBEFB987D4A8EC29C9A9811524B" ma:contentTypeVersion="11" ma:contentTypeDescription="Crie um novo documento." ma:contentTypeScope="" ma:versionID="eb241e3baa47361a6d8121d3a3834f84">
  <xsd:schema xmlns:xsd="http://www.w3.org/2001/XMLSchema" xmlns:xs="http://www.w3.org/2001/XMLSchema" xmlns:p="http://schemas.microsoft.com/office/2006/metadata/properties" xmlns:ns2="a9c33af0-d0e1-48d9-8a7b-98b31cd56beb" xmlns:ns3="a28b14c2-406a-4e78-a565-36e8748de711" targetNamespace="http://schemas.microsoft.com/office/2006/metadata/properties" ma:root="true" ma:fieldsID="9f3f16652149b94d88ff1f4484b19c1b" ns2:_="" ns3:_="">
    <xsd:import namespace="a9c33af0-d0e1-48d9-8a7b-98b31cd56beb"/>
    <xsd:import namespace="a28b14c2-406a-4e78-a565-36e8748de7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c33af0-d0e1-48d9-8a7b-98b31cd56b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8b14c2-406a-4e78-a565-36e8748de71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8ff6601-ecf3-406b-9faa-e8e42be8345b}" ma:internalName="TaxCatchAll" ma:showField="CatchAllData" ma:web="a28b14c2-406a-4e78-a565-36e8748de7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638590-E54C-4DD1-B791-EEB291DB13E1}">
  <ds:schemaRefs>
    <ds:schemaRef ds:uri="14086e94-7b8e-4407-9076-bce7543bbfa3"/>
    <ds:schemaRef ds:uri="ed0fd27e-fb68-4b38-b798-a38aba50e7f1"/>
    <ds:schemaRef ds:uri="http://schemas.microsoft.com/office/2006/metadata/properties"/>
    <ds:schemaRef ds:uri="http://schemas.microsoft.com/office/infopath/2007/PartnerControls"/>
    <ds:schemaRef ds:uri="a9c33af0-d0e1-48d9-8a7b-98b31cd56beb"/>
    <ds:schemaRef ds:uri="a28b14c2-406a-4e78-a565-36e8748de711"/>
  </ds:schemaRefs>
</ds:datastoreItem>
</file>

<file path=customXml/itemProps2.xml><?xml version="1.0" encoding="utf-8"?>
<ds:datastoreItem xmlns:ds="http://schemas.openxmlformats.org/officeDocument/2006/customXml" ds:itemID="{8FF2FAAA-3BD7-4FE9-80C3-41732600BB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c33af0-d0e1-48d9-8a7b-98b31cd56beb"/>
    <ds:schemaRef ds:uri="a28b14c2-406a-4e78-a565-36e8748de7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670042B-3FE2-4BEF-898C-A32265EA63A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1779</Words>
  <Application>Microsoft Macintosh PowerPoint</Application>
  <PresentationFormat>Apresentação na tela (16:9)</PresentationFormat>
  <Paragraphs>447</Paragraphs>
  <Slides>62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21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62</vt:i4>
      </vt:variant>
    </vt:vector>
  </HeadingPairs>
  <TitlesOfParts>
    <vt:vector size="84" baseType="lpstr">
      <vt:lpstr>Gotham HTF Light</vt:lpstr>
      <vt:lpstr>Roboto Condensed</vt:lpstr>
      <vt:lpstr>Lato</vt:lpstr>
      <vt:lpstr>Inter ExtraBold</vt:lpstr>
      <vt:lpstr>Inter</vt:lpstr>
      <vt:lpstr>Gotham HTF Book</vt:lpstr>
      <vt:lpstr>Google Sans Medium</vt:lpstr>
      <vt:lpstr>Google Sans</vt:lpstr>
      <vt:lpstr>Open Sans</vt:lpstr>
      <vt:lpstr>Merriweather</vt:lpstr>
      <vt:lpstr>Montserrat Medium</vt:lpstr>
      <vt:lpstr>Gotham HTF Medium</vt:lpstr>
      <vt:lpstr>Arial</vt:lpstr>
      <vt:lpstr>Google Sans Mono</vt:lpstr>
      <vt:lpstr>Trebuchet MS</vt:lpstr>
      <vt:lpstr>Gotham HTF</vt:lpstr>
      <vt:lpstr>Montserrat</vt:lpstr>
      <vt:lpstr>Calibri</vt:lpstr>
      <vt:lpstr>Times New Roman</vt:lpstr>
      <vt:lpstr>Roboto Light</vt:lpstr>
      <vt:lpstr>Google Sans Text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Aprendizagem Supervisionada</vt:lpstr>
      <vt:lpstr>Aprendizagem Supervisionada</vt:lpstr>
      <vt:lpstr>Aprendizagem Supervisionada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Aprendizagem Supervisionada</vt:lpstr>
      <vt:lpstr>Aprendizagem Supervisionada</vt:lpstr>
      <vt:lpstr>Apresentação do PowerPoint</vt:lpstr>
      <vt:lpstr>Apresentação do PowerPoint</vt:lpstr>
      <vt:lpstr>Apresentação do PowerPoint</vt:lpstr>
      <vt:lpstr>Agrupamento - Clustering</vt:lpstr>
      <vt:lpstr>Agrupamento - Clustering</vt:lpstr>
      <vt:lpstr>Agrupamento - Clustering</vt:lpstr>
      <vt:lpstr>Agrupamento - Clustering</vt:lpstr>
      <vt:lpstr>Agrupamento - Clustering</vt:lpstr>
      <vt:lpstr>Agrupamento - Clustering</vt:lpstr>
      <vt:lpstr>Algoritmo K-Means (K-Médias)</vt:lpstr>
      <vt:lpstr>Algoritmo K-Means (K-Médias)</vt:lpstr>
      <vt:lpstr>Algoritmo K-Means (K-Médias)</vt:lpstr>
      <vt:lpstr>Algoritmo K-Means (K-Médias)</vt:lpstr>
      <vt:lpstr>Algoritmo K-Means (K-Médias)</vt:lpstr>
      <vt:lpstr>Algoritmo K-Means (K-Médias)</vt:lpstr>
      <vt:lpstr>Algoritmo K-Means (K-Médias)</vt:lpstr>
      <vt:lpstr>Algoritmo K-Means (K-Médias)</vt:lpstr>
      <vt:lpstr>Algoritmo K-Means (K-Médias)</vt:lpstr>
      <vt:lpstr>Algoritmo K-Means (K-Médias)</vt:lpstr>
      <vt:lpstr>Algoritmo K-Means (K-Médias)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.TEMPLATE PPT ECOSSISTEMA. Crie uma cópia para editar</dc:title>
  <cp:lastModifiedBy>Jose Ahirton Batista Lopes Filho</cp:lastModifiedBy>
  <cp:revision>30</cp:revision>
  <dcterms:modified xsi:type="dcterms:W3CDTF">2026-08-27T15:24:49Z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0x0101001AEE6CBEFB987D4A8EC29C9A9811524B</vt:lpwstr>
  </property>
  <property fmtid="{D5CDD505-2E9C-101B-9397-08002B2CF9AE}" pid="3" name="MediaServiceImageTags">
    <vt:lpwstr/>
  </property>
</Properties>
</file>